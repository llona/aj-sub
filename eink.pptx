
<file path=[Content_Types].xml><?xml version="1.0" encoding="utf-8"?>
<Types xmlns="http://schemas.openxmlformats.org/package/2006/content-types">
  <Default Extension="docx" ContentType="application/vnd.openxmlformats-officedocument.wordprocessingml.document"/>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88" r:id="rId18"/>
    <p:sldId id="290" r:id="rId19"/>
    <p:sldId id="291" r:id="rId20"/>
    <p:sldId id="274" r:id="rId21"/>
    <p:sldId id="275" r:id="rId22"/>
    <p:sldId id="276" r:id="rId23"/>
    <p:sldId id="277" r:id="rId24"/>
    <p:sldId id="293" r:id="rId25"/>
    <p:sldId id="294" r:id="rId26"/>
    <p:sldId id="278" r:id="rId27"/>
    <p:sldId id="279" r:id="rId28"/>
    <p:sldId id="280" r:id="rId29"/>
    <p:sldId id="295" r:id="rId30"/>
    <p:sldId id="282" r:id="rId31"/>
    <p:sldId id="286" r:id="rId32"/>
    <p:sldId id="283" r:id="rId33"/>
    <p:sldId id="284" r:id="rId34"/>
    <p:sldId id="285" r:id="rId35"/>
    <p:sldId id="272" r:id="rId36"/>
    <p:sldId id="273" r:id="rId37"/>
  </p:sldIdLst>
  <p:sldSz cx="12192000" cy="6858000"/>
  <p:notesSz cx="6858000" cy="9144000"/>
  <p:embeddedFontLst>
    <p:embeddedFont>
      <p:font typeface="DM Sans" pitchFamily="2" charset="0"/>
      <p:regular r:id="rId39"/>
      <p:bold r:id="rId40"/>
    </p:embeddedFont>
    <p:embeddedFont>
      <p:font typeface="JetBrains Mono" panose="02020500000000000000" charset="0"/>
      <p:regular r:id="rId41"/>
      <p:bold r:id="rId42"/>
      <p:italic r:id="rId43"/>
      <p:boldItalic r:id="rId44"/>
    </p:embeddedFont>
    <p:embeddedFont>
      <p:font typeface="Noto Sans TC" panose="020B0200000000000000" pitchFamily="34" charset="-120"/>
      <p:regular r:id="rId45"/>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B0F2D65-273C-49C9-8A5B-532AD0E91036}">
  <a:tblStyle styleId="{6B0F2D65-273C-49C9-8A5B-532AD0E91036}"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322" autoAdjust="0"/>
  </p:normalViewPr>
  <p:slideViewPr>
    <p:cSldViewPr snapToGrid="0">
      <p:cViewPr>
        <p:scale>
          <a:sx n="66" d="100"/>
          <a:sy n="66" d="100"/>
        </p:scale>
        <p:origin x="644" y="-1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君 小綠綠" userId="c57869a4d43399e7" providerId="LiveId" clId="{873321F0-418A-4684-90F9-E0A8E3C4FD65}"/>
    <pc:docChg chg="undo custSel addSld delSld modSld sldOrd">
      <pc:chgData name="君 小綠綠" userId="c57869a4d43399e7" providerId="LiveId" clId="{873321F0-418A-4684-90F9-E0A8E3C4FD65}" dt="2026-10-24T11:44:47.833" v="936" actId="20577"/>
      <pc:docMkLst>
        <pc:docMk/>
      </pc:docMkLst>
      <pc:sldChg chg="addSp delSp modSp mod">
        <pc:chgData name="君 小綠綠" userId="c57869a4d43399e7" providerId="LiveId" clId="{873321F0-418A-4684-90F9-E0A8E3C4FD65}" dt="2026-10-23T09:45:53.942" v="95" actId="1076"/>
        <pc:sldMkLst>
          <pc:docMk/>
          <pc:sldMk cId="0" sldId="259"/>
        </pc:sldMkLst>
        <pc:picChg chg="add del mod">
          <ac:chgData name="君 小綠綠" userId="c57869a4d43399e7" providerId="LiveId" clId="{873321F0-418A-4684-90F9-E0A8E3C4FD65}" dt="2026-10-23T09:45:19.828" v="89" actId="478"/>
          <ac:picMkLst>
            <pc:docMk/>
            <pc:sldMk cId="0" sldId="259"/>
            <ac:picMk id="3" creationId="{8E5DCF9E-98BC-173C-AE27-A293E3DA132C}"/>
          </ac:picMkLst>
        </pc:picChg>
        <pc:picChg chg="add mod">
          <ac:chgData name="君 小綠綠" userId="c57869a4d43399e7" providerId="LiveId" clId="{873321F0-418A-4684-90F9-E0A8E3C4FD65}" dt="2026-10-23T09:45:53.942" v="95" actId="1076"/>
          <ac:picMkLst>
            <pc:docMk/>
            <pc:sldMk cId="0" sldId="259"/>
            <ac:picMk id="5" creationId="{6988EA89-2C28-2D67-83CD-78B8E1823C16}"/>
          </ac:picMkLst>
        </pc:picChg>
        <pc:picChg chg="del mod">
          <ac:chgData name="君 小綠綠" userId="c57869a4d43399e7" providerId="LiveId" clId="{873321F0-418A-4684-90F9-E0A8E3C4FD65}" dt="2026-10-23T09:41:27.018" v="87" actId="478"/>
          <ac:picMkLst>
            <pc:docMk/>
            <pc:sldMk cId="0" sldId="259"/>
            <ac:picMk id="159" creationId="{00000000-0000-0000-0000-000000000000}"/>
          </ac:picMkLst>
        </pc:picChg>
      </pc:sldChg>
      <pc:sldChg chg="modSp mod">
        <pc:chgData name="君 小綠綠" userId="c57869a4d43399e7" providerId="LiveId" clId="{873321F0-418A-4684-90F9-E0A8E3C4FD65}" dt="2026-10-24T07:10:36.113" v="250" actId="113"/>
        <pc:sldMkLst>
          <pc:docMk/>
          <pc:sldMk cId="0" sldId="266"/>
        </pc:sldMkLst>
        <pc:spChg chg="mod">
          <ac:chgData name="君 小綠綠" userId="c57869a4d43399e7" providerId="LiveId" clId="{873321F0-418A-4684-90F9-E0A8E3C4FD65}" dt="2026-10-24T07:10:36.113" v="250" actId="113"/>
          <ac:spMkLst>
            <pc:docMk/>
            <pc:sldMk cId="0" sldId="266"/>
            <ac:spMk id="356" creationId="{00000000-0000-0000-0000-000000000000}"/>
          </ac:spMkLst>
        </pc:spChg>
      </pc:sldChg>
      <pc:sldChg chg="addSp delSp modSp mod">
        <pc:chgData name="君 小綠綠" userId="c57869a4d43399e7" providerId="LiveId" clId="{873321F0-418A-4684-90F9-E0A8E3C4FD65}" dt="2026-10-23T10:07:36.250" v="105" actId="1076"/>
        <pc:sldMkLst>
          <pc:docMk/>
          <pc:sldMk cId="0" sldId="269"/>
        </pc:sldMkLst>
        <pc:picChg chg="add mod">
          <ac:chgData name="君 小綠綠" userId="c57869a4d43399e7" providerId="LiveId" clId="{873321F0-418A-4684-90F9-E0A8E3C4FD65}" dt="2026-10-23T10:07:36.250" v="105" actId="1076"/>
          <ac:picMkLst>
            <pc:docMk/>
            <pc:sldMk cId="0" sldId="269"/>
            <ac:picMk id="3" creationId="{0E58E57B-1243-1956-9A4E-80F34338874A}"/>
          </ac:picMkLst>
        </pc:picChg>
        <pc:picChg chg="del mod">
          <ac:chgData name="君 小綠綠" userId="c57869a4d43399e7" providerId="LiveId" clId="{873321F0-418A-4684-90F9-E0A8E3C4FD65}" dt="2026-10-23T10:07:20.403" v="101" actId="478"/>
          <ac:picMkLst>
            <pc:docMk/>
            <pc:sldMk cId="0" sldId="269"/>
            <ac:picMk id="425" creationId="{00000000-0000-0000-0000-000000000000}"/>
          </ac:picMkLst>
        </pc:picChg>
      </pc:sldChg>
      <pc:sldChg chg="addSp delSp modSp mod">
        <pc:chgData name="君 小綠綠" userId="c57869a4d43399e7" providerId="LiveId" clId="{873321F0-418A-4684-90F9-E0A8E3C4FD65}" dt="2026-10-24T03:22:57.207" v="113" actId="1076"/>
        <pc:sldMkLst>
          <pc:docMk/>
          <pc:sldMk cId="0" sldId="270"/>
        </pc:sldMkLst>
        <pc:picChg chg="add mod ord">
          <ac:chgData name="君 小綠綠" userId="c57869a4d43399e7" providerId="LiveId" clId="{873321F0-418A-4684-90F9-E0A8E3C4FD65}" dt="2026-10-24T03:22:57.207" v="113" actId="1076"/>
          <ac:picMkLst>
            <pc:docMk/>
            <pc:sldMk cId="0" sldId="270"/>
            <ac:picMk id="3" creationId="{D94AE3BB-77CB-9E93-302D-EC5D4F737530}"/>
          </ac:picMkLst>
        </pc:picChg>
        <pc:picChg chg="del">
          <ac:chgData name="君 小綠綠" userId="c57869a4d43399e7" providerId="LiveId" clId="{873321F0-418A-4684-90F9-E0A8E3C4FD65}" dt="2026-10-24T03:22:13.074" v="106" actId="478"/>
          <ac:picMkLst>
            <pc:docMk/>
            <pc:sldMk cId="0" sldId="270"/>
            <ac:picMk id="435" creationId="{00000000-0000-0000-0000-000000000000}"/>
          </ac:picMkLst>
        </pc:picChg>
      </pc:sldChg>
      <pc:sldChg chg="addSp delSp modSp mod">
        <pc:chgData name="君 小綠綠" userId="c57869a4d43399e7" providerId="LiveId" clId="{873321F0-418A-4684-90F9-E0A8E3C4FD65}" dt="2026-10-24T03:55:04.113" v="190" actId="1076"/>
        <pc:sldMkLst>
          <pc:docMk/>
          <pc:sldMk cId="0" sldId="271"/>
        </pc:sldMkLst>
        <pc:spChg chg="mod">
          <ac:chgData name="君 小綠綠" userId="c57869a4d43399e7" providerId="LiveId" clId="{873321F0-418A-4684-90F9-E0A8E3C4FD65}" dt="2026-10-24T03:55:04.113" v="190" actId="1076"/>
          <ac:spMkLst>
            <pc:docMk/>
            <pc:sldMk cId="0" sldId="271"/>
            <ac:spMk id="442" creationId="{00000000-0000-0000-0000-000000000000}"/>
          </ac:spMkLst>
        </pc:spChg>
        <pc:spChg chg="mod">
          <ac:chgData name="君 小綠綠" userId="c57869a4d43399e7" providerId="LiveId" clId="{873321F0-418A-4684-90F9-E0A8E3C4FD65}" dt="2026-10-24T03:24:29.946" v="123" actId="14100"/>
          <ac:spMkLst>
            <pc:docMk/>
            <pc:sldMk cId="0" sldId="271"/>
            <ac:spMk id="443" creationId="{00000000-0000-0000-0000-000000000000}"/>
          </ac:spMkLst>
        </pc:spChg>
        <pc:spChg chg="mod">
          <ac:chgData name="君 小綠綠" userId="c57869a4d43399e7" providerId="LiveId" clId="{873321F0-418A-4684-90F9-E0A8E3C4FD65}" dt="2026-10-24T03:34:23.291" v="162" actId="1076"/>
          <ac:spMkLst>
            <pc:docMk/>
            <pc:sldMk cId="0" sldId="271"/>
            <ac:spMk id="444" creationId="{00000000-0000-0000-0000-000000000000}"/>
          </ac:spMkLst>
        </pc:spChg>
        <pc:spChg chg="mod">
          <ac:chgData name="君 小綠綠" userId="c57869a4d43399e7" providerId="LiveId" clId="{873321F0-418A-4684-90F9-E0A8E3C4FD65}" dt="2026-10-24T03:33:46.848" v="159" actId="1076"/>
          <ac:spMkLst>
            <pc:docMk/>
            <pc:sldMk cId="0" sldId="271"/>
            <ac:spMk id="445" creationId="{00000000-0000-0000-0000-000000000000}"/>
          </ac:spMkLst>
        </pc:spChg>
        <pc:spChg chg="mod">
          <ac:chgData name="君 小綠綠" userId="c57869a4d43399e7" providerId="LiveId" clId="{873321F0-418A-4684-90F9-E0A8E3C4FD65}" dt="2026-10-24T03:25:34.512" v="134" actId="1076"/>
          <ac:spMkLst>
            <pc:docMk/>
            <pc:sldMk cId="0" sldId="271"/>
            <ac:spMk id="446" creationId="{00000000-0000-0000-0000-000000000000}"/>
          </ac:spMkLst>
        </pc:spChg>
        <pc:spChg chg="del">
          <ac:chgData name="君 小綠綠" userId="c57869a4d43399e7" providerId="LiveId" clId="{873321F0-418A-4684-90F9-E0A8E3C4FD65}" dt="2026-10-24T03:51:47.151" v="173" actId="478"/>
          <ac:spMkLst>
            <pc:docMk/>
            <pc:sldMk cId="0" sldId="271"/>
            <ac:spMk id="447" creationId="{00000000-0000-0000-0000-000000000000}"/>
          </ac:spMkLst>
        </pc:spChg>
        <pc:spChg chg="mod">
          <ac:chgData name="君 小綠綠" userId="c57869a4d43399e7" providerId="LiveId" clId="{873321F0-418A-4684-90F9-E0A8E3C4FD65}" dt="2026-10-24T03:53:02.494" v="182" actId="1076"/>
          <ac:spMkLst>
            <pc:docMk/>
            <pc:sldMk cId="0" sldId="271"/>
            <ac:spMk id="448" creationId="{00000000-0000-0000-0000-000000000000}"/>
          </ac:spMkLst>
        </pc:spChg>
        <pc:spChg chg="mod">
          <ac:chgData name="君 小綠綠" userId="c57869a4d43399e7" providerId="LiveId" clId="{873321F0-418A-4684-90F9-E0A8E3C4FD65}" dt="2026-10-24T03:53:07.077" v="183" actId="1076"/>
          <ac:spMkLst>
            <pc:docMk/>
            <pc:sldMk cId="0" sldId="271"/>
            <ac:spMk id="449" creationId="{00000000-0000-0000-0000-000000000000}"/>
          </ac:spMkLst>
        </pc:spChg>
        <pc:spChg chg="mod">
          <ac:chgData name="君 小綠綠" userId="c57869a4d43399e7" providerId="LiveId" clId="{873321F0-418A-4684-90F9-E0A8E3C4FD65}" dt="2026-10-24T03:54:54.109" v="189" actId="1076"/>
          <ac:spMkLst>
            <pc:docMk/>
            <pc:sldMk cId="0" sldId="271"/>
            <ac:spMk id="455" creationId="{00000000-0000-0000-0000-000000000000}"/>
          </ac:spMkLst>
        </pc:spChg>
        <pc:spChg chg="del">
          <ac:chgData name="君 小綠綠" userId="c57869a4d43399e7" providerId="LiveId" clId="{873321F0-418A-4684-90F9-E0A8E3C4FD65}" dt="2026-10-24T03:51:52.240" v="174" actId="478"/>
          <ac:spMkLst>
            <pc:docMk/>
            <pc:sldMk cId="0" sldId="271"/>
            <ac:spMk id="456" creationId="{00000000-0000-0000-0000-000000000000}"/>
          </ac:spMkLst>
        </pc:spChg>
        <pc:spChg chg="mod">
          <ac:chgData name="君 小綠綠" userId="c57869a4d43399e7" providerId="LiveId" clId="{873321F0-418A-4684-90F9-E0A8E3C4FD65}" dt="2026-10-24T03:55:04.113" v="190" actId="1076"/>
          <ac:spMkLst>
            <pc:docMk/>
            <pc:sldMk cId="0" sldId="271"/>
            <ac:spMk id="457" creationId="{00000000-0000-0000-0000-000000000000}"/>
          </ac:spMkLst>
        </pc:spChg>
        <pc:spChg chg="mod">
          <ac:chgData name="君 小綠綠" userId="c57869a4d43399e7" providerId="LiveId" clId="{873321F0-418A-4684-90F9-E0A8E3C4FD65}" dt="2026-10-24T03:24:42.018" v="127" actId="1076"/>
          <ac:spMkLst>
            <pc:docMk/>
            <pc:sldMk cId="0" sldId="271"/>
            <ac:spMk id="459" creationId="{00000000-0000-0000-0000-000000000000}"/>
          </ac:spMkLst>
        </pc:spChg>
        <pc:spChg chg="mod">
          <ac:chgData name="君 小綠綠" userId="c57869a4d43399e7" providerId="LiveId" clId="{873321F0-418A-4684-90F9-E0A8E3C4FD65}" dt="2026-10-24T03:55:04.113" v="190" actId="1076"/>
          <ac:spMkLst>
            <pc:docMk/>
            <pc:sldMk cId="0" sldId="271"/>
            <ac:spMk id="460" creationId="{00000000-0000-0000-0000-000000000000}"/>
          </ac:spMkLst>
        </pc:spChg>
        <pc:spChg chg="mod">
          <ac:chgData name="君 小綠綠" userId="c57869a4d43399e7" providerId="LiveId" clId="{873321F0-418A-4684-90F9-E0A8E3C4FD65}" dt="2026-10-24T03:55:04.113" v="190" actId="1076"/>
          <ac:spMkLst>
            <pc:docMk/>
            <pc:sldMk cId="0" sldId="271"/>
            <ac:spMk id="462" creationId="{00000000-0000-0000-0000-000000000000}"/>
          </ac:spMkLst>
        </pc:spChg>
        <pc:spChg chg="mod">
          <ac:chgData name="君 小綠綠" userId="c57869a4d43399e7" providerId="LiveId" clId="{873321F0-418A-4684-90F9-E0A8E3C4FD65}" dt="2026-10-24T03:55:04.113" v="190" actId="1076"/>
          <ac:spMkLst>
            <pc:docMk/>
            <pc:sldMk cId="0" sldId="271"/>
            <ac:spMk id="463" creationId="{00000000-0000-0000-0000-000000000000}"/>
          </ac:spMkLst>
        </pc:spChg>
        <pc:spChg chg="mod">
          <ac:chgData name="君 小綠綠" userId="c57869a4d43399e7" providerId="LiveId" clId="{873321F0-418A-4684-90F9-E0A8E3C4FD65}" dt="2026-10-24T03:34:23.291" v="162" actId="1076"/>
          <ac:spMkLst>
            <pc:docMk/>
            <pc:sldMk cId="0" sldId="271"/>
            <ac:spMk id="464" creationId="{00000000-0000-0000-0000-000000000000}"/>
          </ac:spMkLst>
        </pc:spChg>
        <pc:spChg chg="mod">
          <ac:chgData name="君 小綠綠" userId="c57869a4d43399e7" providerId="LiveId" clId="{873321F0-418A-4684-90F9-E0A8E3C4FD65}" dt="2026-10-24T03:55:04.113" v="190" actId="1076"/>
          <ac:spMkLst>
            <pc:docMk/>
            <pc:sldMk cId="0" sldId="271"/>
            <ac:spMk id="465" creationId="{00000000-0000-0000-0000-000000000000}"/>
          </ac:spMkLst>
        </pc:spChg>
        <pc:spChg chg="mod">
          <ac:chgData name="君 小綠綠" userId="c57869a4d43399e7" providerId="LiveId" clId="{873321F0-418A-4684-90F9-E0A8E3C4FD65}" dt="2026-10-24T03:55:04.113" v="190" actId="1076"/>
          <ac:spMkLst>
            <pc:docMk/>
            <pc:sldMk cId="0" sldId="271"/>
            <ac:spMk id="466" creationId="{00000000-0000-0000-0000-000000000000}"/>
          </ac:spMkLst>
        </pc:spChg>
        <pc:spChg chg="mod">
          <ac:chgData name="君 小綠綠" userId="c57869a4d43399e7" providerId="LiveId" clId="{873321F0-418A-4684-90F9-E0A8E3C4FD65}" dt="2026-10-24T03:33:46.848" v="159" actId="1076"/>
          <ac:spMkLst>
            <pc:docMk/>
            <pc:sldMk cId="0" sldId="271"/>
            <ac:spMk id="467" creationId="{00000000-0000-0000-0000-000000000000}"/>
          </ac:spMkLst>
        </pc:spChg>
        <pc:spChg chg="mod">
          <ac:chgData name="君 小綠綠" userId="c57869a4d43399e7" providerId="LiveId" clId="{873321F0-418A-4684-90F9-E0A8E3C4FD65}" dt="2026-10-24T03:55:04.113" v="190" actId="1076"/>
          <ac:spMkLst>
            <pc:docMk/>
            <pc:sldMk cId="0" sldId="271"/>
            <ac:spMk id="468" creationId="{00000000-0000-0000-0000-000000000000}"/>
          </ac:spMkLst>
        </pc:spChg>
        <pc:spChg chg="mod">
          <ac:chgData name="君 小綠綠" userId="c57869a4d43399e7" providerId="LiveId" clId="{873321F0-418A-4684-90F9-E0A8E3C4FD65}" dt="2026-10-24T03:55:04.113" v="190" actId="1076"/>
          <ac:spMkLst>
            <pc:docMk/>
            <pc:sldMk cId="0" sldId="271"/>
            <ac:spMk id="469" creationId="{00000000-0000-0000-0000-000000000000}"/>
          </ac:spMkLst>
        </pc:spChg>
        <pc:spChg chg="mod">
          <ac:chgData name="君 小綠綠" userId="c57869a4d43399e7" providerId="LiveId" clId="{873321F0-418A-4684-90F9-E0A8E3C4FD65}" dt="2026-10-24T03:55:04.113" v="190" actId="1076"/>
          <ac:spMkLst>
            <pc:docMk/>
            <pc:sldMk cId="0" sldId="271"/>
            <ac:spMk id="470" creationId="{00000000-0000-0000-0000-000000000000}"/>
          </ac:spMkLst>
        </pc:spChg>
        <pc:spChg chg="mod">
          <ac:chgData name="君 小綠綠" userId="c57869a4d43399e7" providerId="LiveId" clId="{873321F0-418A-4684-90F9-E0A8E3C4FD65}" dt="2026-10-24T03:25:34.512" v="134" actId="1076"/>
          <ac:spMkLst>
            <pc:docMk/>
            <pc:sldMk cId="0" sldId="271"/>
            <ac:spMk id="471" creationId="{00000000-0000-0000-0000-000000000000}"/>
          </ac:spMkLst>
        </pc:spChg>
        <pc:spChg chg="mod">
          <ac:chgData name="君 小綠綠" userId="c57869a4d43399e7" providerId="LiveId" clId="{873321F0-418A-4684-90F9-E0A8E3C4FD65}" dt="2026-10-24T03:53:02.494" v="182" actId="1076"/>
          <ac:spMkLst>
            <pc:docMk/>
            <pc:sldMk cId="0" sldId="271"/>
            <ac:spMk id="473" creationId="{00000000-0000-0000-0000-000000000000}"/>
          </ac:spMkLst>
        </pc:spChg>
        <pc:spChg chg="mod">
          <ac:chgData name="君 小綠綠" userId="c57869a4d43399e7" providerId="LiveId" clId="{873321F0-418A-4684-90F9-E0A8E3C4FD65}" dt="2026-10-24T03:53:07.077" v="183" actId="1076"/>
          <ac:spMkLst>
            <pc:docMk/>
            <pc:sldMk cId="0" sldId="271"/>
            <ac:spMk id="474" creationId="{00000000-0000-0000-0000-000000000000}"/>
          </ac:spMkLst>
        </pc:spChg>
        <pc:picChg chg="add mod">
          <ac:chgData name="君 小綠綠" userId="c57869a4d43399e7" providerId="LiveId" clId="{873321F0-418A-4684-90F9-E0A8E3C4FD65}" dt="2026-10-24T03:53:16.635" v="184" actId="1076"/>
          <ac:picMkLst>
            <pc:docMk/>
            <pc:sldMk cId="0" sldId="271"/>
            <ac:picMk id="2" creationId="{95C6EB05-D52E-39F1-49C7-B67138500BED}"/>
          </ac:picMkLst>
        </pc:picChg>
        <pc:picChg chg="mod">
          <ac:chgData name="君 小綠綠" userId="c57869a4d43399e7" providerId="LiveId" clId="{873321F0-418A-4684-90F9-E0A8E3C4FD65}" dt="2026-10-24T03:34:09.663" v="161" actId="1076"/>
          <ac:picMkLst>
            <pc:docMk/>
            <pc:sldMk cId="0" sldId="271"/>
            <ac:picMk id="452" creationId="{00000000-0000-0000-0000-000000000000}"/>
          </ac:picMkLst>
        </pc:picChg>
        <pc:picChg chg="mod">
          <ac:chgData name="君 小綠綠" userId="c57869a4d43399e7" providerId="LiveId" clId="{873321F0-418A-4684-90F9-E0A8E3C4FD65}" dt="2026-10-24T03:32:09.309" v="146" actId="1076"/>
          <ac:picMkLst>
            <pc:docMk/>
            <pc:sldMk cId="0" sldId="271"/>
            <ac:picMk id="453" creationId="{00000000-0000-0000-0000-000000000000}"/>
          </ac:picMkLst>
        </pc:picChg>
      </pc:sldChg>
      <pc:sldChg chg="addSp delSp modSp mod ord">
        <pc:chgData name="君 小綠綠" userId="c57869a4d43399e7" providerId="LiveId" clId="{873321F0-418A-4684-90F9-E0A8E3C4FD65}" dt="2026-10-24T06:54:52.386" v="222"/>
        <pc:sldMkLst>
          <pc:docMk/>
          <pc:sldMk cId="0" sldId="272"/>
        </pc:sldMkLst>
        <pc:picChg chg="add mod">
          <ac:chgData name="君 小綠綠" userId="c57869a4d43399e7" providerId="LiveId" clId="{873321F0-418A-4684-90F9-E0A8E3C4FD65}" dt="2026-10-24T03:59:44.922" v="207" actId="1076"/>
          <ac:picMkLst>
            <pc:docMk/>
            <pc:sldMk cId="0" sldId="272"/>
            <ac:picMk id="3" creationId="{35CEBF0A-7ABA-D759-F8FC-FF3BF5625028}"/>
          </ac:picMkLst>
        </pc:picChg>
        <pc:picChg chg="add mod ord">
          <ac:chgData name="君 小綠綠" userId="c57869a4d43399e7" providerId="LiveId" clId="{873321F0-418A-4684-90F9-E0A8E3C4FD65}" dt="2026-10-24T03:59:32.140" v="206" actId="1076"/>
          <ac:picMkLst>
            <pc:docMk/>
            <pc:sldMk cId="0" sldId="272"/>
            <ac:picMk id="5" creationId="{8570118D-359F-4817-7E06-BFA07D4D9EB5}"/>
          </ac:picMkLst>
        </pc:picChg>
        <pc:picChg chg="del mod">
          <ac:chgData name="君 小綠綠" userId="c57869a4d43399e7" providerId="LiveId" clId="{873321F0-418A-4684-90F9-E0A8E3C4FD65}" dt="2026-10-24T03:57:45.444" v="192" actId="478"/>
          <ac:picMkLst>
            <pc:docMk/>
            <pc:sldMk cId="0" sldId="272"/>
            <ac:picMk id="479" creationId="{00000000-0000-0000-0000-000000000000}"/>
          </ac:picMkLst>
        </pc:picChg>
      </pc:sldChg>
      <pc:sldChg chg="addSp delSp mod ord">
        <pc:chgData name="君 小綠綠" userId="c57869a4d43399e7" providerId="LiveId" clId="{873321F0-418A-4684-90F9-E0A8E3C4FD65}" dt="2026-10-24T06:56:59.396" v="239"/>
        <pc:sldMkLst>
          <pc:docMk/>
          <pc:sldMk cId="0" sldId="273"/>
        </pc:sldMkLst>
        <pc:picChg chg="add del">
          <ac:chgData name="君 小綠綠" userId="c57869a4d43399e7" providerId="LiveId" clId="{873321F0-418A-4684-90F9-E0A8E3C4FD65}" dt="2026-10-24T06:48:32.236" v="209" actId="22"/>
          <ac:picMkLst>
            <pc:docMk/>
            <pc:sldMk cId="0" sldId="273"/>
            <ac:picMk id="3" creationId="{3BB4EEAB-FFC5-09B5-6581-339F89ECCCBF}"/>
          </ac:picMkLst>
        </pc:picChg>
        <pc:picChg chg="add del">
          <ac:chgData name="君 小綠綠" userId="c57869a4d43399e7" providerId="LiveId" clId="{873321F0-418A-4684-90F9-E0A8E3C4FD65}" dt="2026-10-24T06:48:35.483" v="211" actId="22"/>
          <ac:picMkLst>
            <pc:docMk/>
            <pc:sldMk cId="0" sldId="273"/>
            <ac:picMk id="5" creationId="{9094C0E4-0992-8C9E-FEB9-AEA3D7819FB9}"/>
          </ac:picMkLst>
        </pc:picChg>
      </pc:sldChg>
      <pc:sldChg chg="modSp mod">
        <pc:chgData name="君 小綠綠" userId="c57869a4d43399e7" providerId="LiveId" clId="{873321F0-418A-4684-90F9-E0A8E3C4FD65}" dt="2026-10-24T07:00:18.138" v="248" actId="1076"/>
        <pc:sldMkLst>
          <pc:docMk/>
          <pc:sldMk cId="0" sldId="274"/>
        </pc:sldMkLst>
        <pc:spChg chg="mod">
          <ac:chgData name="君 小綠綠" userId="c57869a4d43399e7" providerId="LiveId" clId="{873321F0-418A-4684-90F9-E0A8E3C4FD65}" dt="2026-10-24T07:00:18.138" v="248" actId="1076"/>
          <ac:spMkLst>
            <pc:docMk/>
            <pc:sldMk cId="0" sldId="274"/>
            <ac:spMk id="505" creationId="{00000000-0000-0000-0000-000000000000}"/>
          </ac:spMkLst>
        </pc:spChg>
        <pc:spChg chg="mod">
          <ac:chgData name="君 小綠綠" userId="c57869a4d43399e7" providerId="LiveId" clId="{873321F0-418A-4684-90F9-E0A8E3C4FD65}" dt="2026-10-24T07:00:02.473" v="245" actId="1076"/>
          <ac:spMkLst>
            <pc:docMk/>
            <pc:sldMk cId="0" sldId="274"/>
            <ac:spMk id="506" creationId="{00000000-0000-0000-0000-000000000000}"/>
          </ac:spMkLst>
        </pc:spChg>
        <pc:spChg chg="mod">
          <ac:chgData name="君 小綠綠" userId="c57869a4d43399e7" providerId="LiveId" clId="{873321F0-418A-4684-90F9-E0A8E3C4FD65}" dt="2026-10-24T07:00:02.473" v="245" actId="1076"/>
          <ac:spMkLst>
            <pc:docMk/>
            <pc:sldMk cId="0" sldId="274"/>
            <ac:spMk id="507" creationId="{00000000-0000-0000-0000-000000000000}"/>
          </ac:spMkLst>
        </pc:spChg>
        <pc:spChg chg="mod">
          <ac:chgData name="君 小綠綠" userId="c57869a4d43399e7" providerId="LiveId" clId="{873321F0-418A-4684-90F9-E0A8E3C4FD65}" dt="2026-10-24T07:00:02.473" v="245" actId="1076"/>
          <ac:spMkLst>
            <pc:docMk/>
            <pc:sldMk cId="0" sldId="274"/>
            <ac:spMk id="508" creationId="{00000000-0000-0000-0000-000000000000}"/>
          </ac:spMkLst>
        </pc:spChg>
        <pc:spChg chg="mod">
          <ac:chgData name="君 小綠綠" userId="c57869a4d43399e7" providerId="LiveId" clId="{873321F0-418A-4684-90F9-E0A8E3C4FD65}" dt="2026-10-24T07:00:18.138" v="248" actId="1076"/>
          <ac:spMkLst>
            <pc:docMk/>
            <pc:sldMk cId="0" sldId="274"/>
            <ac:spMk id="509" creationId="{00000000-0000-0000-0000-000000000000}"/>
          </ac:spMkLst>
        </pc:spChg>
        <pc:spChg chg="mod">
          <ac:chgData name="君 小綠綠" userId="c57869a4d43399e7" providerId="LiveId" clId="{873321F0-418A-4684-90F9-E0A8E3C4FD65}" dt="2026-10-24T07:00:02.473" v="245" actId="1076"/>
          <ac:spMkLst>
            <pc:docMk/>
            <pc:sldMk cId="0" sldId="274"/>
            <ac:spMk id="512" creationId="{00000000-0000-0000-0000-000000000000}"/>
          </ac:spMkLst>
        </pc:spChg>
        <pc:spChg chg="mod">
          <ac:chgData name="君 小綠綠" userId="c57869a4d43399e7" providerId="LiveId" clId="{873321F0-418A-4684-90F9-E0A8E3C4FD65}" dt="2026-10-24T07:00:02.473" v="245" actId="1076"/>
          <ac:spMkLst>
            <pc:docMk/>
            <pc:sldMk cId="0" sldId="274"/>
            <ac:spMk id="515" creationId="{00000000-0000-0000-0000-000000000000}"/>
          </ac:spMkLst>
        </pc:spChg>
        <pc:spChg chg="mod">
          <ac:chgData name="君 小綠綠" userId="c57869a4d43399e7" providerId="LiveId" clId="{873321F0-418A-4684-90F9-E0A8E3C4FD65}" dt="2026-10-24T07:00:02.473" v="245" actId="1076"/>
          <ac:spMkLst>
            <pc:docMk/>
            <pc:sldMk cId="0" sldId="274"/>
            <ac:spMk id="516" creationId="{00000000-0000-0000-0000-000000000000}"/>
          </ac:spMkLst>
        </pc:spChg>
        <pc:spChg chg="mod">
          <ac:chgData name="君 小綠綠" userId="c57869a4d43399e7" providerId="LiveId" clId="{873321F0-418A-4684-90F9-E0A8E3C4FD65}" dt="2026-10-24T07:00:02.473" v="245" actId="1076"/>
          <ac:spMkLst>
            <pc:docMk/>
            <pc:sldMk cId="0" sldId="274"/>
            <ac:spMk id="517" creationId="{00000000-0000-0000-0000-000000000000}"/>
          </ac:spMkLst>
        </pc:spChg>
        <pc:spChg chg="mod">
          <ac:chgData name="君 小綠綠" userId="c57869a4d43399e7" providerId="LiveId" clId="{873321F0-418A-4684-90F9-E0A8E3C4FD65}" dt="2026-10-24T07:00:02.473" v="245" actId="1076"/>
          <ac:spMkLst>
            <pc:docMk/>
            <pc:sldMk cId="0" sldId="274"/>
            <ac:spMk id="518" creationId="{00000000-0000-0000-0000-000000000000}"/>
          </ac:spMkLst>
        </pc:spChg>
        <pc:spChg chg="mod">
          <ac:chgData name="君 小綠綠" userId="c57869a4d43399e7" providerId="LiveId" clId="{873321F0-418A-4684-90F9-E0A8E3C4FD65}" dt="2026-10-24T07:00:02.473" v="245" actId="1076"/>
          <ac:spMkLst>
            <pc:docMk/>
            <pc:sldMk cId="0" sldId="274"/>
            <ac:spMk id="519" creationId="{00000000-0000-0000-0000-000000000000}"/>
          </ac:spMkLst>
        </pc:spChg>
        <pc:spChg chg="mod">
          <ac:chgData name="君 小綠綠" userId="c57869a4d43399e7" providerId="LiveId" clId="{873321F0-418A-4684-90F9-E0A8E3C4FD65}" dt="2026-10-24T06:59:07.433" v="241" actId="1076"/>
          <ac:spMkLst>
            <pc:docMk/>
            <pc:sldMk cId="0" sldId="274"/>
            <ac:spMk id="520" creationId="{00000000-0000-0000-0000-000000000000}"/>
          </ac:spMkLst>
        </pc:spChg>
        <pc:spChg chg="mod">
          <ac:chgData name="君 小綠綠" userId="c57869a4d43399e7" providerId="LiveId" clId="{873321F0-418A-4684-90F9-E0A8E3C4FD65}" dt="2026-10-24T07:00:02.473" v="245" actId="1076"/>
          <ac:spMkLst>
            <pc:docMk/>
            <pc:sldMk cId="0" sldId="274"/>
            <ac:spMk id="524" creationId="{00000000-0000-0000-0000-000000000000}"/>
          </ac:spMkLst>
        </pc:spChg>
        <pc:spChg chg="mod">
          <ac:chgData name="君 小綠綠" userId="c57869a4d43399e7" providerId="LiveId" clId="{873321F0-418A-4684-90F9-E0A8E3C4FD65}" dt="2026-10-24T07:00:18.138" v="248" actId="1076"/>
          <ac:spMkLst>
            <pc:docMk/>
            <pc:sldMk cId="0" sldId="274"/>
            <ac:spMk id="525" creationId="{00000000-0000-0000-0000-000000000000}"/>
          </ac:spMkLst>
        </pc:spChg>
        <pc:spChg chg="mod">
          <ac:chgData name="君 小綠綠" userId="c57869a4d43399e7" providerId="LiveId" clId="{873321F0-418A-4684-90F9-E0A8E3C4FD65}" dt="2026-10-24T07:00:18.138" v="248" actId="1076"/>
          <ac:spMkLst>
            <pc:docMk/>
            <pc:sldMk cId="0" sldId="274"/>
            <ac:spMk id="526" creationId="{00000000-0000-0000-0000-000000000000}"/>
          </ac:spMkLst>
        </pc:spChg>
        <pc:spChg chg="mod">
          <ac:chgData name="君 小綠綠" userId="c57869a4d43399e7" providerId="LiveId" clId="{873321F0-418A-4684-90F9-E0A8E3C4FD65}" dt="2026-10-24T07:00:18.138" v="248" actId="1076"/>
          <ac:spMkLst>
            <pc:docMk/>
            <pc:sldMk cId="0" sldId="274"/>
            <ac:spMk id="527" creationId="{00000000-0000-0000-0000-000000000000}"/>
          </ac:spMkLst>
        </pc:spChg>
        <pc:spChg chg="mod">
          <ac:chgData name="君 小綠綠" userId="c57869a4d43399e7" providerId="LiveId" clId="{873321F0-418A-4684-90F9-E0A8E3C4FD65}" dt="2026-10-24T07:00:18.138" v="248" actId="1076"/>
          <ac:spMkLst>
            <pc:docMk/>
            <pc:sldMk cId="0" sldId="274"/>
            <ac:spMk id="528" creationId="{00000000-0000-0000-0000-000000000000}"/>
          </ac:spMkLst>
        </pc:spChg>
      </pc:sldChg>
      <pc:sldChg chg="delSp modSp mod">
        <pc:chgData name="君 小綠綠" userId="c57869a4d43399e7" providerId="LiveId" clId="{873321F0-418A-4684-90F9-E0A8E3C4FD65}" dt="2026-10-24T08:10:00.309" v="270"/>
        <pc:sldMkLst>
          <pc:docMk/>
          <pc:sldMk cId="0" sldId="275"/>
        </pc:sldMkLst>
        <pc:spChg chg="mod">
          <ac:chgData name="君 小綠綠" userId="c57869a4d43399e7" providerId="LiveId" clId="{873321F0-418A-4684-90F9-E0A8E3C4FD65}" dt="2026-10-24T08:07:57.624" v="252" actId="14100"/>
          <ac:spMkLst>
            <pc:docMk/>
            <pc:sldMk cId="0" sldId="275"/>
            <ac:spMk id="533" creationId="{00000000-0000-0000-0000-000000000000}"/>
          </ac:spMkLst>
        </pc:spChg>
        <pc:spChg chg="mod">
          <ac:chgData name="君 小綠綠" userId="c57869a4d43399e7" providerId="LiveId" clId="{873321F0-418A-4684-90F9-E0A8E3C4FD65}" dt="2026-10-24T08:08:15.502" v="254" actId="14100"/>
          <ac:spMkLst>
            <pc:docMk/>
            <pc:sldMk cId="0" sldId="275"/>
            <ac:spMk id="534" creationId="{00000000-0000-0000-0000-000000000000}"/>
          </ac:spMkLst>
        </pc:spChg>
        <pc:spChg chg="mod">
          <ac:chgData name="君 小綠綠" userId="c57869a4d43399e7" providerId="LiveId" clId="{873321F0-418A-4684-90F9-E0A8E3C4FD65}" dt="2026-10-24T08:08:56.214" v="263" actId="14100"/>
          <ac:spMkLst>
            <pc:docMk/>
            <pc:sldMk cId="0" sldId="275"/>
            <ac:spMk id="535" creationId="{00000000-0000-0000-0000-000000000000}"/>
          </ac:spMkLst>
        </pc:spChg>
        <pc:spChg chg="mod">
          <ac:chgData name="君 小綠綠" userId="c57869a4d43399e7" providerId="LiveId" clId="{873321F0-418A-4684-90F9-E0A8E3C4FD65}" dt="2026-10-24T08:08:21.790" v="256" actId="14100"/>
          <ac:spMkLst>
            <pc:docMk/>
            <pc:sldMk cId="0" sldId="275"/>
            <ac:spMk id="536" creationId="{00000000-0000-0000-0000-000000000000}"/>
          </ac:spMkLst>
        </pc:spChg>
        <pc:spChg chg="mod">
          <ac:chgData name="君 小綠綠" userId="c57869a4d43399e7" providerId="LiveId" clId="{873321F0-418A-4684-90F9-E0A8E3C4FD65}" dt="2026-10-24T08:09:58.194" v="268" actId="1076"/>
          <ac:spMkLst>
            <pc:docMk/>
            <pc:sldMk cId="0" sldId="275"/>
            <ac:spMk id="537" creationId="{00000000-0000-0000-0000-000000000000}"/>
          </ac:spMkLst>
        </pc:spChg>
        <pc:spChg chg="del mod">
          <ac:chgData name="君 小綠綠" userId="c57869a4d43399e7" providerId="LiveId" clId="{873321F0-418A-4684-90F9-E0A8E3C4FD65}" dt="2026-10-24T08:10:00.309" v="270"/>
          <ac:spMkLst>
            <pc:docMk/>
            <pc:sldMk cId="0" sldId="275"/>
            <ac:spMk id="543" creationId="{00000000-0000-0000-0000-000000000000}"/>
          </ac:spMkLst>
        </pc:spChg>
        <pc:spChg chg="mod">
          <ac:chgData name="君 小綠綠" userId="c57869a4d43399e7" providerId="LiveId" clId="{873321F0-418A-4684-90F9-E0A8E3C4FD65}" dt="2026-10-24T08:07:55.034" v="251" actId="1076"/>
          <ac:spMkLst>
            <pc:docMk/>
            <pc:sldMk cId="0" sldId="275"/>
            <ac:spMk id="544" creationId="{00000000-0000-0000-0000-000000000000}"/>
          </ac:spMkLst>
        </pc:spChg>
        <pc:spChg chg="mod">
          <ac:chgData name="君 小綠綠" userId="c57869a4d43399e7" providerId="LiveId" clId="{873321F0-418A-4684-90F9-E0A8E3C4FD65}" dt="2026-10-24T08:07:55.034" v="251" actId="1076"/>
          <ac:spMkLst>
            <pc:docMk/>
            <pc:sldMk cId="0" sldId="275"/>
            <ac:spMk id="545" creationId="{00000000-0000-0000-0000-000000000000}"/>
          </ac:spMkLst>
        </pc:spChg>
        <pc:spChg chg="mod">
          <ac:chgData name="君 小綠綠" userId="c57869a4d43399e7" providerId="LiveId" clId="{873321F0-418A-4684-90F9-E0A8E3C4FD65}" dt="2026-10-24T08:08:42.826" v="261" actId="1076"/>
          <ac:spMkLst>
            <pc:docMk/>
            <pc:sldMk cId="0" sldId="275"/>
            <ac:spMk id="548" creationId="{00000000-0000-0000-0000-000000000000}"/>
          </ac:spMkLst>
        </pc:spChg>
        <pc:spChg chg="mod">
          <ac:chgData name="君 小綠綠" userId="c57869a4d43399e7" providerId="LiveId" clId="{873321F0-418A-4684-90F9-E0A8E3C4FD65}" dt="2026-10-24T08:08:09.711" v="253" actId="1076"/>
          <ac:spMkLst>
            <pc:docMk/>
            <pc:sldMk cId="0" sldId="275"/>
            <ac:spMk id="549" creationId="{00000000-0000-0000-0000-000000000000}"/>
          </ac:spMkLst>
        </pc:spChg>
        <pc:spChg chg="mod">
          <ac:chgData name="君 小綠綠" userId="c57869a4d43399e7" providerId="LiveId" clId="{873321F0-418A-4684-90F9-E0A8E3C4FD65}" dt="2026-10-24T08:08:47.877" v="262" actId="20577"/>
          <ac:spMkLst>
            <pc:docMk/>
            <pc:sldMk cId="0" sldId="275"/>
            <ac:spMk id="550" creationId="{00000000-0000-0000-0000-000000000000}"/>
          </ac:spMkLst>
        </pc:spChg>
        <pc:spChg chg="mod">
          <ac:chgData name="君 小綠綠" userId="c57869a4d43399e7" providerId="LiveId" clId="{873321F0-418A-4684-90F9-E0A8E3C4FD65}" dt="2026-10-24T08:08:39.371" v="260" actId="1076"/>
          <ac:spMkLst>
            <pc:docMk/>
            <pc:sldMk cId="0" sldId="275"/>
            <ac:spMk id="551" creationId="{00000000-0000-0000-0000-000000000000}"/>
          </ac:spMkLst>
        </pc:spChg>
        <pc:spChg chg="mod">
          <ac:chgData name="君 小綠綠" userId="c57869a4d43399e7" providerId="LiveId" clId="{873321F0-418A-4684-90F9-E0A8E3C4FD65}" dt="2026-10-24T08:08:09.711" v="253" actId="1076"/>
          <ac:spMkLst>
            <pc:docMk/>
            <pc:sldMk cId="0" sldId="275"/>
            <ac:spMk id="552" creationId="{00000000-0000-0000-0000-000000000000}"/>
          </ac:spMkLst>
        </pc:spChg>
        <pc:spChg chg="mod">
          <ac:chgData name="君 小綠綠" userId="c57869a4d43399e7" providerId="LiveId" clId="{873321F0-418A-4684-90F9-E0A8E3C4FD65}" dt="2026-10-24T08:09:25.260" v="264" actId="20577"/>
          <ac:spMkLst>
            <pc:docMk/>
            <pc:sldMk cId="0" sldId="275"/>
            <ac:spMk id="553" creationId="{00000000-0000-0000-0000-000000000000}"/>
          </ac:spMkLst>
        </pc:spChg>
        <pc:spChg chg="mod">
          <ac:chgData name="君 小綠綠" userId="c57869a4d43399e7" providerId="LiveId" clId="{873321F0-418A-4684-90F9-E0A8E3C4FD65}" dt="2026-10-24T08:08:33.586" v="259" actId="1076"/>
          <ac:spMkLst>
            <pc:docMk/>
            <pc:sldMk cId="0" sldId="275"/>
            <ac:spMk id="554" creationId="{00000000-0000-0000-0000-000000000000}"/>
          </ac:spMkLst>
        </pc:spChg>
        <pc:spChg chg="mod">
          <ac:chgData name="君 小綠綠" userId="c57869a4d43399e7" providerId="LiveId" clId="{873321F0-418A-4684-90F9-E0A8E3C4FD65}" dt="2026-10-24T08:08:09.711" v="253" actId="1076"/>
          <ac:spMkLst>
            <pc:docMk/>
            <pc:sldMk cId="0" sldId="275"/>
            <ac:spMk id="555" creationId="{00000000-0000-0000-0000-000000000000}"/>
          </ac:spMkLst>
        </pc:spChg>
        <pc:spChg chg="mod">
          <ac:chgData name="君 小綠綠" userId="c57869a4d43399e7" providerId="LiveId" clId="{873321F0-418A-4684-90F9-E0A8E3C4FD65}" dt="2026-10-24T08:08:09.711" v="253" actId="1076"/>
          <ac:spMkLst>
            <pc:docMk/>
            <pc:sldMk cId="0" sldId="275"/>
            <ac:spMk id="556" creationId="{00000000-0000-0000-0000-000000000000}"/>
          </ac:spMkLst>
        </pc:spChg>
        <pc:spChg chg="mod">
          <ac:chgData name="君 小綠綠" userId="c57869a4d43399e7" providerId="LiveId" clId="{873321F0-418A-4684-90F9-E0A8E3C4FD65}" dt="2026-10-24T08:08:29.284" v="258" actId="1076"/>
          <ac:spMkLst>
            <pc:docMk/>
            <pc:sldMk cId="0" sldId="275"/>
            <ac:spMk id="557" creationId="{00000000-0000-0000-0000-000000000000}"/>
          </ac:spMkLst>
        </pc:spChg>
      </pc:sldChg>
      <pc:sldChg chg="delSp modSp mod">
        <pc:chgData name="君 小綠綠" userId="c57869a4d43399e7" providerId="LiveId" clId="{873321F0-418A-4684-90F9-E0A8E3C4FD65}" dt="2026-10-24T11:27:48.199" v="807" actId="14100"/>
        <pc:sldMkLst>
          <pc:docMk/>
          <pc:sldMk cId="0" sldId="276"/>
        </pc:sldMkLst>
        <pc:spChg chg="mod">
          <ac:chgData name="君 小綠綠" userId="c57869a4d43399e7" providerId="LiveId" clId="{873321F0-418A-4684-90F9-E0A8E3C4FD65}" dt="2026-10-24T11:23:18.018" v="759" actId="1076"/>
          <ac:spMkLst>
            <pc:docMk/>
            <pc:sldMk cId="0" sldId="276"/>
            <ac:spMk id="562" creationId="{00000000-0000-0000-0000-000000000000}"/>
          </ac:spMkLst>
        </pc:spChg>
        <pc:spChg chg="mod">
          <ac:chgData name="君 小綠綠" userId="c57869a4d43399e7" providerId="LiveId" clId="{873321F0-418A-4684-90F9-E0A8E3C4FD65}" dt="2026-10-24T08:12:25.740" v="292" actId="1076"/>
          <ac:spMkLst>
            <pc:docMk/>
            <pc:sldMk cId="0" sldId="276"/>
            <ac:spMk id="563" creationId="{00000000-0000-0000-0000-000000000000}"/>
          </ac:spMkLst>
        </pc:spChg>
        <pc:spChg chg="mod">
          <ac:chgData name="君 小綠綠" userId="c57869a4d43399e7" providerId="LiveId" clId="{873321F0-418A-4684-90F9-E0A8E3C4FD65}" dt="2026-10-24T11:23:38.225" v="767" actId="14100"/>
          <ac:spMkLst>
            <pc:docMk/>
            <pc:sldMk cId="0" sldId="276"/>
            <ac:spMk id="564" creationId="{00000000-0000-0000-0000-000000000000}"/>
          </ac:spMkLst>
        </pc:spChg>
        <pc:spChg chg="mod">
          <ac:chgData name="君 小綠綠" userId="c57869a4d43399e7" providerId="LiveId" clId="{873321F0-418A-4684-90F9-E0A8E3C4FD65}" dt="2026-10-24T11:27:48.199" v="807" actId="14100"/>
          <ac:spMkLst>
            <pc:docMk/>
            <pc:sldMk cId="0" sldId="276"/>
            <ac:spMk id="565" creationId="{00000000-0000-0000-0000-000000000000}"/>
          </ac:spMkLst>
        </pc:spChg>
        <pc:spChg chg="mod">
          <ac:chgData name="君 小綠綠" userId="c57869a4d43399e7" providerId="LiveId" clId="{873321F0-418A-4684-90F9-E0A8E3C4FD65}" dt="2026-10-24T08:12:25.740" v="292" actId="1076"/>
          <ac:spMkLst>
            <pc:docMk/>
            <pc:sldMk cId="0" sldId="276"/>
            <ac:spMk id="566" creationId="{00000000-0000-0000-0000-000000000000}"/>
          </ac:spMkLst>
        </pc:spChg>
        <pc:spChg chg="mod">
          <ac:chgData name="君 小綠綠" userId="c57869a4d43399e7" providerId="LiveId" clId="{873321F0-418A-4684-90F9-E0A8E3C4FD65}" dt="2026-10-24T08:11:00.466" v="281" actId="20577"/>
          <ac:spMkLst>
            <pc:docMk/>
            <pc:sldMk cId="0" sldId="276"/>
            <ac:spMk id="568" creationId="{00000000-0000-0000-0000-000000000000}"/>
          </ac:spMkLst>
        </pc:spChg>
        <pc:spChg chg="mod">
          <ac:chgData name="君 小綠綠" userId="c57869a4d43399e7" providerId="LiveId" clId="{873321F0-418A-4684-90F9-E0A8E3C4FD65}" dt="2026-10-24T11:23:18.018" v="759" actId="1076"/>
          <ac:spMkLst>
            <pc:docMk/>
            <pc:sldMk cId="0" sldId="276"/>
            <ac:spMk id="569" creationId="{00000000-0000-0000-0000-000000000000}"/>
          </ac:spMkLst>
        </pc:spChg>
        <pc:spChg chg="mod">
          <ac:chgData name="君 小綠綠" userId="c57869a4d43399e7" providerId="LiveId" clId="{873321F0-418A-4684-90F9-E0A8E3C4FD65}" dt="2026-10-24T11:24:44.919" v="781" actId="20577"/>
          <ac:spMkLst>
            <pc:docMk/>
            <pc:sldMk cId="0" sldId="276"/>
            <ac:spMk id="570" creationId="{00000000-0000-0000-0000-000000000000}"/>
          </ac:spMkLst>
        </pc:spChg>
        <pc:spChg chg="mod">
          <ac:chgData name="君 小綠綠" userId="c57869a4d43399e7" providerId="LiveId" clId="{873321F0-418A-4684-90F9-E0A8E3C4FD65}" dt="2026-10-24T11:23:41.488" v="768" actId="20577"/>
          <ac:spMkLst>
            <pc:docMk/>
            <pc:sldMk cId="0" sldId="276"/>
            <ac:spMk id="571" creationId="{00000000-0000-0000-0000-000000000000}"/>
          </ac:spMkLst>
        </pc:spChg>
        <pc:spChg chg="mod">
          <ac:chgData name="君 小綠綠" userId="c57869a4d43399e7" providerId="LiveId" clId="{873321F0-418A-4684-90F9-E0A8E3C4FD65}" dt="2026-10-24T11:23:18.018" v="759" actId="1076"/>
          <ac:spMkLst>
            <pc:docMk/>
            <pc:sldMk cId="0" sldId="276"/>
            <ac:spMk id="572" creationId="{00000000-0000-0000-0000-000000000000}"/>
          </ac:spMkLst>
        </pc:spChg>
        <pc:spChg chg="mod">
          <ac:chgData name="君 小綠綠" userId="c57869a4d43399e7" providerId="LiveId" clId="{873321F0-418A-4684-90F9-E0A8E3C4FD65}" dt="2026-10-24T11:23:18.018" v="759" actId="1076"/>
          <ac:spMkLst>
            <pc:docMk/>
            <pc:sldMk cId="0" sldId="276"/>
            <ac:spMk id="573" creationId="{00000000-0000-0000-0000-000000000000}"/>
          </ac:spMkLst>
        </pc:spChg>
        <pc:spChg chg="mod">
          <ac:chgData name="君 小綠綠" userId="c57869a4d43399e7" providerId="LiveId" clId="{873321F0-418A-4684-90F9-E0A8E3C4FD65}" dt="2026-10-24T11:23:29.158" v="762" actId="1076"/>
          <ac:spMkLst>
            <pc:docMk/>
            <pc:sldMk cId="0" sldId="276"/>
            <ac:spMk id="574" creationId="{00000000-0000-0000-0000-000000000000}"/>
          </ac:spMkLst>
        </pc:spChg>
        <pc:spChg chg="mod">
          <ac:chgData name="君 小綠綠" userId="c57869a4d43399e7" providerId="LiveId" clId="{873321F0-418A-4684-90F9-E0A8E3C4FD65}" dt="2026-10-24T11:23:18.018" v="759" actId="1076"/>
          <ac:spMkLst>
            <pc:docMk/>
            <pc:sldMk cId="0" sldId="276"/>
            <ac:spMk id="575" creationId="{00000000-0000-0000-0000-000000000000}"/>
          </ac:spMkLst>
        </pc:spChg>
        <pc:spChg chg="mod">
          <ac:chgData name="君 小綠綠" userId="c57869a4d43399e7" providerId="LiveId" clId="{873321F0-418A-4684-90F9-E0A8E3C4FD65}" dt="2026-10-24T11:23:18.018" v="759" actId="1076"/>
          <ac:spMkLst>
            <pc:docMk/>
            <pc:sldMk cId="0" sldId="276"/>
            <ac:spMk id="576" creationId="{00000000-0000-0000-0000-000000000000}"/>
          </ac:spMkLst>
        </pc:spChg>
        <pc:spChg chg="del mod">
          <ac:chgData name="君 小綠綠" userId="c57869a4d43399e7" providerId="LiveId" clId="{873321F0-418A-4684-90F9-E0A8E3C4FD65}" dt="2026-10-24T08:10:25.149" v="274" actId="478"/>
          <ac:spMkLst>
            <pc:docMk/>
            <pc:sldMk cId="0" sldId="276"/>
            <ac:spMk id="577" creationId="{00000000-0000-0000-0000-000000000000}"/>
          </ac:spMkLst>
        </pc:spChg>
      </pc:sldChg>
      <pc:sldChg chg="delSp modSp mod">
        <pc:chgData name="君 小綠綠" userId="c57869a4d43399e7" providerId="LiveId" clId="{873321F0-418A-4684-90F9-E0A8E3C4FD65}" dt="2026-10-24T08:35:51.288" v="653" actId="20577"/>
        <pc:sldMkLst>
          <pc:docMk/>
          <pc:sldMk cId="0" sldId="277"/>
        </pc:sldMkLst>
        <pc:spChg chg="mod">
          <ac:chgData name="君 小綠綠" userId="c57869a4d43399e7" providerId="LiveId" clId="{873321F0-418A-4684-90F9-E0A8E3C4FD65}" dt="2026-10-24T08:15:09.854" v="311" actId="255"/>
          <ac:spMkLst>
            <pc:docMk/>
            <pc:sldMk cId="0" sldId="277"/>
            <ac:spMk id="583" creationId="{00000000-0000-0000-0000-000000000000}"/>
          </ac:spMkLst>
        </pc:spChg>
        <pc:spChg chg="mod">
          <ac:chgData name="君 小綠綠" userId="c57869a4d43399e7" providerId="LiveId" clId="{873321F0-418A-4684-90F9-E0A8E3C4FD65}" dt="2026-10-24T08:15:27.306" v="312" actId="14100"/>
          <ac:spMkLst>
            <pc:docMk/>
            <pc:sldMk cId="0" sldId="277"/>
            <ac:spMk id="584" creationId="{00000000-0000-0000-0000-000000000000}"/>
          </ac:spMkLst>
        </pc:spChg>
        <pc:spChg chg="mod">
          <ac:chgData name="君 小綠綠" userId="c57869a4d43399e7" providerId="LiveId" clId="{873321F0-418A-4684-90F9-E0A8E3C4FD65}" dt="2026-10-24T08:13:46.975" v="301" actId="255"/>
          <ac:spMkLst>
            <pc:docMk/>
            <pc:sldMk cId="0" sldId="277"/>
            <ac:spMk id="586" creationId="{00000000-0000-0000-0000-000000000000}"/>
          </ac:spMkLst>
        </pc:spChg>
        <pc:spChg chg="mod">
          <ac:chgData name="君 小綠綠" userId="c57869a4d43399e7" providerId="LiveId" clId="{873321F0-418A-4684-90F9-E0A8E3C4FD65}" dt="2026-10-24T08:19:40.903" v="500" actId="20577"/>
          <ac:spMkLst>
            <pc:docMk/>
            <pc:sldMk cId="0" sldId="277"/>
            <ac:spMk id="587" creationId="{00000000-0000-0000-0000-000000000000}"/>
          </ac:spMkLst>
        </pc:spChg>
        <pc:spChg chg="mod">
          <ac:chgData name="君 小綠綠" userId="c57869a4d43399e7" providerId="LiveId" clId="{873321F0-418A-4684-90F9-E0A8E3C4FD65}" dt="2026-10-24T08:13:05.334" v="296" actId="1076"/>
          <ac:spMkLst>
            <pc:docMk/>
            <pc:sldMk cId="0" sldId="277"/>
            <ac:spMk id="588" creationId="{00000000-0000-0000-0000-000000000000}"/>
          </ac:spMkLst>
        </pc:spChg>
        <pc:spChg chg="mod">
          <ac:chgData name="君 小綠綠" userId="c57869a4d43399e7" providerId="LiveId" clId="{873321F0-418A-4684-90F9-E0A8E3C4FD65}" dt="2026-10-24T08:15:29.889" v="313" actId="14100"/>
          <ac:spMkLst>
            <pc:docMk/>
            <pc:sldMk cId="0" sldId="277"/>
            <ac:spMk id="590" creationId="{00000000-0000-0000-0000-000000000000}"/>
          </ac:spMkLst>
        </pc:spChg>
        <pc:spChg chg="mod">
          <ac:chgData name="君 小綠綠" userId="c57869a4d43399e7" providerId="LiveId" clId="{873321F0-418A-4684-90F9-E0A8E3C4FD65}" dt="2026-10-24T08:14:51.435" v="309" actId="1076"/>
          <ac:spMkLst>
            <pc:docMk/>
            <pc:sldMk cId="0" sldId="277"/>
            <ac:spMk id="591" creationId="{00000000-0000-0000-0000-000000000000}"/>
          </ac:spMkLst>
        </pc:spChg>
        <pc:spChg chg="mod">
          <ac:chgData name="君 小綠綠" userId="c57869a4d43399e7" providerId="LiveId" clId="{873321F0-418A-4684-90F9-E0A8E3C4FD65}" dt="2026-10-24T08:25:49.445" v="572" actId="20577"/>
          <ac:spMkLst>
            <pc:docMk/>
            <pc:sldMk cId="0" sldId="277"/>
            <ac:spMk id="592" creationId="{00000000-0000-0000-0000-000000000000}"/>
          </ac:spMkLst>
        </pc:spChg>
        <pc:spChg chg="mod">
          <ac:chgData name="君 小綠綠" userId="c57869a4d43399e7" providerId="LiveId" clId="{873321F0-418A-4684-90F9-E0A8E3C4FD65}" dt="2026-10-24T08:35:31.931" v="650" actId="20577"/>
          <ac:spMkLst>
            <pc:docMk/>
            <pc:sldMk cId="0" sldId="277"/>
            <ac:spMk id="593" creationId="{00000000-0000-0000-0000-000000000000}"/>
          </ac:spMkLst>
        </pc:spChg>
        <pc:spChg chg="mod">
          <ac:chgData name="君 小綠綠" userId="c57869a4d43399e7" providerId="LiveId" clId="{873321F0-418A-4684-90F9-E0A8E3C4FD65}" dt="2026-10-24T08:14:51.435" v="309" actId="1076"/>
          <ac:spMkLst>
            <pc:docMk/>
            <pc:sldMk cId="0" sldId="277"/>
            <ac:spMk id="594" creationId="{00000000-0000-0000-0000-000000000000}"/>
          </ac:spMkLst>
        </pc:spChg>
        <pc:spChg chg="mod">
          <ac:chgData name="君 小綠綠" userId="c57869a4d43399e7" providerId="LiveId" clId="{873321F0-418A-4684-90F9-E0A8E3C4FD65}" dt="2026-10-24T08:15:32.341" v="314" actId="14100"/>
          <ac:spMkLst>
            <pc:docMk/>
            <pc:sldMk cId="0" sldId="277"/>
            <ac:spMk id="596" creationId="{00000000-0000-0000-0000-000000000000}"/>
          </ac:spMkLst>
        </pc:spChg>
        <pc:spChg chg="mod">
          <ac:chgData name="君 小綠綠" userId="c57869a4d43399e7" providerId="LiveId" clId="{873321F0-418A-4684-90F9-E0A8E3C4FD65}" dt="2026-10-24T08:14:51.435" v="309" actId="1076"/>
          <ac:spMkLst>
            <pc:docMk/>
            <pc:sldMk cId="0" sldId="277"/>
            <ac:spMk id="597" creationId="{00000000-0000-0000-0000-000000000000}"/>
          </ac:spMkLst>
        </pc:spChg>
        <pc:spChg chg="mod">
          <ac:chgData name="君 小綠綠" userId="c57869a4d43399e7" providerId="LiveId" clId="{873321F0-418A-4684-90F9-E0A8E3C4FD65}" dt="2026-10-24T08:14:09.527" v="305" actId="255"/>
          <ac:spMkLst>
            <pc:docMk/>
            <pc:sldMk cId="0" sldId="277"/>
            <ac:spMk id="598" creationId="{00000000-0000-0000-0000-000000000000}"/>
          </ac:spMkLst>
        </pc:spChg>
        <pc:spChg chg="mod">
          <ac:chgData name="君 小綠綠" userId="c57869a4d43399e7" providerId="LiveId" clId="{873321F0-418A-4684-90F9-E0A8E3C4FD65}" dt="2026-10-24T08:35:51.288" v="653" actId="20577"/>
          <ac:spMkLst>
            <pc:docMk/>
            <pc:sldMk cId="0" sldId="277"/>
            <ac:spMk id="599" creationId="{00000000-0000-0000-0000-000000000000}"/>
          </ac:spMkLst>
        </pc:spChg>
        <pc:spChg chg="mod">
          <ac:chgData name="君 小綠綠" userId="c57869a4d43399e7" providerId="LiveId" clId="{873321F0-418A-4684-90F9-E0A8E3C4FD65}" dt="2026-10-24T08:14:51.435" v="309" actId="1076"/>
          <ac:spMkLst>
            <pc:docMk/>
            <pc:sldMk cId="0" sldId="277"/>
            <ac:spMk id="600" creationId="{00000000-0000-0000-0000-000000000000}"/>
          </ac:spMkLst>
        </pc:spChg>
        <pc:spChg chg="del">
          <ac:chgData name="君 小綠綠" userId="c57869a4d43399e7" providerId="LiveId" clId="{873321F0-418A-4684-90F9-E0A8E3C4FD65}" dt="2026-10-24T08:14:41.797" v="308" actId="478"/>
          <ac:spMkLst>
            <pc:docMk/>
            <pc:sldMk cId="0" sldId="277"/>
            <ac:spMk id="602" creationId="{00000000-0000-0000-0000-000000000000}"/>
          </ac:spMkLst>
        </pc:spChg>
        <pc:spChg chg="del">
          <ac:chgData name="君 小綠綠" userId="c57869a4d43399e7" providerId="LiveId" clId="{873321F0-418A-4684-90F9-E0A8E3C4FD65}" dt="2026-10-24T08:14:38.809" v="307" actId="478"/>
          <ac:spMkLst>
            <pc:docMk/>
            <pc:sldMk cId="0" sldId="277"/>
            <ac:spMk id="603" creationId="{00000000-0000-0000-0000-000000000000}"/>
          </ac:spMkLst>
        </pc:spChg>
      </pc:sldChg>
      <pc:sldChg chg="modSp mod">
        <pc:chgData name="君 小綠綠" userId="c57869a4d43399e7" providerId="LiveId" clId="{873321F0-418A-4684-90F9-E0A8E3C4FD65}" dt="2026-10-24T11:44:47.833" v="936" actId="20577"/>
        <pc:sldMkLst>
          <pc:docMk/>
          <pc:sldMk cId="0" sldId="278"/>
        </pc:sldMkLst>
        <pc:spChg chg="mod">
          <ac:chgData name="君 小綠綠" userId="c57869a4d43399e7" providerId="LiveId" clId="{873321F0-418A-4684-90F9-E0A8E3C4FD65}" dt="2026-10-24T09:57:17.390" v="679" actId="14100"/>
          <ac:spMkLst>
            <pc:docMk/>
            <pc:sldMk cId="0" sldId="278"/>
            <ac:spMk id="603" creationId="{00000000-0000-0000-0000-000000000000}"/>
          </ac:spMkLst>
        </pc:spChg>
        <pc:spChg chg="mod">
          <ac:chgData name="君 小綠綠" userId="c57869a4d43399e7" providerId="LiveId" clId="{873321F0-418A-4684-90F9-E0A8E3C4FD65}" dt="2026-10-24T09:58:07.505" v="691" actId="1076"/>
          <ac:spMkLst>
            <pc:docMk/>
            <pc:sldMk cId="0" sldId="278"/>
            <ac:spMk id="604" creationId="{00000000-0000-0000-0000-000000000000}"/>
          </ac:spMkLst>
        </pc:spChg>
        <pc:spChg chg="mod">
          <ac:chgData name="君 小綠綠" userId="c57869a4d43399e7" providerId="LiveId" clId="{873321F0-418A-4684-90F9-E0A8E3C4FD65}" dt="2026-10-24T11:44:10.970" v="929" actId="1076"/>
          <ac:spMkLst>
            <pc:docMk/>
            <pc:sldMk cId="0" sldId="278"/>
            <ac:spMk id="605" creationId="{00000000-0000-0000-0000-000000000000}"/>
          </ac:spMkLst>
        </pc:spChg>
        <pc:spChg chg="mod">
          <ac:chgData name="君 小綠綠" userId="c57869a4d43399e7" providerId="LiveId" clId="{873321F0-418A-4684-90F9-E0A8E3C4FD65}" dt="2026-10-24T11:44:10.970" v="929" actId="1076"/>
          <ac:spMkLst>
            <pc:docMk/>
            <pc:sldMk cId="0" sldId="278"/>
            <ac:spMk id="606" creationId="{00000000-0000-0000-0000-000000000000}"/>
          </ac:spMkLst>
        </pc:spChg>
        <pc:spChg chg="mod">
          <ac:chgData name="君 小綠綠" userId="c57869a4d43399e7" providerId="LiveId" clId="{873321F0-418A-4684-90F9-E0A8E3C4FD65}" dt="2026-10-24T11:44:10.970" v="929" actId="1076"/>
          <ac:spMkLst>
            <pc:docMk/>
            <pc:sldMk cId="0" sldId="278"/>
            <ac:spMk id="607" creationId="{00000000-0000-0000-0000-000000000000}"/>
          </ac:spMkLst>
        </pc:spChg>
        <pc:spChg chg="mod">
          <ac:chgData name="君 小綠綠" userId="c57869a4d43399e7" providerId="LiveId" clId="{873321F0-418A-4684-90F9-E0A8E3C4FD65}" dt="2026-10-24T11:25:10.699" v="793" actId="20577"/>
          <ac:spMkLst>
            <pc:docMk/>
            <pc:sldMk cId="0" sldId="278"/>
            <ac:spMk id="610" creationId="{00000000-0000-0000-0000-000000000000}"/>
          </ac:spMkLst>
        </pc:spChg>
        <pc:spChg chg="mod">
          <ac:chgData name="君 小綠綠" userId="c57869a4d43399e7" providerId="LiveId" clId="{873321F0-418A-4684-90F9-E0A8E3C4FD65}" dt="2026-10-24T09:57:31.879" v="682" actId="1076"/>
          <ac:spMkLst>
            <pc:docMk/>
            <pc:sldMk cId="0" sldId="278"/>
            <ac:spMk id="611" creationId="{00000000-0000-0000-0000-000000000000}"/>
          </ac:spMkLst>
        </pc:spChg>
        <pc:spChg chg="mod">
          <ac:chgData name="君 小綠綠" userId="c57869a4d43399e7" providerId="LiveId" clId="{873321F0-418A-4684-90F9-E0A8E3C4FD65}" dt="2026-10-24T11:44:39.182" v="930" actId="20577"/>
          <ac:spMkLst>
            <pc:docMk/>
            <pc:sldMk cId="0" sldId="278"/>
            <ac:spMk id="615" creationId="{00000000-0000-0000-0000-000000000000}"/>
          </ac:spMkLst>
        </pc:spChg>
        <pc:spChg chg="mod">
          <ac:chgData name="君 小綠綠" userId="c57869a4d43399e7" providerId="LiveId" clId="{873321F0-418A-4684-90F9-E0A8E3C4FD65}" dt="2026-10-24T11:44:43.087" v="931" actId="20577"/>
          <ac:spMkLst>
            <pc:docMk/>
            <pc:sldMk cId="0" sldId="278"/>
            <ac:spMk id="616" creationId="{00000000-0000-0000-0000-000000000000}"/>
          </ac:spMkLst>
        </pc:spChg>
        <pc:spChg chg="mod">
          <ac:chgData name="君 小綠綠" userId="c57869a4d43399e7" providerId="LiveId" clId="{873321F0-418A-4684-90F9-E0A8E3C4FD65}" dt="2026-10-24T11:44:47.833" v="936" actId="20577"/>
          <ac:spMkLst>
            <pc:docMk/>
            <pc:sldMk cId="0" sldId="278"/>
            <ac:spMk id="617" creationId="{00000000-0000-0000-0000-000000000000}"/>
          </ac:spMkLst>
        </pc:spChg>
        <pc:spChg chg="mod">
          <ac:chgData name="君 小綠綠" userId="c57869a4d43399e7" providerId="LiveId" clId="{873321F0-418A-4684-90F9-E0A8E3C4FD65}" dt="2026-10-24T11:44:10.970" v="929" actId="1076"/>
          <ac:spMkLst>
            <pc:docMk/>
            <pc:sldMk cId="0" sldId="278"/>
            <ac:spMk id="618" creationId="{00000000-0000-0000-0000-000000000000}"/>
          </ac:spMkLst>
        </pc:spChg>
        <pc:spChg chg="mod">
          <ac:chgData name="君 小綠綠" userId="c57869a4d43399e7" providerId="LiveId" clId="{873321F0-418A-4684-90F9-E0A8E3C4FD65}" dt="2026-10-24T11:44:10.970" v="929" actId="1076"/>
          <ac:spMkLst>
            <pc:docMk/>
            <pc:sldMk cId="0" sldId="278"/>
            <ac:spMk id="619" creationId="{00000000-0000-0000-0000-000000000000}"/>
          </ac:spMkLst>
        </pc:spChg>
        <pc:spChg chg="mod">
          <ac:chgData name="君 小綠綠" userId="c57869a4d43399e7" providerId="LiveId" clId="{873321F0-418A-4684-90F9-E0A8E3C4FD65}" dt="2026-10-24T11:44:10.970" v="929" actId="1076"/>
          <ac:spMkLst>
            <pc:docMk/>
            <pc:sldMk cId="0" sldId="278"/>
            <ac:spMk id="620" creationId="{00000000-0000-0000-0000-000000000000}"/>
          </ac:spMkLst>
        </pc:spChg>
        <pc:spChg chg="mod">
          <ac:chgData name="君 小綠綠" userId="c57869a4d43399e7" providerId="LiveId" clId="{873321F0-418A-4684-90F9-E0A8E3C4FD65}" dt="2026-10-24T11:44:10.970" v="929" actId="1076"/>
          <ac:spMkLst>
            <pc:docMk/>
            <pc:sldMk cId="0" sldId="278"/>
            <ac:spMk id="621" creationId="{00000000-0000-0000-0000-000000000000}"/>
          </ac:spMkLst>
        </pc:spChg>
        <pc:spChg chg="mod">
          <ac:chgData name="君 小綠綠" userId="c57869a4d43399e7" providerId="LiveId" clId="{873321F0-418A-4684-90F9-E0A8E3C4FD65}" dt="2026-10-24T11:44:10.970" v="929" actId="1076"/>
          <ac:spMkLst>
            <pc:docMk/>
            <pc:sldMk cId="0" sldId="278"/>
            <ac:spMk id="622" creationId="{00000000-0000-0000-0000-000000000000}"/>
          </ac:spMkLst>
        </pc:spChg>
        <pc:spChg chg="mod">
          <ac:chgData name="君 小綠綠" userId="c57869a4d43399e7" providerId="LiveId" clId="{873321F0-418A-4684-90F9-E0A8E3C4FD65}" dt="2026-10-24T11:44:10.970" v="929" actId="1076"/>
          <ac:spMkLst>
            <pc:docMk/>
            <pc:sldMk cId="0" sldId="278"/>
            <ac:spMk id="623" creationId="{00000000-0000-0000-0000-000000000000}"/>
          </ac:spMkLst>
        </pc:spChg>
      </pc:sldChg>
      <pc:sldChg chg="modSp mod">
        <pc:chgData name="君 小綠綠" userId="c57869a4d43399e7" providerId="LiveId" clId="{873321F0-418A-4684-90F9-E0A8E3C4FD65}" dt="2026-10-24T11:25:37.920" v="799" actId="20577"/>
        <pc:sldMkLst>
          <pc:docMk/>
          <pc:sldMk cId="0" sldId="279"/>
        </pc:sldMkLst>
        <pc:spChg chg="mod">
          <ac:chgData name="君 小綠綠" userId="c57869a4d43399e7" providerId="LiveId" clId="{873321F0-418A-4684-90F9-E0A8E3C4FD65}" dt="2026-10-24T10:01:46.648" v="715" actId="1076"/>
          <ac:spMkLst>
            <pc:docMk/>
            <pc:sldMk cId="0" sldId="279"/>
            <ac:spMk id="628" creationId="{00000000-0000-0000-0000-000000000000}"/>
          </ac:spMkLst>
        </pc:spChg>
        <pc:spChg chg="mod">
          <ac:chgData name="君 小綠綠" userId="c57869a4d43399e7" providerId="LiveId" clId="{873321F0-418A-4684-90F9-E0A8E3C4FD65}" dt="2026-10-24T11:25:19.413" v="794" actId="14100"/>
          <ac:spMkLst>
            <pc:docMk/>
            <pc:sldMk cId="0" sldId="279"/>
            <ac:spMk id="629" creationId="{00000000-0000-0000-0000-000000000000}"/>
          </ac:spMkLst>
        </pc:spChg>
        <pc:spChg chg="mod">
          <ac:chgData name="君 小綠綠" userId="c57869a4d43399e7" providerId="LiveId" clId="{873321F0-418A-4684-90F9-E0A8E3C4FD65}" dt="2026-10-24T10:01:26.218" v="711" actId="1076"/>
          <ac:spMkLst>
            <pc:docMk/>
            <pc:sldMk cId="0" sldId="279"/>
            <ac:spMk id="630" creationId="{00000000-0000-0000-0000-000000000000}"/>
          </ac:spMkLst>
        </pc:spChg>
        <pc:spChg chg="mod">
          <ac:chgData name="君 小綠綠" userId="c57869a4d43399e7" providerId="LiveId" clId="{873321F0-418A-4684-90F9-E0A8E3C4FD65}" dt="2026-10-24T10:01:46.648" v="715" actId="1076"/>
          <ac:spMkLst>
            <pc:docMk/>
            <pc:sldMk cId="0" sldId="279"/>
            <ac:spMk id="631" creationId="{00000000-0000-0000-0000-000000000000}"/>
          </ac:spMkLst>
        </pc:spChg>
        <pc:spChg chg="mod">
          <ac:chgData name="君 小綠綠" userId="c57869a4d43399e7" providerId="LiveId" clId="{873321F0-418A-4684-90F9-E0A8E3C4FD65}" dt="2026-10-24T10:01:46.648" v="715" actId="1076"/>
          <ac:spMkLst>
            <pc:docMk/>
            <pc:sldMk cId="0" sldId="279"/>
            <ac:spMk id="632" creationId="{00000000-0000-0000-0000-000000000000}"/>
          </ac:spMkLst>
        </pc:spChg>
        <pc:spChg chg="mod">
          <ac:chgData name="君 小綠綠" userId="c57869a4d43399e7" providerId="LiveId" clId="{873321F0-418A-4684-90F9-E0A8E3C4FD65}" dt="2026-10-24T10:01:46.648" v="715" actId="1076"/>
          <ac:spMkLst>
            <pc:docMk/>
            <pc:sldMk cId="0" sldId="279"/>
            <ac:spMk id="633" creationId="{00000000-0000-0000-0000-000000000000}"/>
          </ac:spMkLst>
        </pc:spChg>
        <pc:spChg chg="mod">
          <ac:chgData name="君 小綠綠" userId="c57869a4d43399e7" providerId="LiveId" clId="{873321F0-418A-4684-90F9-E0A8E3C4FD65}" dt="2026-10-24T10:01:46.648" v="715" actId="1076"/>
          <ac:spMkLst>
            <pc:docMk/>
            <pc:sldMk cId="0" sldId="279"/>
            <ac:spMk id="634" creationId="{00000000-0000-0000-0000-000000000000}"/>
          </ac:spMkLst>
        </pc:spChg>
        <pc:spChg chg="mod">
          <ac:chgData name="君 小綠綠" userId="c57869a4d43399e7" providerId="LiveId" clId="{873321F0-418A-4684-90F9-E0A8E3C4FD65}" dt="2026-10-24T11:25:31.038" v="797" actId="20577"/>
          <ac:spMkLst>
            <pc:docMk/>
            <pc:sldMk cId="0" sldId="279"/>
            <ac:spMk id="638" creationId="{00000000-0000-0000-0000-000000000000}"/>
          </ac:spMkLst>
        </pc:spChg>
        <pc:spChg chg="mod">
          <ac:chgData name="君 小綠綠" userId="c57869a4d43399e7" providerId="LiveId" clId="{873321F0-418A-4684-90F9-E0A8E3C4FD65}" dt="2026-10-24T11:25:34.244" v="798" actId="20577"/>
          <ac:spMkLst>
            <pc:docMk/>
            <pc:sldMk cId="0" sldId="279"/>
            <ac:spMk id="640" creationId="{00000000-0000-0000-0000-000000000000}"/>
          </ac:spMkLst>
        </pc:spChg>
        <pc:spChg chg="mod">
          <ac:chgData name="君 小綠綠" userId="c57869a4d43399e7" providerId="LiveId" clId="{873321F0-418A-4684-90F9-E0A8E3C4FD65}" dt="2026-10-24T11:25:37.920" v="799" actId="20577"/>
          <ac:spMkLst>
            <pc:docMk/>
            <pc:sldMk cId="0" sldId="279"/>
            <ac:spMk id="641" creationId="{00000000-0000-0000-0000-000000000000}"/>
          </ac:spMkLst>
        </pc:spChg>
        <pc:spChg chg="mod">
          <ac:chgData name="君 小綠綠" userId="c57869a4d43399e7" providerId="LiveId" clId="{873321F0-418A-4684-90F9-E0A8E3C4FD65}" dt="2026-10-24T10:01:26.218" v="711" actId="1076"/>
          <ac:spMkLst>
            <pc:docMk/>
            <pc:sldMk cId="0" sldId="279"/>
            <ac:spMk id="642" creationId="{00000000-0000-0000-0000-000000000000}"/>
          </ac:spMkLst>
        </pc:spChg>
        <pc:spChg chg="mod">
          <ac:chgData name="君 小綠綠" userId="c57869a4d43399e7" providerId="LiveId" clId="{873321F0-418A-4684-90F9-E0A8E3C4FD65}" dt="2026-10-24T10:01:26.218" v="711" actId="1076"/>
          <ac:spMkLst>
            <pc:docMk/>
            <pc:sldMk cId="0" sldId="279"/>
            <ac:spMk id="643" creationId="{00000000-0000-0000-0000-000000000000}"/>
          </ac:spMkLst>
        </pc:spChg>
        <pc:spChg chg="mod">
          <ac:chgData name="君 小綠綠" userId="c57869a4d43399e7" providerId="LiveId" clId="{873321F0-418A-4684-90F9-E0A8E3C4FD65}" dt="2026-10-24T09:59:34.274" v="697" actId="1076"/>
          <ac:spMkLst>
            <pc:docMk/>
            <pc:sldMk cId="0" sldId="279"/>
            <ac:spMk id="644" creationId="{00000000-0000-0000-0000-000000000000}"/>
          </ac:spMkLst>
        </pc:spChg>
        <pc:spChg chg="mod">
          <ac:chgData name="君 小綠綠" userId="c57869a4d43399e7" providerId="LiveId" clId="{873321F0-418A-4684-90F9-E0A8E3C4FD65}" dt="2026-10-24T10:01:26.218" v="711" actId="1076"/>
          <ac:spMkLst>
            <pc:docMk/>
            <pc:sldMk cId="0" sldId="279"/>
            <ac:spMk id="645" creationId="{00000000-0000-0000-0000-000000000000}"/>
          </ac:spMkLst>
        </pc:spChg>
        <pc:spChg chg="mod">
          <ac:chgData name="君 小綠綠" userId="c57869a4d43399e7" providerId="LiveId" clId="{873321F0-418A-4684-90F9-E0A8E3C4FD65}" dt="2026-10-24T10:01:46.648" v="715" actId="1076"/>
          <ac:spMkLst>
            <pc:docMk/>
            <pc:sldMk cId="0" sldId="279"/>
            <ac:spMk id="646" creationId="{00000000-0000-0000-0000-000000000000}"/>
          </ac:spMkLst>
        </pc:spChg>
        <pc:spChg chg="mod">
          <ac:chgData name="君 小綠綠" userId="c57869a4d43399e7" providerId="LiveId" clId="{873321F0-418A-4684-90F9-E0A8E3C4FD65}" dt="2026-10-24T10:01:46.648" v="715" actId="1076"/>
          <ac:spMkLst>
            <pc:docMk/>
            <pc:sldMk cId="0" sldId="279"/>
            <ac:spMk id="647" creationId="{00000000-0000-0000-0000-000000000000}"/>
          </ac:spMkLst>
        </pc:spChg>
        <pc:spChg chg="mod">
          <ac:chgData name="君 小綠綠" userId="c57869a4d43399e7" providerId="LiveId" clId="{873321F0-418A-4684-90F9-E0A8E3C4FD65}" dt="2026-10-24T10:01:46.648" v="715" actId="1076"/>
          <ac:spMkLst>
            <pc:docMk/>
            <pc:sldMk cId="0" sldId="279"/>
            <ac:spMk id="648" creationId="{00000000-0000-0000-0000-000000000000}"/>
          </ac:spMkLst>
        </pc:spChg>
        <pc:spChg chg="mod">
          <ac:chgData name="君 小綠綠" userId="c57869a4d43399e7" providerId="LiveId" clId="{873321F0-418A-4684-90F9-E0A8E3C4FD65}" dt="2026-10-24T10:01:46.648" v="715" actId="1076"/>
          <ac:spMkLst>
            <pc:docMk/>
            <pc:sldMk cId="0" sldId="279"/>
            <ac:spMk id="649" creationId="{00000000-0000-0000-0000-000000000000}"/>
          </ac:spMkLst>
        </pc:spChg>
        <pc:picChg chg="mod">
          <ac:chgData name="君 小綠綠" userId="c57869a4d43399e7" providerId="LiveId" clId="{873321F0-418A-4684-90F9-E0A8E3C4FD65}" dt="2026-10-24T10:01:32.911" v="713" actId="1076"/>
          <ac:picMkLst>
            <pc:docMk/>
            <pc:sldMk cId="0" sldId="279"/>
            <ac:picMk id="636" creationId="{00000000-0000-0000-0000-000000000000}"/>
          </ac:picMkLst>
        </pc:picChg>
        <pc:picChg chg="mod">
          <ac:chgData name="君 小綠綠" userId="c57869a4d43399e7" providerId="LiveId" clId="{873321F0-418A-4684-90F9-E0A8E3C4FD65}" dt="2026-10-24T10:00:48.754" v="708" actId="1076"/>
          <ac:picMkLst>
            <pc:docMk/>
            <pc:sldMk cId="0" sldId="279"/>
            <ac:picMk id="637" creationId="{00000000-0000-0000-0000-000000000000}"/>
          </ac:picMkLst>
        </pc:picChg>
      </pc:sldChg>
      <pc:sldChg chg="modSp mod">
        <pc:chgData name="君 小綠綠" userId="c57869a4d43399e7" providerId="LiveId" clId="{873321F0-418A-4684-90F9-E0A8E3C4FD65}" dt="2026-10-24T11:25:49.915" v="804" actId="20577"/>
        <pc:sldMkLst>
          <pc:docMk/>
          <pc:sldMk cId="0" sldId="280"/>
        </pc:sldMkLst>
        <pc:spChg chg="mod">
          <ac:chgData name="君 小綠綠" userId="c57869a4d43399e7" providerId="LiveId" clId="{873321F0-418A-4684-90F9-E0A8E3C4FD65}" dt="2026-10-24T10:08:30.298" v="750" actId="14100"/>
          <ac:spMkLst>
            <pc:docMk/>
            <pc:sldMk cId="0" sldId="280"/>
            <ac:spMk id="654" creationId="{00000000-0000-0000-0000-000000000000}"/>
          </ac:spMkLst>
        </pc:spChg>
        <pc:spChg chg="mod">
          <ac:chgData name="君 小綠綠" userId="c57869a4d43399e7" providerId="LiveId" clId="{873321F0-418A-4684-90F9-E0A8E3C4FD65}" dt="2026-10-24T10:08:44.619" v="753" actId="1076"/>
          <ac:spMkLst>
            <pc:docMk/>
            <pc:sldMk cId="0" sldId="280"/>
            <ac:spMk id="655" creationId="{00000000-0000-0000-0000-000000000000}"/>
          </ac:spMkLst>
        </pc:spChg>
        <pc:spChg chg="mod">
          <ac:chgData name="君 小綠綠" userId="c57869a4d43399e7" providerId="LiveId" clId="{873321F0-418A-4684-90F9-E0A8E3C4FD65}" dt="2026-10-24T10:05:23.470" v="721" actId="14100"/>
          <ac:spMkLst>
            <pc:docMk/>
            <pc:sldMk cId="0" sldId="280"/>
            <ac:spMk id="656" creationId="{00000000-0000-0000-0000-000000000000}"/>
          </ac:spMkLst>
        </pc:spChg>
        <pc:spChg chg="mod">
          <ac:chgData name="君 小綠綠" userId="c57869a4d43399e7" providerId="LiveId" clId="{873321F0-418A-4684-90F9-E0A8E3C4FD65}" dt="2026-10-24T10:08:39.060" v="751" actId="1076"/>
          <ac:spMkLst>
            <pc:docMk/>
            <pc:sldMk cId="0" sldId="280"/>
            <ac:spMk id="657" creationId="{00000000-0000-0000-0000-000000000000}"/>
          </ac:spMkLst>
        </pc:spChg>
        <pc:spChg chg="mod">
          <ac:chgData name="君 小綠綠" userId="c57869a4d43399e7" providerId="LiveId" clId="{873321F0-418A-4684-90F9-E0A8E3C4FD65}" dt="2026-10-24T10:07:35.300" v="743" actId="14100"/>
          <ac:spMkLst>
            <pc:docMk/>
            <pc:sldMk cId="0" sldId="280"/>
            <ac:spMk id="658" creationId="{00000000-0000-0000-0000-000000000000}"/>
          </ac:spMkLst>
        </pc:spChg>
        <pc:spChg chg="mod">
          <ac:chgData name="君 小綠綠" userId="c57869a4d43399e7" providerId="LiveId" clId="{873321F0-418A-4684-90F9-E0A8E3C4FD65}" dt="2026-10-24T10:05:26.346" v="722" actId="1076"/>
          <ac:spMkLst>
            <pc:docMk/>
            <pc:sldMk cId="0" sldId="280"/>
            <ac:spMk id="662" creationId="{00000000-0000-0000-0000-000000000000}"/>
          </ac:spMkLst>
        </pc:spChg>
        <pc:spChg chg="mod">
          <ac:chgData name="君 小綠綠" userId="c57869a4d43399e7" providerId="LiveId" clId="{873321F0-418A-4684-90F9-E0A8E3C4FD65}" dt="2026-10-24T10:09:01.555" v="757" actId="14100"/>
          <ac:spMkLst>
            <pc:docMk/>
            <pc:sldMk cId="0" sldId="280"/>
            <ac:spMk id="663" creationId="{00000000-0000-0000-0000-000000000000}"/>
          </ac:spMkLst>
        </pc:spChg>
        <pc:spChg chg="mod">
          <ac:chgData name="君 小綠綠" userId="c57869a4d43399e7" providerId="LiveId" clId="{873321F0-418A-4684-90F9-E0A8E3C4FD65}" dt="2026-10-24T10:08:18.573" v="748" actId="255"/>
          <ac:spMkLst>
            <pc:docMk/>
            <pc:sldMk cId="0" sldId="280"/>
            <ac:spMk id="664" creationId="{00000000-0000-0000-0000-000000000000}"/>
          </ac:spMkLst>
        </pc:spChg>
        <pc:spChg chg="mod">
          <ac:chgData name="君 小綠綠" userId="c57869a4d43399e7" providerId="LiveId" clId="{873321F0-418A-4684-90F9-E0A8E3C4FD65}" dt="2026-10-24T11:25:45.960" v="801" actId="20577"/>
          <ac:spMkLst>
            <pc:docMk/>
            <pc:sldMk cId="0" sldId="280"/>
            <ac:spMk id="665" creationId="{00000000-0000-0000-0000-000000000000}"/>
          </ac:spMkLst>
        </pc:spChg>
        <pc:spChg chg="mod">
          <ac:chgData name="君 小綠綠" userId="c57869a4d43399e7" providerId="LiveId" clId="{873321F0-418A-4684-90F9-E0A8E3C4FD65}" dt="2026-10-24T10:08:50.202" v="755" actId="14100"/>
          <ac:spMkLst>
            <pc:docMk/>
            <pc:sldMk cId="0" sldId="280"/>
            <ac:spMk id="666" creationId="{00000000-0000-0000-0000-000000000000}"/>
          </ac:spMkLst>
        </pc:spChg>
        <pc:spChg chg="mod">
          <ac:chgData name="君 小綠綠" userId="c57869a4d43399e7" providerId="LiveId" clId="{873321F0-418A-4684-90F9-E0A8E3C4FD65}" dt="2026-10-24T10:08:05.843" v="746" actId="255"/>
          <ac:spMkLst>
            <pc:docMk/>
            <pc:sldMk cId="0" sldId="280"/>
            <ac:spMk id="667" creationId="{00000000-0000-0000-0000-000000000000}"/>
          </ac:spMkLst>
        </pc:spChg>
        <pc:spChg chg="mod">
          <ac:chgData name="君 小綠綠" userId="c57869a4d43399e7" providerId="LiveId" clId="{873321F0-418A-4684-90F9-E0A8E3C4FD65}" dt="2026-10-24T11:25:49.915" v="804" actId="20577"/>
          <ac:spMkLst>
            <pc:docMk/>
            <pc:sldMk cId="0" sldId="280"/>
            <ac:spMk id="668" creationId="{00000000-0000-0000-0000-000000000000}"/>
          </ac:spMkLst>
        </pc:spChg>
        <pc:spChg chg="mod">
          <ac:chgData name="君 小綠綠" userId="c57869a4d43399e7" providerId="LiveId" clId="{873321F0-418A-4684-90F9-E0A8E3C4FD65}" dt="2026-10-24T10:06:10.064" v="733" actId="20577"/>
          <ac:spMkLst>
            <pc:docMk/>
            <pc:sldMk cId="0" sldId="280"/>
            <ac:spMk id="669" creationId="{00000000-0000-0000-0000-000000000000}"/>
          </ac:spMkLst>
        </pc:spChg>
        <pc:spChg chg="mod">
          <ac:chgData name="君 小綠綠" userId="c57869a4d43399e7" providerId="LiveId" clId="{873321F0-418A-4684-90F9-E0A8E3C4FD65}" dt="2026-10-24T10:08:09.529" v="747" actId="255"/>
          <ac:spMkLst>
            <pc:docMk/>
            <pc:sldMk cId="0" sldId="280"/>
            <ac:spMk id="670" creationId="{00000000-0000-0000-0000-000000000000}"/>
          </ac:spMkLst>
        </pc:spChg>
        <pc:spChg chg="mod">
          <ac:chgData name="君 小綠綠" userId="c57869a4d43399e7" providerId="LiveId" clId="{873321F0-418A-4684-90F9-E0A8E3C4FD65}" dt="2026-10-24T10:06:43.107" v="735" actId="20577"/>
          <ac:spMkLst>
            <pc:docMk/>
            <pc:sldMk cId="0" sldId="280"/>
            <ac:spMk id="671" creationId="{00000000-0000-0000-0000-000000000000}"/>
          </ac:spMkLst>
        </pc:spChg>
        <pc:spChg chg="mod">
          <ac:chgData name="君 小綠綠" userId="c57869a4d43399e7" providerId="LiveId" clId="{873321F0-418A-4684-90F9-E0A8E3C4FD65}" dt="2026-10-24T10:07:22.274" v="741" actId="14100"/>
          <ac:spMkLst>
            <pc:docMk/>
            <pc:sldMk cId="0" sldId="280"/>
            <ac:spMk id="672" creationId="{00000000-0000-0000-0000-000000000000}"/>
          </ac:spMkLst>
        </pc:spChg>
        <pc:spChg chg="mod">
          <ac:chgData name="君 小綠綠" userId="c57869a4d43399e7" providerId="LiveId" clId="{873321F0-418A-4684-90F9-E0A8E3C4FD65}" dt="2026-10-24T10:07:54.389" v="745" actId="1076"/>
          <ac:spMkLst>
            <pc:docMk/>
            <pc:sldMk cId="0" sldId="280"/>
            <ac:spMk id="673" creationId="{00000000-0000-0000-0000-000000000000}"/>
          </ac:spMkLst>
        </pc:spChg>
      </pc:sldChg>
      <pc:sldChg chg="modSp del mod">
        <pc:chgData name="君 小綠綠" userId="c57869a4d43399e7" providerId="LiveId" clId="{873321F0-418A-4684-90F9-E0A8E3C4FD65}" dt="2026-10-24T11:43:50.561" v="928" actId="47"/>
        <pc:sldMkLst>
          <pc:docMk/>
          <pc:sldMk cId="0" sldId="281"/>
        </pc:sldMkLst>
        <pc:spChg chg="mod">
          <ac:chgData name="君 小綠綠" userId="c57869a4d43399e7" providerId="LiveId" clId="{873321F0-418A-4684-90F9-E0A8E3C4FD65}" dt="2026-10-23T09:32:08.537" v="70" actId="1076"/>
          <ac:spMkLst>
            <pc:docMk/>
            <pc:sldMk cId="0" sldId="281"/>
            <ac:spMk id="678" creationId="{00000000-0000-0000-0000-000000000000}"/>
          </ac:spMkLst>
        </pc:spChg>
        <pc:graphicFrameChg chg="mod modGraphic">
          <ac:chgData name="君 小綠綠" userId="c57869a4d43399e7" providerId="LiveId" clId="{873321F0-418A-4684-90F9-E0A8E3C4FD65}" dt="2026-10-24T11:26:23.715" v="805" actId="20577"/>
          <ac:graphicFrameMkLst>
            <pc:docMk/>
            <pc:sldMk cId="0" sldId="281"/>
            <ac:graphicFrameMk id="679" creationId="{00000000-0000-0000-0000-000000000000}"/>
          </ac:graphicFrameMkLst>
        </pc:graphicFrameChg>
      </pc:sldChg>
      <pc:sldChg chg="modSp mod">
        <pc:chgData name="君 小綠綠" userId="c57869a4d43399e7" providerId="LiveId" clId="{873321F0-418A-4684-90F9-E0A8E3C4FD65}" dt="2026-10-23T09:28:58.526" v="58" actId="6549"/>
        <pc:sldMkLst>
          <pc:docMk/>
          <pc:sldMk cId="0" sldId="282"/>
        </pc:sldMkLst>
        <pc:spChg chg="mod">
          <ac:chgData name="君 小綠綠" userId="c57869a4d43399e7" providerId="LiveId" clId="{873321F0-418A-4684-90F9-E0A8E3C4FD65}" dt="2026-10-23T09:27:35.114" v="28" actId="1076"/>
          <ac:spMkLst>
            <pc:docMk/>
            <pc:sldMk cId="0" sldId="282"/>
            <ac:spMk id="687" creationId="{00000000-0000-0000-0000-000000000000}"/>
          </ac:spMkLst>
        </pc:spChg>
        <pc:spChg chg="mod">
          <ac:chgData name="君 小綠綠" userId="c57869a4d43399e7" providerId="LiveId" clId="{873321F0-418A-4684-90F9-E0A8E3C4FD65}" dt="2026-10-23T09:26:17.831" v="23" actId="14100"/>
          <ac:spMkLst>
            <pc:docMk/>
            <pc:sldMk cId="0" sldId="282"/>
            <ac:spMk id="688" creationId="{00000000-0000-0000-0000-000000000000}"/>
          </ac:spMkLst>
        </pc:spChg>
        <pc:spChg chg="mod">
          <ac:chgData name="君 小綠綠" userId="c57869a4d43399e7" providerId="LiveId" clId="{873321F0-418A-4684-90F9-E0A8E3C4FD65}" dt="2026-10-23T09:27:35.114" v="28" actId="1076"/>
          <ac:spMkLst>
            <pc:docMk/>
            <pc:sldMk cId="0" sldId="282"/>
            <ac:spMk id="689" creationId="{00000000-0000-0000-0000-000000000000}"/>
          </ac:spMkLst>
        </pc:spChg>
        <pc:spChg chg="mod">
          <ac:chgData name="君 小綠綠" userId="c57869a4d43399e7" providerId="LiveId" clId="{873321F0-418A-4684-90F9-E0A8E3C4FD65}" dt="2026-10-23T09:27:37.884" v="29" actId="1076"/>
          <ac:spMkLst>
            <pc:docMk/>
            <pc:sldMk cId="0" sldId="282"/>
            <ac:spMk id="691" creationId="{00000000-0000-0000-0000-000000000000}"/>
          </ac:spMkLst>
        </pc:spChg>
        <pc:spChg chg="mod">
          <ac:chgData name="君 小綠綠" userId="c57869a4d43399e7" providerId="LiveId" clId="{873321F0-418A-4684-90F9-E0A8E3C4FD65}" dt="2026-10-23T09:27:35.114" v="28" actId="1076"/>
          <ac:spMkLst>
            <pc:docMk/>
            <pc:sldMk cId="0" sldId="282"/>
            <ac:spMk id="692" creationId="{00000000-0000-0000-0000-000000000000}"/>
          </ac:spMkLst>
        </pc:spChg>
        <pc:spChg chg="mod">
          <ac:chgData name="君 小綠綠" userId="c57869a4d43399e7" providerId="LiveId" clId="{873321F0-418A-4684-90F9-E0A8E3C4FD65}" dt="2026-10-23T09:24:12.918" v="5" actId="20577"/>
          <ac:spMkLst>
            <pc:docMk/>
            <pc:sldMk cId="0" sldId="282"/>
            <ac:spMk id="694" creationId="{00000000-0000-0000-0000-000000000000}"/>
          </ac:spMkLst>
        </pc:spChg>
        <pc:spChg chg="mod">
          <ac:chgData name="君 小綠綠" userId="c57869a4d43399e7" providerId="LiveId" clId="{873321F0-418A-4684-90F9-E0A8E3C4FD65}" dt="2026-10-23T09:27:35.114" v="28" actId="1076"/>
          <ac:spMkLst>
            <pc:docMk/>
            <pc:sldMk cId="0" sldId="282"/>
            <ac:spMk id="695" creationId="{00000000-0000-0000-0000-000000000000}"/>
          </ac:spMkLst>
        </pc:spChg>
        <pc:spChg chg="mod">
          <ac:chgData name="君 小綠綠" userId="c57869a4d43399e7" providerId="LiveId" clId="{873321F0-418A-4684-90F9-E0A8E3C4FD65}" dt="2026-10-23T09:24:17.185" v="6" actId="20577"/>
          <ac:spMkLst>
            <pc:docMk/>
            <pc:sldMk cId="0" sldId="282"/>
            <ac:spMk id="697" creationId="{00000000-0000-0000-0000-000000000000}"/>
          </ac:spMkLst>
        </pc:spChg>
        <pc:spChg chg="mod">
          <ac:chgData name="君 小綠綠" userId="c57869a4d43399e7" providerId="LiveId" clId="{873321F0-418A-4684-90F9-E0A8E3C4FD65}" dt="2026-10-23T09:27:35.114" v="28" actId="1076"/>
          <ac:spMkLst>
            <pc:docMk/>
            <pc:sldMk cId="0" sldId="282"/>
            <ac:spMk id="698" creationId="{00000000-0000-0000-0000-000000000000}"/>
          </ac:spMkLst>
        </pc:spChg>
        <pc:spChg chg="mod">
          <ac:chgData name="君 小綠綠" userId="c57869a4d43399e7" providerId="LiveId" clId="{873321F0-418A-4684-90F9-E0A8E3C4FD65}" dt="2026-10-23T09:27:35.114" v="28" actId="1076"/>
          <ac:spMkLst>
            <pc:docMk/>
            <pc:sldMk cId="0" sldId="282"/>
            <ac:spMk id="699" creationId="{00000000-0000-0000-0000-000000000000}"/>
          </ac:spMkLst>
        </pc:spChg>
        <pc:spChg chg="mod">
          <ac:chgData name="君 小綠綠" userId="c57869a4d43399e7" providerId="LiveId" clId="{873321F0-418A-4684-90F9-E0A8E3C4FD65}" dt="2026-10-23T09:27:35.114" v="28" actId="1076"/>
          <ac:spMkLst>
            <pc:docMk/>
            <pc:sldMk cId="0" sldId="282"/>
            <ac:spMk id="700" creationId="{00000000-0000-0000-0000-000000000000}"/>
          </ac:spMkLst>
        </pc:spChg>
        <pc:spChg chg="mod">
          <ac:chgData name="君 小綠綠" userId="c57869a4d43399e7" providerId="LiveId" clId="{873321F0-418A-4684-90F9-E0A8E3C4FD65}" dt="2026-10-23T09:27:35.114" v="28" actId="1076"/>
          <ac:spMkLst>
            <pc:docMk/>
            <pc:sldMk cId="0" sldId="282"/>
            <ac:spMk id="701" creationId="{00000000-0000-0000-0000-000000000000}"/>
          </ac:spMkLst>
        </pc:spChg>
        <pc:spChg chg="mod">
          <ac:chgData name="君 小綠綠" userId="c57869a4d43399e7" providerId="LiveId" clId="{873321F0-418A-4684-90F9-E0A8E3C4FD65}" dt="2026-10-23T09:28:58.526" v="58" actId="6549"/>
          <ac:spMkLst>
            <pc:docMk/>
            <pc:sldMk cId="0" sldId="282"/>
            <ac:spMk id="702" creationId="{00000000-0000-0000-0000-000000000000}"/>
          </ac:spMkLst>
        </pc:spChg>
        <pc:spChg chg="mod">
          <ac:chgData name="君 小綠綠" userId="c57869a4d43399e7" providerId="LiveId" clId="{873321F0-418A-4684-90F9-E0A8E3C4FD65}" dt="2026-10-23T09:27:35.114" v="28" actId="1076"/>
          <ac:spMkLst>
            <pc:docMk/>
            <pc:sldMk cId="0" sldId="282"/>
            <ac:spMk id="703" creationId="{00000000-0000-0000-0000-000000000000}"/>
          </ac:spMkLst>
        </pc:spChg>
      </pc:sldChg>
      <pc:sldChg chg="modSp mod">
        <pc:chgData name="君 小綠綠" userId="c57869a4d43399e7" providerId="LiveId" clId="{873321F0-418A-4684-90F9-E0A8E3C4FD65}" dt="2026-10-23T09:23:56.889" v="4" actId="20577"/>
        <pc:sldMkLst>
          <pc:docMk/>
          <pc:sldMk cId="0" sldId="286"/>
        </pc:sldMkLst>
        <pc:spChg chg="mod">
          <ac:chgData name="君 小綠綠" userId="c57869a4d43399e7" providerId="LiveId" clId="{873321F0-418A-4684-90F9-E0A8E3C4FD65}" dt="2026-10-23T09:23:56.889" v="4" actId="20577"/>
          <ac:spMkLst>
            <pc:docMk/>
            <pc:sldMk cId="0" sldId="286"/>
            <ac:spMk id="764" creationId="{00000000-0000-0000-0000-000000000000}"/>
          </ac:spMkLst>
        </pc:spChg>
        <pc:spChg chg="mod">
          <ac:chgData name="君 小綠綠" userId="c57869a4d43399e7" providerId="LiveId" clId="{873321F0-418A-4684-90F9-E0A8E3C4FD65}" dt="2026-10-23T09:23:31.903" v="1" actId="6549"/>
          <ac:spMkLst>
            <pc:docMk/>
            <pc:sldMk cId="0" sldId="286"/>
            <ac:spMk id="765" creationId="{00000000-0000-0000-0000-000000000000}"/>
          </ac:spMkLst>
        </pc:spChg>
      </pc:sldChg>
      <pc:sldChg chg="modSp del mod">
        <pc:chgData name="君 小綠綠" userId="c57869a4d43399e7" providerId="LiveId" clId="{873321F0-418A-4684-90F9-E0A8E3C4FD65}" dt="2026-10-24T09:55:35.619" v="666" actId="47"/>
        <pc:sldMkLst>
          <pc:docMk/>
          <pc:sldMk cId="0" sldId="287"/>
        </pc:sldMkLst>
        <pc:spChg chg="mod">
          <ac:chgData name="君 小綠綠" userId="c57869a4d43399e7" providerId="LiveId" clId="{873321F0-418A-4684-90F9-E0A8E3C4FD65}" dt="2026-10-24T09:52:56.584" v="655" actId="20577"/>
          <ac:spMkLst>
            <pc:docMk/>
            <pc:sldMk cId="0" sldId="287"/>
            <ac:spMk id="8" creationId="{00000000-0000-0000-0000-000000000000}"/>
          </ac:spMkLst>
        </pc:spChg>
      </pc:sldChg>
      <pc:sldChg chg="addSp modSp add mod setBg">
        <pc:chgData name="君 小綠綠" userId="c57869a4d43399e7" providerId="LiveId" clId="{873321F0-418A-4684-90F9-E0A8E3C4FD65}" dt="2026-10-24T06:56:21.144" v="233" actId="1076"/>
        <pc:sldMkLst>
          <pc:docMk/>
          <pc:sldMk cId="0" sldId="288"/>
        </pc:sldMkLst>
        <pc:spChg chg="add mod">
          <ac:chgData name="君 小綠綠" userId="c57869a4d43399e7" providerId="LiveId" clId="{873321F0-418A-4684-90F9-E0A8E3C4FD65}" dt="2026-10-24T06:56:21.144" v="233" actId="1076"/>
          <ac:spMkLst>
            <pc:docMk/>
            <pc:sldMk cId="0" sldId="288"/>
            <ac:spMk id="2" creationId="{FA810109-D767-AB2D-5104-ABCC11DF0085}"/>
          </ac:spMkLst>
        </pc:spChg>
        <pc:spChg chg="mod">
          <ac:chgData name="君 小綠綠" userId="c57869a4d43399e7" providerId="LiveId" clId="{873321F0-418A-4684-90F9-E0A8E3C4FD65}" dt="2026-10-24T06:55:02.873" v="223" actId="1076"/>
          <ac:spMkLst>
            <pc:docMk/>
            <pc:sldMk cId="0" sldId="288"/>
            <ac:spMk id="24" creationId="{00000000-0000-0000-0000-000000000000}"/>
          </ac:spMkLst>
        </pc:spChg>
        <pc:graphicFrameChg chg="mod">
          <ac:chgData name="君 小綠綠" userId="c57869a4d43399e7" providerId="LiveId" clId="{873321F0-418A-4684-90F9-E0A8E3C4FD65}" dt="2026-10-24T06:55:10.760" v="225" actId="1076"/>
          <ac:graphicFrameMkLst>
            <pc:docMk/>
            <pc:sldMk cId="0" sldId="288"/>
            <ac:graphicFrameMk id="25" creationId="{00000000-0000-0000-0000-000000000000}"/>
          </ac:graphicFrameMkLst>
        </pc:graphicFrameChg>
        <pc:picChg chg="mod">
          <ac:chgData name="君 小綠綠" userId="c57869a4d43399e7" providerId="LiveId" clId="{873321F0-418A-4684-90F9-E0A8E3C4FD65}" dt="2026-10-24T06:55:05.552" v="224" actId="1076"/>
          <ac:picMkLst>
            <pc:docMk/>
            <pc:sldMk cId="0" sldId="288"/>
            <ac:picMk id="23" creationId="{00000000-0000-0000-0000-000000000000}"/>
          </ac:picMkLst>
        </pc:picChg>
      </pc:sldChg>
      <pc:sldChg chg="addSp delSp new del mod">
        <pc:chgData name="君 小綠綠" userId="c57869a4d43399e7" providerId="LiveId" clId="{873321F0-418A-4684-90F9-E0A8E3C4FD65}" dt="2026-10-24T06:50:54.472" v="217" actId="47"/>
        <pc:sldMkLst>
          <pc:docMk/>
          <pc:sldMk cId="936543696" sldId="288"/>
        </pc:sldMkLst>
        <pc:picChg chg="add del">
          <ac:chgData name="君 小綠綠" userId="c57869a4d43399e7" providerId="LiveId" clId="{873321F0-418A-4684-90F9-E0A8E3C4FD65}" dt="2026-10-24T06:49:14.244" v="214" actId="22"/>
          <ac:picMkLst>
            <pc:docMk/>
            <pc:sldMk cId="936543696" sldId="288"/>
            <ac:picMk id="5" creationId="{52639AC8-7530-8806-C471-D70F4077C671}"/>
          </ac:picMkLst>
        </pc:picChg>
        <pc:picChg chg="add del">
          <ac:chgData name="君 小綠綠" userId="c57869a4d43399e7" providerId="LiveId" clId="{873321F0-418A-4684-90F9-E0A8E3C4FD65}" dt="2026-10-24T06:50:50.193" v="216" actId="22"/>
          <ac:picMkLst>
            <pc:docMk/>
            <pc:sldMk cId="936543696" sldId="288"/>
            <ac:picMk id="7" creationId="{48FE26D9-1D12-DA17-5715-B8345232DCF1}"/>
          </ac:picMkLst>
        </pc:picChg>
      </pc:sldChg>
      <pc:sldChg chg="new del">
        <pc:chgData name="君 小綠綠" userId="c57869a4d43399e7" providerId="LiveId" clId="{873321F0-418A-4684-90F9-E0A8E3C4FD65}" dt="2026-10-24T06:54:16" v="219" actId="47"/>
        <pc:sldMkLst>
          <pc:docMk/>
          <pc:sldMk cId="2032407263" sldId="288"/>
        </pc:sldMkLst>
      </pc:sldChg>
      <pc:sldChg chg="new del">
        <pc:chgData name="君 小綠綠" userId="c57869a4d43399e7" providerId="LiveId" clId="{873321F0-418A-4684-90F9-E0A8E3C4FD65}" dt="2026-10-24T06:56:12.899" v="231" actId="47"/>
        <pc:sldMkLst>
          <pc:docMk/>
          <pc:sldMk cId="2088542353" sldId="289"/>
        </pc:sldMkLst>
      </pc:sldChg>
      <pc:sldChg chg="addSp modSp add mod setBg">
        <pc:chgData name="君 小綠綠" userId="c57869a4d43399e7" providerId="LiveId" clId="{873321F0-418A-4684-90F9-E0A8E3C4FD65}" dt="2026-10-24T06:56:30.284" v="236" actId="1076"/>
        <pc:sldMkLst>
          <pc:docMk/>
          <pc:sldMk cId="0" sldId="290"/>
        </pc:sldMkLst>
        <pc:spChg chg="add mod">
          <ac:chgData name="君 小綠綠" userId="c57869a4d43399e7" providerId="LiveId" clId="{873321F0-418A-4684-90F9-E0A8E3C4FD65}" dt="2026-10-24T06:56:30.284" v="236" actId="1076"/>
          <ac:spMkLst>
            <pc:docMk/>
            <pc:sldMk cId="0" sldId="290"/>
            <ac:spMk id="2" creationId="{B023C2B4-B33A-E284-1B7A-5FC07DDBA5CD}"/>
          </ac:spMkLst>
        </pc:spChg>
        <pc:spChg chg="mod">
          <ac:chgData name="君 小綠綠" userId="c57869a4d43399e7" providerId="LiveId" clId="{873321F0-418A-4684-90F9-E0A8E3C4FD65}" dt="2026-10-24T06:55:52.481" v="228" actId="1076"/>
          <ac:spMkLst>
            <pc:docMk/>
            <pc:sldMk cId="0" sldId="290"/>
            <ac:spMk id="29" creationId="{00000000-0000-0000-0000-000000000000}"/>
          </ac:spMkLst>
        </pc:spChg>
        <pc:picChg chg="mod">
          <ac:chgData name="君 小綠綠" userId="c57869a4d43399e7" providerId="LiveId" clId="{873321F0-418A-4684-90F9-E0A8E3C4FD65}" dt="2026-10-24T06:55:55.685" v="230" actId="1076"/>
          <ac:picMkLst>
            <pc:docMk/>
            <pc:sldMk cId="0" sldId="290"/>
            <ac:picMk id="30" creationId="{00000000-0000-0000-0000-000000000000}"/>
          </ac:picMkLst>
        </pc:picChg>
      </pc:sldChg>
      <pc:sldChg chg="add setBg modNotesTx">
        <pc:chgData name="君 小綠綠" userId="c57869a4d43399e7" providerId="LiveId" clId="{873321F0-418A-4684-90F9-E0A8E3C4FD65}" dt="2026-10-24T06:57:14.683" v="240"/>
        <pc:sldMkLst>
          <pc:docMk/>
          <pc:sldMk cId="0" sldId="291"/>
        </pc:sldMkLst>
      </pc:sldChg>
      <pc:sldChg chg="delSp new del mod">
        <pc:chgData name="君 小綠綠" userId="c57869a4d43399e7" providerId="LiveId" clId="{873321F0-418A-4684-90F9-E0A8E3C4FD65}" dt="2026-10-24T09:54:51.822" v="663" actId="47"/>
        <pc:sldMkLst>
          <pc:docMk/>
          <pc:sldMk cId="1490895156" sldId="292"/>
        </pc:sldMkLst>
        <pc:spChg chg="del">
          <ac:chgData name="君 小綠綠" userId="c57869a4d43399e7" providerId="LiveId" clId="{873321F0-418A-4684-90F9-E0A8E3C4FD65}" dt="2026-10-24T09:54:48.017" v="661" actId="478"/>
          <ac:spMkLst>
            <pc:docMk/>
            <pc:sldMk cId="1490895156" sldId="292"/>
            <ac:spMk id="2" creationId="{E56DF331-EA77-6F60-A47C-9EE1B5D4DC61}"/>
          </ac:spMkLst>
        </pc:spChg>
        <pc:spChg chg="del">
          <ac:chgData name="君 小綠綠" userId="c57869a4d43399e7" providerId="LiveId" clId="{873321F0-418A-4684-90F9-E0A8E3C4FD65}" dt="2026-10-24T09:54:48.017" v="661" actId="478"/>
          <ac:spMkLst>
            <pc:docMk/>
            <pc:sldMk cId="1490895156" sldId="292"/>
            <ac:spMk id="3" creationId="{4DEE5840-E07E-CABD-3A88-02EF3B01E17E}"/>
          </ac:spMkLst>
        </pc:spChg>
        <pc:spChg chg="del">
          <ac:chgData name="君 小綠綠" userId="c57869a4d43399e7" providerId="LiveId" clId="{873321F0-418A-4684-90F9-E0A8E3C4FD65}" dt="2026-10-24T09:54:48.017" v="661" actId="478"/>
          <ac:spMkLst>
            <pc:docMk/>
            <pc:sldMk cId="1490895156" sldId="292"/>
            <ac:spMk id="4" creationId="{3833A84B-A972-130D-1EA2-2846F882CA6B}"/>
          </ac:spMkLst>
        </pc:spChg>
      </pc:sldChg>
      <pc:sldChg chg="addSp delSp new del mod">
        <pc:chgData name="君 小綠綠" userId="c57869a4d43399e7" providerId="LiveId" clId="{873321F0-418A-4684-90F9-E0A8E3C4FD65}" dt="2026-10-24T09:53:04.659" v="659" actId="47"/>
        <pc:sldMkLst>
          <pc:docMk/>
          <pc:sldMk cId="2961955262" sldId="292"/>
        </pc:sldMkLst>
        <pc:spChg chg="add del">
          <ac:chgData name="君 小綠綠" userId="c57869a4d43399e7" providerId="LiveId" clId="{873321F0-418A-4684-90F9-E0A8E3C4FD65}" dt="2026-10-24T09:53:01.653" v="658" actId="22"/>
          <ac:spMkLst>
            <pc:docMk/>
            <pc:sldMk cId="2961955262" sldId="292"/>
            <ac:spMk id="4" creationId="{FC8F3B53-C961-4B35-3D1F-7A549CB4D078}"/>
          </ac:spMkLst>
        </pc:spChg>
      </pc:sldChg>
      <pc:sldChg chg="modSp add mod setBg modNotes modNotesTx">
        <pc:chgData name="君 小綠綠" userId="c57869a4d43399e7" providerId="LiveId" clId="{873321F0-418A-4684-90F9-E0A8E3C4FD65}" dt="2026-10-24T11:24:37.837" v="780" actId="14100"/>
        <pc:sldMkLst>
          <pc:docMk/>
          <pc:sldMk cId="0" sldId="293"/>
        </pc:sldMkLst>
        <pc:spChg chg="mod">
          <ac:chgData name="君 小綠綠" userId="c57869a4d43399e7" providerId="LiveId" clId="{873321F0-418A-4684-90F9-E0A8E3C4FD65}" dt="2026-10-24T11:24:37.837" v="780" actId="14100"/>
          <ac:spMkLst>
            <pc:docMk/>
            <pc:sldMk cId="0" sldId="293"/>
            <ac:spMk id="101" creationId="{00000000-0000-0000-0000-000000000000}"/>
          </ac:spMkLst>
        </pc:spChg>
      </pc:sldChg>
      <pc:sldChg chg="modSp add mod setBg modNotes">
        <pc:chgData name="君 小綠綠" userId="c57869a4d43399e7" providerId="LiveId" clId="{873321F0-418A-4684-90F9-E0A8E3C4FD65}" dt="2026-10-24T11:24:59.527" v="792" actId="20577"/>
        <pc:sldMkLst>
          <pc:docMk/>
          <pc:sldMk cId="0" sldId="294"/>
        </pc:sldMkLst>
        <pc:spChg chg="mod">
          <ac:chgData name="君 小綠綠" userId="c57869a4d43399e7" providerId="LiveId" clId="{873321F0-418A-4684-90F9-E0A8E3C4FD65}" dt="2026-10-24T11:24:59.527" v="792" actId="20577"/>
          <ac:spMkLst>
            <pc:docMk/>
            <pc:sldMk cId="0" sldId="294"/>
            <ac:spMk id="127" creationId="{00000000-0000-0000-0000-000000000000}"/>
          </ac:spMkLst>
        </pc:spChg>
        <pc:spChg chg="mod">
          <ac:chgData name="君 小綠綠" userId="c57869a4d43399e7" providerId="LiveId" clId="{873321F0-418A-4684-90F9-E0A8E3C4FD65}" dt="2026-10-24T09:56:14.797" v="670" actId="255"/>
          <ac:spMkLst>
            <pc:docMk/>
            <pc:sldMk cId="0" sldId="294"/>
            <ac:spMk id="128" creationId="{00000000-0000-0000-0000-000000000000}"/>
          </ac:spMkLst>
        </pc:spChg>
        <pc:spChg chg="mod">
          <ac:chgData name="君 小綠綠" userId="c57869a4d43399e7" providerId="LiveId" clId="{873321F0-418A-4684-90F9-E0A8E3C4FD65}" dt="2026-10-24T09:56:20.728" v="671" actId="255"/>
          <ac:spMkLst>
            <pc:docMk/>
            <pc:sldMk cId="0" sldId="294"/>
            <ac:spMk id="129" creationId="{00000000-0000-0000-0000-000000000000}"/>
          </ac:spMkLst>
        </pc:spChg>
        <pc:spChg chg="mod">
          <ac:chgData name="君 小綠綠" userId="c57869a4d43399e7" providerId="LiveId" clId="{873321F0-418A-4684-90F9-E0A8E3C4FD65}" dt="2026-10-24T09:56:29.514" v="673" actId="255"/>
          <ac:spMkLst>
            <pc:docMk/>
            <pc:sldMk cId="0" sldId="294"/>
            <ac:spMk id="130" creationId="{00000000-0000-0000-0000-000000000000}"/>
          </ac:spMkLst>
        </pc:spChg>
        <pc:spChg chg="mod">
          <ac:chgData name="君 小綠綠" userId="c57869a4d43399e7" providerId="LiveId" clId="{873321F0-418A-4684-90F9-E0A8E3C4FD65}" dt="2026-10-24T09:56:25.561" v="672" actId="255"/>
          <ac:spMkLst>
            <pc:docMk/>
            <pc:sldMk cId="0" sldId="294"/>
            <ac:spMk id="131" creationId="{00000000-0000-0000-0000-000000000000}"/>
          </ac:spMkLst>
        </pc:spChg>
        <pc:spChg chg="mod">
          <ac:chgData name="君 小綠綠" userId="c57869a4d43399e7" providerId="LiveId" clId="{873321F0-418A-4684-90F9-E0A8E3C4FD65}" dt="2026-10-24T09:56:35.416" v="674" actId="255"/>
          <ac:spMkLst>
            <pc:docMk/>
            <pc:sldMk cId="0" sldId="294"/>
            <ac:spMk id="134" creationId="{00000000-0000-0000-0000-000000000000}"/>
          </ac:spMkLst>
        </pc:spChg>
        <pc:spChg chg="mod">
          <ac:chgData name="君 小綠綠" userId="c57869a4d43399e7" providerId="LiveId" clId="{873321F0-418A-4684-90F9-E0A8E3C4FD65}" dt="2026-10-24T09:56:41.364" v="675" actId="255"/>
          <ac:spMkLst>
            <pc:docMk/>
            <pc:sldMk cId="0" sldId="294"/>
            <ac:spMk id="135" creationId="{00000000-0000-0000-0000-000000000000}"/>
          </ac:spMkLst>
        </pc:spChg>
        <pc:spChg chg="mod">
          <ac:chgData name="君 小綠綠" userId="c57869a4d43399e7" providerId="LiveId" clId="{873321F0-418A-4684-90F9-E0A8E3C4FD65}" dt="2026-10-24T09:56:45.600" v="676" actId="255"/>
          <ac:spMkLst>
            <pc:docMk/>
            <pc:sldMk cId="0" sldId="294"/>
            <ac:spMk id="136" creationId="{00000000-0000-0000-0000-000000000000}"/>
          </ac:spMkLst>
        </pc:spChg>
        <pc:spChg chg="mod">
          <ac:chgData name="君 小綠綠" userId="c57869a4d43399e7" providerId="LiveId" clId="{873321F0-418A-4684-90F9-E0A8E3C4FD65}" dt="2026-10-24T09:56:49.279" v="677" actId="255"/>
          <ac:spMkLst>
            <pc:docMk/>
            <pc:sldMk cId="0" sldId="294"/>
            <ac:spMk id="137" creationId="{00000000-0000-0000-0000-000000000000}"/>
          </ac:spMkLst>
        </pc:spChg>
      </pc:sldChg>
      <pc:sldChg chg="delSp modSp add del mod setBg modNotes modNotesTx">
        <pc:chgData name="君 小綠綠" userId="c57869a4d43399e7" providerId="LiveId" clId="{873321F0-418A-4684-90F9-E0A8E3C4FD65}" dt="2026-10-24T11:43:47.564" v="927"/>
        <pc:sldMkLst>
          <pc:docMk/>
          <pc:sldMk cId="0" sldId="295"/>
        </pc:sldMkLst>
        <pc:spChg chg="del">
          <ac:chgData name="君 小綠綠" userId="c57869a4d43399e7" providerId="LiveId" clId="{873321F0-418A-4684-90F9-E0A8E3C4FD65}" dt="2026-10-24T11:37:09.948" v="825" actId="478"/>
          <ac:spMkLst>
            <pc:docMk/>
            <pc:sldMk cId="0" sldId="295"/>
            <ac:spMk id="84" creationId="{00000000-0000-0000-0000-000000000000}"/>
          </ac:spMkLst>
        </pc:spChg>
        <pc:spChg chg="del">
          <ac:chgData name="君 小綠綠" userId="c57869a4d43399e7" providerId="LiveId" clId="{873321F0-418A-4684-90F9-E0A8E3C4FD65}" dt="2026-10-24T11:36:38.567" v="820" actId="478"/>
          <ac:spMkLst>
            <pc:docMk/>
            <pc:sldMk cId="0" sldId="295"/>
            <ac:spMk id="85" creationId="{00000000-0000-0000-0000-000000000000}"/>
          </ac:spMkLst>
        </pc:spChg>
        <pc:spChg chg="del">
          <ac:chgData name="君 小綠綠" userId="c57869a4d43399e7" providerId="LiveId" clId="{873321F0-418A-4684-90F9-E0A8E3C4FD65}" dt="2026-10-24T11:36:41.958" v="821" actId="478"/>
          <ac:spMkLst>
            <pc:docMk/>
            <pc:sldMk cId="0" sldId="295"/>
            <ac:spMk id="86" creationId="{00000000-0000-0000-0000-000000000000}"/>
          </ac:spMkLst>
        </pc:spChg>
        <pc:spChg chg="mod">
          <ac:chgData name="君 小綠綠" userId="c57869a4d43399e7" providerId="LiveId" clId="{873321F0-418A-4684-90F9-E0A8E3C4FD65}" dt="2026-10-24T11:36:57.916" v="824" actId="1076"/>
          <ac:spMkLst>
            <pc:docMk/>
            <pc:sldMk cId="0" sldId="295"/>
            <ac:spMk id="89" creationId="{00000000-0000-0000-0000-000000000000}"/>
          </ac:spMkLst>
        </pc:spChg>
        <pc:spChg chg="mod">
          <ac:chgData name="君 小綠綠" userId="c57869a4d43399e7" providerId="LiveId" clId="{873321F0-418A-4684-90F9-E0A8E3C4FD65}" dt="2026-10-24T11:36:57.916" v="824" actId="1076"/>
          <ac:spMkLst>
            <pc:docMk/>
            <pc:sldMk cId="0" sldId="295"/>
            <ac:spMk id="90" creationId="{00000000-0000-0000-0000-000000000000}"/>
          </ac:spMkLst>
        </pc:spChg>
        <pc:spChg chg="mod">
          <ac:chgData name="君 小綠綠" userId="c57869a4d43399e7" providerId="LiveId" clId="{873321F0-418A-4684-90F9-E0A8E3C4FD65}" dt="2026-10-24T11:36:57.916" v="824" actId="1076"/>
          <ac:spMkLst>
            <pc:docMk/>
            <pc:sldMk cId="0" sldId="295"/>
            <ac:spMk id="92" creationId="{00000000-0000-0000-0000-000000000000}"/>
          </ac:spMkLst>
        </pc:spChg>
        <pc:spChg chg="mod">
          <ac:chgData name="君 小綠綠" userId="c57869a4d43399e7" providerId="LiveId" clId="{873321F0-418A-4684-90F9-E0A8E3C4FD65}" dt="2026-10-24T11:36:57.916" v="824" actId="1076"/>
          <ac:spMkLst>
            <pc:docMk/>
            <pc:sldMk cId="0" sldId="295"/>
            <ac:spMk id="95" creationId="{00000000-0000-0000-0000-000000000000}"/>
          </ac:spMkLst>
        </pc:spChg>
        <pc:spChg chg="mod">
          <ac:chgData name="君 小綠綠" userId="c57869a4d43399e7" providerId="LiveId" clId="{873321F0-418A-4684-90F9-E0A8E3C4FD65}" dt="2026-10-24T11:36:57.916" v="824" actId="1076"/>
          <ac:spMkLst>
            <pc:docMk/>
            <pc:sldMk cId="0" sldId="295"/>
            <ac:spMk id="99" creationId="{00000000-0000-0000-0000-000000000000}"/>
          </ac:spMkLst>
        </pc:spChg>
        <pc:spChg chg="mod">
          <ac:chgData name="君 小綠綠" userId="c57869a4d43399e7" providerId="LiveId" clId="{873321F0-418A-4684-90F9-E0A8E3C4FD65}" dt="2026-10-24T11:36:57.916" v="824" actId="1076"/>
          <ac:spMkLst>
            <pc:docMk/>
            <pc:sldMk cId="0" sldId="295"/>
            <ac:spMk id="101" creationId="{00000000-0000-0000-0000-000000000000}"/>
          </ac:spMkLst>
        </pc:spChg>
        <pc:spChg chg="mod">
          <ac:chgData name="君 小綠綠" userId="c57869a4d43399e7" providerId="LiveId" clId="{873321F0-418A-4684-90F9-E0A8E3C4FD65}" dt="2026-10-24T11:36:57.916" v="824" actId="1076"/>
          <ac:spMkLst>
            <pc:docMk/>
            <pc:sldMk cId="0" sldId="295"/>
            <ac:spMk id="106" creationId="{00000000-0000-0000-0000-000000000000}"/>
          </ac:spMkLst>
        </pc:spChg>
        <pc:spChg chg="mod">
          <ac:chgData name="君 小綠綠" userId="c57869a4d43399e7" providerId="LiveId" clId="{873321F0-418A-4684-90F9-E0A8E3C4FD65}" dt="2026-10-24T11:36:57.916" v="824" actId="1076"/>
          <ac:spMkLst>
            <pc:docMk/>
            <pc:sldMk cId="0" sldId="295"/>
            <ac:spMk id="108" creationId="{00000000-0000-0000-0000-000000000000}"/>
          </ac:spMkLst>
        </pc:spChg>
        <pc:spChg chg="mod">
          <ac:chgData name="君 小綠綠" userId="c57869a4d43399e7" providerId="LiveId" clId="{873321F0-418A-4684-90F9-E0A8E3C4FD65}" dt="2026-10-24T11:36:57.916" v="824" actId="1076"/>
          <ac:spMkLst>
            <pc:docMk/>
            <pc:sldMk cId="0" sldId="295"/>
            <ac:spMk id="110" creationId="{00000000-0000-0000-0000-000000000000}"/>
          </ac:spMkLst>
        </pc:spChg>
        <pc:spChg chg="del">
          <ac:chgData name="君 小綠綠" userId="c57869a4d43399e7" providerId="LiveId" clId="{873321F0-418A-4684-90F9-E0A8E3C4FD65}" dt="2026-10-24T11:37:09.948" v="825" actId="478"/>
          <ac:spMkLst>
            <pc:docMk/>
            <pc:sldMk cId="0" sldId="295"/>
            <ac:spMk id="114" creationId="{00000000-0000-0000-0000-000000000000}"/>
          </ac:spMkLst>
        </pc:spChg>
        <pc:spChg chg="del">
          <ac:chgData name="君 小綠綠" userId="c57869a4d43399e7" providerId="LiveId" clId="{873321F0-418A-4684-90F9-E0A8E3C4FD65}" dt="2026-10-24T11:37:09.948" v="825" actId="478"/>
          <ac:spMkLst>
            <pc:docMk/>
            <pc:sldMk cId="0" sldId="295"/>
            <ac:spMk id="115" creationId="{00000000-0000-0000-0000-000000000000}"/>
          </ac:spMkLst>
        </pc:spChg>
        <pc:spChg chg="mod">
          <ac:chgData name="君 小綠綠" userId="c57869a4d43399e7" providerId="LiveId" clId="{873321F0-418A-4684-90F9-E0A8E3C4FD65}" dt="2026-10-24T11:36:57.916" v="824" actId="1076"/>
          <ac:spMkLst>
            <pc:docMk/>
            <pc:sldMk cId="0" sldId="295"/>
            <ac:spMk id="116" creationId="{00000000-0000-0000-0000-000000000000}"/>
          </ac:spMkLst>
        </pc:spChg>
        <pc:spChg chg="mod">
          <ac:chgData name="君 小綠綠" userId="c57869a4d43399e7" providerId="LiveId" clId="{873321F0-418A-4684-90F9-E0A8E3C4FD65}" dt="2026-10-24T11:37:59.268" v="834" actId="6549"/>
          <ac:spMkLst>
            <pc:docMk/>
            <pc:sldMk cId="0" sldId="295"/>
            <ac:spMk id="117" creationId="{00000000-0000-0000-0000-000000000000}"/>
          </ac:spMkLst>
        </pc:spChg>
        <pc:spChg chg="del">
          <ac:chgData name="君 小綠綠" userId="c57869a4d43399e7" providerId="LiveId" clId="{873321F0-418A-4684-90F9-E0A8E3C4FD65}" dt="2026-10-24T11:36:41.958" v="821" actId="478"/>
          <ac:spMkLst>
            <pc:docMk/>
            <pc:sldMk cId="0" sldId="295"/>
            <ac:spMk id="118" creationId="{00000000-0000-0000-0000-000000000000}"/>
          </ac:spMkLst>
        </pc:spChg>
        <pc:spChg chg="del">
          <ac:chgData name="君 小綠綠" userId="c57869a4d43399e7" providerId="LiveId" clId="{873321F0-418A-4684-90F9-E0A8E3C4FD65}" dt="2026-10-24T11:36:41.958" v="821" actId="478"/>
          <ac:spMkLst>
            <pc:docMk/>
            <pc:sldMk cId="0" sldId="295"/>
            <ac:spMk id="119" creationId="{00000000-0000-0000-0000-000000000000}"/>
          </ac:spMkLst>
        </pc:spChg>
        <pc:spChg chg="del">
          <ac:chgData name="君 小綠綠" userId="c57869a4d43399e7" providerId="LiveId" clId="{873321F0-418A-4684-90F9-E0A8E3C4FD65}" dt="2026-10-24T11:36:47.046" v="822" actId="478"/>
          <ac:spMkLst>
            <pc:docMk/>
            <pc:sldMk cId="0" sldId="295"/>
            <ac:spMk id="120" creationId="{00000000-0000-0000-0000-000000000000}"/>
          </ac:spMkLst>
        </pc:spChg>
        <pc:spChg chg="del mod">
          <ac:chgData name="君 小綠綠" userId="c57869a4d43399e7" providerId="LiveId" clId="{873321F0-418A-4684-90F9-E0A8E3C4FD65}" dt="2026-10-24T11:36:10.706" v="814" actId="478"/>
          <ac:spMkLst>
            <pc:docMk/>
            <pc:sldMk cId="0" sldId="295"/>
            <ac:spMk id="121" creationId="{00000000-0000-0000-0000-000000000000}"/>
          </ac:spMkLst>
        </pc:spChg>
        <pc:spChg chg="del">
          <ac:chgData name="君 小綠綠" userId="c57869a4d43399e7" providerId="LiveId" clId="{873321F0-418A-4684-90F9-E0A8E3C4FD65}" dt="2026-10-24T11:36:14.162" v="815" actId="478"/>
          <ac:spMkLst>
            <pc:docMk/>
            <pc:sldMk cId="0" sldId="295"/>
            <ac:spMk id="122" creationId="{00000000-0000-0000-0000-000000000000}"/>
          </ac:spMkLst>
        </pc:spChg>
        <pc:spChg chg="del">
          <ac:chgData name="君 小綠綠" userId="c57869a4d43399e7" providerId="LiveId" clId="{873321F0-418A-4684-90F9-E0A8E3C4FD65}" dt="2026-10-24T11:36:16.225" v="816" actId="478"/>
          <ac:spMkLst>
            <pc:docMk/>
            <pc:sldMk cId="0" sldId="295"/>
            <ac:spMk id="123" creationId="{00000000-0000-0000-0000-000000000000}"/>
          </ac:spMkLst>
        </pc:spChg>
        <pc:spChg chg="del">
          <ac:chgData name="君 小綠綠" userId="c57869a4d43399e7" providerId="LiveId" clId="{873321F0-418A-4684-90F9-E0A8E3C4FD65}" dt="2026-10-24T11:36:18.225" v="817" actId="478"/>
          <ac:spMkLst>
            <pc:docMk/>
            <pc:sldMk cId="0" sldId="295"/>
            <ac:spMk id="124" creationId="{00000000-0000-0000-0000-000000000000}"/>
          </ac:spMkLst>
        </pc:spChg>
        <pc:spChg chg="del">
          <ac:chgData name="君 小綠綠" userId="c57869a4d43399e7" providerId="LiveId" clId="{873321F0-418A-4684-90F9-E0A8E3C4FD65}" dt="2026-10-24T11:36:22.753" v="818" actId="478"/>
          <ac:spMkLst>
            <pc:docMk/>
            <pc:sldMk cId="0" sldId="295"/>
            <ac:spMk id="125" creationId="{00000000-0000-0000-0000-000000000000}"/>
          </ac:spMkLst>
        </pc:spChg>
        <pc:graphicFrameChg chg="mod modGraphic">
          <ac:chgData name="君 小綠綠" userId="c57869a4d43399e7" providerId="LiveId" clId="{873321F0-418A-4684-90F9-E0A8E3C4FD65}" dt="2026-10-24T11:43:33.435" v="926" actId="20577"/>
          <ac:graphicFrameMkLst>
            <pc:docMk/>
            <pc:sldMk cId="0" sldId="295"/>
            <ac:graphicFrameMk id="113" creationId="{00000000-0000-0000-0000-000000000000}"/>
          </ac:graphicFrameMkLst>
        </pc:graphicFrameChg>
        <pc:picChg chg="del">
          <ac:chgData name="君 小綠綠" userId="c57869a4d43399e7" providerId="LiveId" clId="{873321F0-418A-4684-90F9-E0A8E3C4FD65}" dt="2026-10-24T11:36:41.958" v="821" actId="478"/>
          <ac:picMkLst>
            <pc:docMk/>
            <pc:sldMk cId="0" sldId="295"/>
            <ac:picMk id="111" creationId="{00000000-0000-0000-0000-000000000000}"/>
          </ac:picMkLst>
        </pc:picChg>
        <pc:picChg chg="del">
          <ac:chgData name="君 小綠綠" userId="c57869a4d43399e7" providerId="LiveId" clId="{873321F0-418A-4684-90F9-E0A8E3C4FD65}" dt="2026-10-24T11:36:41.958" v="821" actId="478"/>
          <ac:picMkLst>
            <pc:docMk/>
            <pc:sldMk cId="0" sldId="295"/>
            <ac:picMk id="112" creationId="{00000000-0000-0000-0000-000000000000}"/>
          </ac:picMkLst>
        </pc:picChg>
      </pc:sldChg>
      <pc:sldMasterChg chg="delSldLayout">
        <pc:chgData name="君 小綠綠" userId="c57869a4d43399e7" providerId="LiveId" clId="{873321F0-418A-4684-90F9-E0A8E3C4FD65}" dt="2026-10-24T09:55:35.619" v="666" actId="47"/>
        <pc:sldMasterMkLst>
          <pc:docMk/>
          <pc:sldMasterMk cId="0" sldId="2147483659"/>
        </pc:sldMasterMkLst>
        <pc:sldLayoutChg chg="del">
          <pc:chgData name="君 小綠綠" userId="c57869a4d43399e7" providerId="LiveId" clId="{873321F0-418A-4684-90F9-E0A8E3C4FD65}" dt="2026-10-24T06:50:54.472" v="217" actId="47"/>
          <pc:sldLayoutMkLst>
            <pc:docMk/>
            <pc:sldMasterMk cId="0" sldId="2147483659"/>
            <pc:sldLayoutMk cId="0" sldId="2147483650"/>
          </pc:sldLayoutMkLst>
        </pc:sldLayoutChg>
        <pc:sldLayoutChg chg="del">
          <pc:chgData name="君 小綠綠" userId="c57869a4d43399e7" providerId="LiveId" clId="{873321F0-418A-4684-90F9-E0A8E3C4FD65}" dt="2026-10-24T06:54:16" v="219" actId="47"/>
          <pc:sldLayoutMkLst>
            <pc:docMk/>
            <pc:sldMasterMk cId="0" sldId="2147483659"/>
            <pc:sldLayoutMk cId="0" sldId="2147483651"/>
          </pc:sldLayoutMkLst>
        </pc:sldLayoutChg>
        <pc:sldLayoutChg chg="del">
          <pc:chgData name="君 小綠綠" userId="c57869a4d43399e7" providerId="LiveId" clId="{873321F0-418A-4684-90F9-E0A8E3C4FD65}" dt="2026-10-24T09:54:51.822" v="663" actId="47"/>
          <pc:sldLayoutMkLst>
            <pc:docMk/>
            <pc:sldMasterMk cId="0" sldId="2147483659"/>
            <pc:sldLayoutMk cId="0" sldId="2147483652"/>
          </pc:sldLayoutMkLst>
        </pc:sldLayoutChg>
        <pc:sldLayoutChg chg="del">
          <pc:chgData name="君 小綠綠" userId="c57869a4d43399e7" providerId="LiveId" clId="{873321F0-418A-4684-90F9-E0A8E3C4FD65}" dt="2026-10-24T09:55:35.619" v="666" actId="47"/>
          <pc:sldLayoutMkLst>
            <pc:docMk/>
            <pc:sldMasterMk cId="0" sldId="2147483659"/>
            <pc:sldLayoutMk cId="0" sldId="2147483654"/>
          </pc:sldLayoutMkLst>
        </pc:sldLayoutChg>
      </pc:sldMasterChg>
    </pc:docChg>
  </pc:docChgLst>
  <pc:docChgLst>
    <pc:chgData name="君 小綠綠" userId="c57869a4d43399e7" providerId="LiveId" clId="{D234E45F-C55B-4C89-9D7C-A43BF66C4BBF}"/>
    <pc:docChg chg="undo custSel addSld delSld modSld sldOrd">
      <pc:chgData name="君 小綠綠" userId="c57869a4d43399e7" providerId="LiveId" clId="{D234E45F-C55B-4C89-9D7C-A43BF66C4BBF}" dt="2026-10-23T08:53:14.398" v="720" actId="1076"/>
      <pc:docMkLst>
        <pc:docMk/>
      </pc:docMkLst>
      <pc:sldChg chg="delSp modSp mod">
        <pc:chgData name="君 小綠綠" userId="c57869a4d43399e7" providerId="LiveId" clId="{D234E45F-C55B-4C89-9D7C-A43BF66C4BBF}" dt="2026-10-23T07:45:01.689" v="162" actId="20577"/>
        <pc:sldMkLst>
          <pc:docMk/>
          <pc:sldMk cId="0" sldId="256"/>
        </pc:sldMkLst>
        <pc:spChg chg="mod">
          <ac:chgData name="君 小綠綠" userId="c57869a4d43399e7" providerId="LiveId" clId="{D234E45F-C55B-4C89-9D7C-A43BF66C4BBF}" dt="2026-10-23T07:23:19.753" v="20" actId="6549"/>
          <ac:spMkLst>
            <pc:docMk/>
            <pc:sldMk cId="0" sldId="256"/>
            <ac:spMk id="87" creationId="{00000000-0000-0000-0000-000000000000}"/>
          </ac:spMkLst>
        </pc:spChg>
        <pc:spChg chg="mod">
          <ac:chgData name="君 小綠綠" userId="c57869a4d43399e7" providerId="LiveId" clId="{D234E45F-C55B-4C89-9D7C-A43BF66C4BBF}" dt="2026-10-23T07:22:16.228" v="7" actId="20577"/>
          <ac:spMkLst>
            <pc:docMk/>
            <pc:sldMk cId="0" sldId="256"/>
            <ac:spMk id="88" creationId="{00000000-0000-0000-0000-000000000000}"/>
          </ac:spMkLst>
        </pc:spChg>
        <pc:spChg chg="mod">
          <ac:chgData name="君 小綠綠" userId="c57869a4d43399e7" providerId="LiveId" clId="{D234E45F-C55B-4C89-9D7C-A43BF66C4BBF}" dt="2026-10-23T07:45:01.689" v="162" actId="20577"/>
          <ac:spMkLst>
            <pc:docMk/>
            <pc:sldMk cId="0" sldId="256"/>
            <ac:spMk id="89" creationId="{00000000-0000-0000-0000-000000000000}"/>
          </ac:spMkLst>
        </pc:spChg>
        <pc:spChg chg="mod">
          <ac:chgData name="君 小綠綠" userId="c57869a4d43399e7" providerId="LiveId" clId="{D234E45F-C55B-4C89-9D7C-A43BF66C4BBF}" dt="2026-10-23T07:21:40.278" v="4" actId="1076"/>
          <ac:spMkLst>
            <pc:docMk/>
            <pc:sldMk cId="0" sldId="256"/>
            <ac:spMk id="92" creationId="{00000000-0000-0000-0000-000000000000}"/>
          </ac:spMkLst>
        </pc:spChg>
        <pc:spChg chg="mod">
          <ac:chgData name="君 小綠綠" userId="c57869a4d43399e7" providerId="LiveId" clId="{D234E45F-C55B-4C89-9D7C-A43BF66C4BBF}" dt="2026-10-23T07:21:40.278" v="4" actId="1076"/>
          <ac:spMkLst>
            <pc:docMk/>
            <pc:sldMk cId="0" sldId="256"/>
            <ac:spMk id="93" creationId="{00000000-0000-0000-0000-000000000000}"/>
          </ac:spMkLst>
        </pc:spChg>
        <pc:spChg chg="del">
          <ac:chgData name="君 小綠綠" userId="c57869a4d43399e7" providerId="LiveId" clId="{D234E45F-C55B-4C89-9D7C-A43BF66C4BBF}" dt="2026-10-23T07:21:27.840" v="3" actId="478"/>
          <ac:spMkLst>
            <pc:docMk/>
            <pc:sldMk cId="0" sldId="256"/>
            <ac:spMk id="94" creationId="{00000000-0000-0000-0000-000000000000}"/>
          </ac:spMkLst>
        </pc:spChg>
        <pc:spChg chg="del">
          <ac:chgData name="君 小綠綠" userId="c57869a4d43399e7" providerId="LiveId" clId="{D234E45F-C55B-4C89-9D7C-A43BF66C4BBF}" dt="2026-10-23T07:21:27.840" v="3" actId="478"/>
          <ac:spMkLst>
            <pc:docMk/>
            <pc:sldMk cId="0" sldId="256"/>
            <ac:spMk id="95" creationId="{00000000-0000-0000-0000-000000000000}"/>
          </ac:spMkLst>
        </pc:spChg>
      </pc:sldChg>
      <pc:sldChg chg="addSp delSp modSp mod">
        <pc:chgData name="君 小綠綠" userId="c57869a4d43399e7" providerId="LiveId" clId="{D234E45F-C55B-4C89-9D7C-A43BF66C4BBF}" dt="2026-10-23T07:35:31.767" v="133" actId="478"/>
        <pc:sldMkLst>
          <pc:docMk/>
          <pc:sldMk cId="0" sldId="257"/>
        </pc:sldMkLst>
        <pc:spChg chg="add mod">
          <ac:chgData name="君 小綠綠" userId="c57869a4d43399e7" providerId="LiveId" clId="{D234E45F-C55B-4C89-9D7C-A43BF66C4BBF}" dt="2026-10-23T07:34:24.108" v="129" actId="571"/>
          <ac:spMkLst>
            <pc:docMk/>
            <pc:sldMk cId="0" sldId="257"/>
            <ac:spMk id="2" creationId="{50E65B04-DCD0-42E4-C206-13377D5897AB}"/>
          </ac:spMkLst>
        </pc:spChg>
        <pc:spChg chg="mod">
          <ac:chgData name="君 小綠綠" userId="c57869a4d43399e7" providerId="LiveId" clId="{D234E45F-C55B-4C89-9D7C-A43BF66C4BBF}" dt="2026-10-23T07:25:47.473" v="58" actId="14100"/>
          <ac:spMkLst>
            <pc:docMk/>
            <pc:sldMk cId="0" sldId="257"/>
            <ac:spMk id="100" creationId="{00000000-0000-0000-0000-000000000000}"/>
          </ac:spMkLst>
        </pc:spChg>
        <pc:spChg chg="mod">
          <ac:chgData name="君 小綠綠" userId="c57869a4d43399e7" providerId="LiveId" clId="{D234E45F-C55B-4C89-9D7C-A43BF66C4BBF}" dt="2026-10-23T07:30:44.131" v="98" actId="14100"/>
          <ac:spMkLst>
            <pc:docMk/>
            <pc:sldMk cId="0" sldId="257"/>
            <ac:spMk id="101" creationId="{00000000-0000-0000-0000-000000000000}"/>
          </ac:spMkLst>
        </pc:spChg>
        <pc:spChg chg="mod">
          <ac:chgData name="君 小綠綠" userId="c57869a4d43399e7" providerId="LiveId" clId="{D234E45F-C55B-4C89-9D7C-A43BF66C4BBF}" dt="2026-10-23T07:26:04.472" v="62" actId="14100"/>
          <ac:spMkLst>
            <pc:docMk/>
            <pc:sldMk cId="0" sldId="257"/>
            <ac:spMk id="102" creationId="{00000000-0000-0000-0000-000000000000}"/>
          </ac:spMkLst>
        </pc:spChg>
        <pc:spChg chg="mod">
          <ac:chgData name="君 小綠綠" userId="c57869a4d43399e7" providerId="LiveId" clId="{D234E45F-C55B-4C89-9D7C-A43BF66C4BBF}" dt="2026-10-23T07:30:24.159" v="96" actId="14100"/>
          <ac:spMkLst>
            <pc:docMk/>
            <pc:sldMk cId="0" sldId="257"/>
            <ac:spMk id="103" creationId="{00000000-0000-0000-0000-000000000000}"/>
          </ac:spMkLst>
        </pc:spChg>
        <pc:spChg chg="mod">
          <ac:chgData name="君 小綠綠" userId="c57869a4d43399e7" providerId="LiveId" clId="{D234E45F-C55B-4C89-9D7C-A43BF66C4BBF}" dt="2026-10-23T07:26:13.205" v="64" actId="14100"/>
          <ac:spMkLst>
            <pc:docMk/>
            <pc:sldMk cId="0" sldId="257"/>
            <ac:spMk id="104" creationId="{00000000-0000-0000-0000-000000000000}"/>
          </ac:spMkLst>
        </pc:spChg>
        <pc:spChg chg="mod">
          <ac:chgData name="君 小綠綠" userId="c57869a4d43399e7" providerId="LiveId" clId="{D234E45F-C55B-4C89-9D7C-A43BF66C4BBF}" dt="2026-10-23T07:27:38.801" v="76" actId="14100"/>
          <ac:spMkLst>
            <pc:docMk/>
            <pc:sldMk cId="0" sldId="257"/>
            <ac:spMk id="105" creationId="{00000000-0000-0000-0000-000000000000}"/>
          </ac:spMkLst>
        </pc:spChg>
        <pc:spChg chg="mod">
          <ac:chgData name="君 小綠綠" userId="c57869a4d43399e7" providerId="LiveId" clId="{D234E45F-C55B-4C89-9D7C-A43BF66C4BBF}" dt="2026-10-23T07:33:46.832" v="124" actId="14100"/>
          <ac:spMkLst>
            <pc:docMk/>
            <pc:sldMk cId="0" sldId="257"/>
            <ac:spMk id="106" creationId="{00000000-0000-0000-0000-000000000000}"/>
          </ac:spMkLst>
        </pc:spChg>
        <pc:spChg chg="del mod">
          <ac:chgData name="君 小綠綠" userId="c57869a4d43399e7" providerId="LiveId" clId="{D234E45F-C55B-4C89-9D7C-A43BF66C4BBF}" dt="2026-10-23T07:35:31.767" v="133" actId="478"/>
          <ac:spMkLst>
            <pc:docMk/>
            <pc:sldMk cId="0" sldId="257"/>
            <ac:spMk id="107" creationId="{00000000-0000-0000-0000-000000000000}"/>
          </ac:spMkLst>
        </pc:spChg>
        <pc:spChg chg="mod">
          <ac:chgData name="君 小綠綠" userId="c57869a4d43399e7" providerId="LiveId" clId="{D234E45F-C55B-4C89-9D7C-A43BF66C4BBF}" dt="2026-10-23T07:25:23.548" v="55" actId="6549"/>
          <ac:spMkLst>
            <pc:docMk/>
            <pc:sldMk cId="0" sldId="257"/>
            <ac:spMk id="108" creationId="{00000000-0000-0000-0000-000000000000}"/>
          </ac:spMkLst>
        </pc:spChg>
        <pc:spChg chg="mod">
          <ac:chgData name="君 小綠綠" userId="c57869a4d43399e7" providerId="LiveId" clId="{D234E45F-C55B-4C89-9D7C-A43BF66C4BBF}" dt="2026-10-23T07:25:16.243" v="36" actId="1076"/>
          <ac:spMkLst>
            <pc:docMk/>
            <pc:sldMk cId="0" sldId="257"/>
            <ac:spMk id="109" creationId="{00000000-0000-0000-0000-000000000000}"/>
          </ac:spMkLst>
        </pc:spChg>
        <pc:spChg chg="mod">
          <ac:chgData name="君 小綠綠" userId="c57869a4d43399e7" providerId="LiveId" clId="{D234E45F-C55B-4C89-9D7C-A43BF66C4BBF}" dt="2026-10-23T07:30:56.509" v="103" actId="20577"/>
          <ac:spMkLst>
            <pc:docMk/>
            <pc:sldMk cId="0" sldId="257"/>
            <ac:spMk id="110" creationId="{00000000-0000-0000-0000-000000000000}"/>
          </ac:spMkLst>
        </pc:spChg>
        <pc:spChg chg="mod">
          <ac:chgData name="君 小綠綠" userId="c57869a4d43399e7" providerId="LiveId" clId="{D234E45F-C55B-4C89-9D7C-A43BF66C4BBF}" dt="2026-10-23T07:25:55.156" v="60" actId="1076"/>
          <ac:spMkLst>
            <pc:docMk/>
            <pc:sldMk cId="0" sldId="257"/>
            <ac:spMk id="111" creationId="{00000000-0000-0000-0000-000000000000}"/>
          </ac:spMkLst>
        </pc:spChg>
        <pc:spChg chg="mod">
          <ac:chgData name="君 小綠綠" userId="c57869a4d43399e7" providerId="LiveId" clId="{D234E45F-C55B-4C89-9D7C-A43BF66C4BBF}" dt="2026-10-23T07:29:11.890" v="87" actId="1076"/>
          <ac:spMkLst>
            <pc:docMk/>
            <pc:sldMk cId="0" sldId="257"/>
            <ac:spMk id="112" creationId="{00000000-0000-0000-0000-000000000000}"/>
          </ac:spMkLst>
        </pc:spChg>
        <pc:spChg chg="mod">
          <ac:chgData name="君 小綠綠" userId="c57869a4d43399e7" providerId="LiveId" clId="{D234E45F-C55B-4C89-9D7C-A43BF66C4BBF}" dt="2026-10-23T07:31:02.505" v="104" actId="6549"/>
          <ac:spMkLst>
            <pc:docMk/>
            <pc:sldMk cId="0" sldId="257"/>
            <ac:spMk id="113" creationId="{00000000-0000-0000-0000-000000000000}"/>
          </ac:spMkLst>
        </pc:spChg>
        <pc:spChg chg="mod">
          <ac:chgData name="君 小綠綠" userId="c57869a4d43399e7" providerId="LiveId" clId="{D234E45F-C55B-4C89-9D7C-A43BF66C4BBF}" dt="2026-10-23T07:29:36.440" v="90" actId="1076"/>
          <ac:spMkLst>
            <pc:docMk/>
            <pc:sldMk cId="0" sldId="257"/>
            <ac:spMk id="114" creationId="{00000000-0000-0000-0000-000000000000}"/>
          </ac:spMkLst>
        </pc:spChg>
        <pc:spChg chg="mod">
          <ac:chgData name="君 小綠綠" userId="c57869a4d43399e7" providerId="LiveId" clId="{D234E45F-C55B-4C89-9D7C-A43BF66C4BBF}" dt="2026-10-23T07:29:57.221" v="94" actId="1076"/>
          <ac:spMkLst>
            <pc:docMk/>
            <pc:sldMk cId="0" sldId="257"/>
            <ac:spMk id="115" creationId="{00000000-0000-0000-0000-000000000000}"/>
          </ac:spMkLst>
        </pc:spChg>
        <pc:spChg chg="mod">
          <ac:chgData name="君 小綠綠" userId="c57869a4d43399e7" providerId="LiveId" clId="{D234E45F-C55B-4C89-9D7C-A43BF66C4BBF}" dt="2026-10-23T07:31:07.810" v="111" actId="20577"/>
          <ac:spMkLst>
            <pc:docMk/>
            <pc:sldMk cId="0" sldId="257"/>
            <ac:spMk id="116" creationId="{00000000-0000-0000-0000-000000000000}"/>
          </ac:spMkLst>
        </pc:spChg>
        <pc:spChg chg="mod">
          <ac:chgData name="君 小綠綠" userId="c57869a4d43399e7" providerId="LiveId" clId="{D234E45F-C55B-4C89-9D7C-A43BF66C4BBF}" dt="2026-10-23T07:29:46.890" v="92" actId="20577"/>
          <ac:spMkLst>
            <pc:docMk/>
            <pc:sldMk cId="0" sldId="257"/>
            <ac:spMk id="117" creationId="{00000000-0000-0000-0000-000000000000}"/>
          </ac:spMkLst>
        </pc:spChg>
        <pc:spChg chg="mod">
          <ac:chgData name="君 小綠綠" userId="c57869a4d43399e7" providerId="LiveId" clId="{D234E45F-C55B-4C89-9D7C-A43BF66C4BBF}" dt="2026-10-23T07:31:14.510" v="112" actId="20577"/>
          <ac:spMkLst>
            <pc:docMk/>
            <pc:sldMk cId="0" sldId="257"/>
            <ac:spMk id="119" creationId="{00000000-0000-0000-0000-000000000000}"/>
          </ac:spMkLst>
        </pc:spChg>
        <pc:spChg chg="mod">
          <ac:chgData name="君 小綠綠" userId="c57869a4d43399e7" providerId="LiveId" clId="{D234E45F-C55B-4C89-9D7C-A43BF66C4BBF}" dt="2026-10-23T07:30:14.826" v="95" actId="1076"/>
          <ac:spMkLst>
            <pc:docMk/>
            <pc:sldMk cId="0" sldId="257"/>
            <ac:spMk id="120" creationId="{00000000-0000-0000-0000-000000000000}"/>
          </ac:spMkLst>
        </pc:spChg>
        <pc:spChg chg="mod">
          <ac:chgData name="君 小綠綠" userId="c57869a4d43399e7" providerId="LiveId" clId="{D234E45F-C55B-4C89-9D7C-A43BF66C4BBF}" dt="2026-10-23T07:30:32.839" v="97" actId="1076"/>
          <ac:spMkLst>
            <pc:docMk/>
            <pc:sldMk cId="0" sldId="257"/>
            <ac:spMk id="121" creationId="{00000000-0000-0000-0000-000000000000}"/>
          </ac:spMkLst>
        </pc:spChg>
        <pc:spChg chg="mod">
          <ac:chgData name="君 小綠綠" userId="c57869a4d43399e7" providerId="LiveId" clId="{D234E45F-C55B-4C89-9D7C-A43BF66C4BBF}" dt="2026-10-23T07:31:20.219" v="113" actId="6549"/>
          <ac:spMkLst>
            <pc:docMk/>
            <pc:sldMk cId="0" sldId="257"/>
            <ac:spMk id="122" creationId="{00000000-0000-0000-0000-000000000000}"/>
          </ac:spMkLst>
        </pc:spChg>
        <pc:spChg chg="mod">
          <ac:chgData name="君 小綠綠" userId="c57869a4d43399e7" providerId="LiveId" clId="{D234E45F-C55B-4C89-9D7C-A43BF66C4BBF}" dt="2026-10-23T07:29:01.486" v="85" actId="1076"/>
          <ac:spMkLst>
            <pc:docMk/>
            <pc:sldMk cId="0" sldId="257"/>
            <ac:spMk id="123" creationId="{00000000-0000-0000-0000-000000000000}"/>
          </ac:spMkLst>
        </pc:spChg>
        <pc:spChg chg="mod">
          <ac:chgData name="君 小綠綠" userId="c57869a4d43399e7" providerId="LiveId" clId="{D234E45F-C55B-4C89-9D7C-A43BF66C4BBF}" dt="2026-10-23T07:31:55.522" v="119" actId="1076"/>
          <ac:spMkLst>
            <pc:docMk/>
            <pc:sldMk cId="0" sldId="257"/>
            <ac:spMk id="124" creationId="{00000000-0000-0000-0000-000000000000}"/>
          </ac:spMkLst>
        </pc:spChg>
        <pc:spChg chg="mod">
          <ac:chgData name="君 小綠綠" userId="c57869a4d43399e7" providerId="LiveId" clId="{D234E45F-C55B-4C89-9D7C-A43BF66C4BBF}" dt="2026-10-23T07:31:23.449" v="114" actId="6549"/>
          <ac:spMkLst>
            <pc:docMk/>
            <pc:sldMk cId="0" sldId="257"/>
            <ac:spMk id="125" creationId="{00000000-0000-0000-0000-000000000000}"/>
          </ac:spMkLst>
        </pc:spChg>
        <pc:spChg chg="mod">
          <ac:chgData name="君 小綠綠" userId="c57869a4d43399e7" providerId="LiveId" clId="{D234E45F-C55B-4C89-9D7C-A43BF66C4BBF}" dt="2026-10-23T07:32:30.807" v="121" actId="6549"/>
          <ac:spMkLst>
            <pc:docMk/>
            <pc:sldMk cId="0" sldId="257"/>
            <ac:spMk id="126" creationId="{00000000-0000-0000-0000-000000000000}"/>
          </ac:spMkLst>
        </pc:spChg>
        <pc:spChg chg="mod">
          <ac:chgData name="君 小綠綠" userId="c57869a4d43399e7" providerId="LiveId" clId="{D234E45F-C55B-4C89-9D7C-A43BF66C4BBF}" dt="2026-10-23T07:31:59.389" v="120" actId="20577"/>
          <ac:spMkLst>
            <pc:docMk/>
            <pc:sldMk cId="0" sldId="257"/>
            <ac:spMk id="127" creationId="{00000000-0000-0000-0000-000000000000}"/>
          </ac:spMkLst>
        </pc:spChg>
        <pc:spChg chg="mod">
          <ac:chgData name="君 小綠綠" userId="c57869a4d43399e7" providerId="LiveId" clId="{D234E45F-C55B-4C89-9D7C-A43BF66C4BBF}" dt="2026-10-23T07:31:26.375" v="115" actId="6549"/>
          <ac:spMkLst>
            <pc:docMk/>
            <pc:sldMk cId="0" sldId="257"/>
            <ac:spMk id="128" creationId="{00000000-0000-0000-0000-000000000000}"/>
          </ac:spMkLst>
        </pc:spChg>
        <pc:spChg chg="mod">
          <ac:chgData name="君 小綠綠" userId="c57869a4d43399e7" providerId="LiveId" clId="{D234E45F-C55B-4C89-9D7C-A43BF66C4BBF}" dt="2026-10-23T07:34:06.114" v="127" actId="1076"/>
          <ac:spMkLst>
            <pc:docMk/>
            <pc:sldMk cId="0" sldId="257"/>
            <ac:spMk id="130" creationId="{00000000-0000-0000-0000-000000000000}"/>
          </ac:spMkLst>
        </pc:spChg>
        <pc:spChg chg="del mod">
          <ac:chgData name="君 小綠綠" userId="c57869a4d43399e7" providerId="LiveId" clId="{D234E45F-C55B-4C89-9D7C-A43BF66C4BBF}" dt="2026-10-23T07:35:31.767" v="133" actId="478"/>
          <ac:spMkLst>
            <pc:docMk/>
            <pc:sldMk cId="0" sldId="257"/>
            <ac:spMk id="131" creationId="{00000000-0000-0000-0000-000000000000}"/>
          </ac:spMkLst>
        </pc:spChg>
        <pc:spChg chg="del">
          <ac:chgData name="君 小綠綠" userId="c57869a4d43399e7" providerId="LiveId" clId="{D234E45F-C55B-4C89-9D7C-A43BF66C4BBF}" dt="2026-10-23T07:35:31.767" v="133" actId="478"/>
          <ac:spMkLst>
            <pc:docMk/>
            <pc:sldMk cId="0" sldId="257"/>
            <ac:spMk id="132" creationId="{00000000-0000-0000-0000-000000000000}"/>
          </ac:spMkLst>
        </pc:spChg>
        <pc:spChg chg="del mod">
          <ac:chgData name="君 小綠綠" userId="c57869a4d43399e7" providerId="LiveId" clId="{D234E45F-C55B-4C89-9D7C-A43BF66C4BBF}" dt="2026-10-23T07:35:31.767" v="133" actId="478"/>
          <ac:spMkLst>
            <pc:docMk/>
            <pc:sldMk cId="0" sldId="257"/>
            <ac:spMk id="133" creationId="{00000000-0000-0000-0000-000000000000}"/>
          </ac:spMkLst>
        </pc:spChg>
      </pc:sldChg>
      <pc:sldChg chg="modSp mod">
        <pc:chgData name="君 小綠綠" userId="c57869a4d43399e7" providerId="LiveId" clId="{D234E45F-C55B-4C89-9D7C-A43BF66C4BBF}" dt="2026-10-23T07:38:17.146" v="152" actId="1076"/>
        <pc:sldMkLst>
          <pc:docMk/>
          <pc:sldMk cId="0" sldId="258"/>
        </pc:sldMkLst>
        <pc:spChg chg="mod">
          <ac:chgData name="君 小綠綠" userId="c57869a4d43399e7" providerId="LiveId" clId="{D234E45F-C55B-4C89-9D7C-A43BF66C4BBF}" dt="2026-10-23T07:36:53.592" v="138" actId="14100"/>
          <ac:spMkLst>
            <pc:docMk/>
            <pc:sldMk cId="0" sldId="258"/>
            <ac:spMk id="138" creationId="{00000000-0000-0000-0000-000000000000}"/>
          </ac:spMkLst>
        </pc:spChg>
        <pc:spChg chg="mod">
          <ac:chgData name="君 小綠綠" userId="c57869a4d43399e7" providerId="LiveId" clId="{D234E45F-C55B-4C89-9D7C-A43BF66C4BBF}" dt="2026-10-23T07:36:25.583" v="136" actId="1076"/>
          <ac:spMkLst>
            <pc:docMk/>
            <pc:sldMk cId="0" sldId="258"/>
            <ac:spMk id="149" creationId="{00000000-0000-0000-0000-000000000000}"/>
          </ac:spMkLst>
        </pc:spChg>
        <pc:spChg chg="mod">
          <ac:chgData name="君 小綠綠" userId="c57869a4d43399e7" providerId="LiveId" clId="{D234E45F-C55B-4C89-9D7C-A43BF66C4BBF}" dt="2026-10-23T07:36:44.603" v="137" actId="14100"/>
          <ac:spMkLst>
            <pc:docMk/>
            <pc:sldMk cId="0" sldId="258"/>
            <ac:spMk id="150" creationId="{00000000-0000-0000-0000-000000000000}"/>
          </ac:spMkLst>
        </pc:spChg>
        <pc:spChg chg="mod">
          <ac:chgData name="君 小綠綠" userId="c57869a4d43399e7" providerId="LiveId" clId="{D234E45F-C55B-4C89-9D7C-A43BF66C4BBF}" dt="2026-10-23T07:37:56.352" v="148" actId="1076"/>
          <ac:spMkLst>
            <pc:docMk/>
            <pc:sldMk cId="0" sldId="258"/>
            <ac:spMk id="151" creationId="{00000000-0000-0000-0000-000000000000}"/>
          </ac:spMkLst>
        </pc:spChg>
        <pc:spChg chg="mod">
          <ac:chgData name="君 小綠綠" userId="c57869a4d43399e7" providerId="LiveId" clId="{D234E45F-C55B-4C89-9D7C-A43BF66C4BBF}" dt="2026-10-23T07:38:11.486" v="151" actId="1076"/>
          <ac:spMkLst>
            <pc:docMk/>
            <pc:sldMk cId="0" sldId="258"/>
            <ac:spMk id="152" creationId="{00000000-0000-0000-0000-000000000000}"/>
          </ac:spMkLst>
        </pc:spChg>
        <pc:spChg chg="mod">
          <ac:chgData name="君 小綠綠" userId="c57869a4d43399e7" providerId="LiveId" clId="{D234E45F-C55B-4C89-9D7C-A43BF66C4BBF}" dt="2026-10-23T07:38:17.146" v="152" actId="1076"/>
          <ac:spMkLst>
            <pc:docMk/>
            <pc:sldMk cId="0" sldId="258"/>
            <ac:spMk id="153" creationId="{00000000-0000-0000-0000-000000000000}"/>
          </ac:spMkLst>
        </pc:spChg>
        <pc:spChg chg="mod">
          <ac:chgData name="君 小綠綠" userId="c57869a4d43399e7" providerId="LiveId" clId="{D234E45F-C55B-4C89-9D7C-A43BF66C4BBF}" dt="2026-10-23T07:38:05.308" v="149" actId="1076"/>
          <ac:spMkLst>
            <pc:docMk/>
            <pc:sldMk cId="0" sldId="258"/>
            <ac:spMk id="154" creationId="{00000000-0000-0000-0000-000000000000}"/>
          </ac:spMkLst>
        </pc:spChg>
      </pc:sldChg>
      <pc:sldChg chg="modSp mod">
        <pc:chgData name="君 小綠綠" userId="c57869a4d43399e7" providerId="LiveId" clId="{D234E45F-C55B-4C89-9D7C-A43BF66C4BBF}" dt="2026-10-23T07:48:55.585" v="212" actId="20577"/>
        <pc:sldMkLst>
          <pc:docMk/>
          <pc:sldMk cId="0" sldId="260"/>
        </pc:sldMkLst>
        <pc:spChg chg="mod">
          <ac:chgData name="君 小綠綠" userId="c57869a4d43399e7" providerId="LiveId" clId="{D234E45F-C55B-4C89-9D7C-A43BF66C4BBF}" dt="2026-10-23T07:39:15.651" v="154" actId="1076"/>
          <ac:spMkLst>
            <pc:docMk/>
            <pc:sldMk cId="0" sldId="260"/>
            <ac:spMk id="169" creationId="{00000000-0000-0000-0000-000000000000}"/>
          </ac:spMkLst>
        </pc:spChg>
        <pc:spChg chg="mod">
          <ac:chgData name="君 小綠綠" userId="c57869a4d43399e7" providerId="LiveId" clId="{D234E45F-C55B-4C89-9D7C-A43BF66C4BBF}" dt="2026-10-23T07:48:10.211" v="202" actId="1076"/>
          <ac:spMkLst>
            <pc:docMk/>
            <pc:sldMk cId="0" sldId="260"/>
            <ac:spMk id="176" creationId="{00000000-0000-0000-0000-000000000000}"/>
          </ac:spMkLst>
        </pc:spChg>
        <pc:spChg chg="mod">
          <ac:chgData name="君 小綠綠" userId="c57869a4d43399e7" providerId="LiveId" clId="{D234E45F-C55B-4C89-9D7C-A43BF66C4BBF}" dt="2026-10-23T07:48:10.211" v="202" actId="1076"/>
          <ac:spMkLst>
            <pc:docMk/>
            <pc:sldMk cId="0" sldId="260"/>
            <ac:spMk id="177" creationId="{00000000-0000-0000-0000-000000000000}"/>
          </ac:spMkLst>
        </pc:spChg>
        <pc:spChg chg="mod">
          <ac:chgData name="君 小綠綠" userId="c57869a4d43399e7" providerId="LiveId" clId="{D234E45F-C55B-4C89-9D7C-A43BF66C4BBF}" dt="2026-10-23T07:47:20.637" v="200" actId="20577"/>
          <ac:spMkLst>
            <pc:docMk/>
            <pc:sldMk cId="0" sldId="260"/>
            <ac:spMk id="178" creationId="{00000000-0000-0000-0000-000000000000}"/>
          </ac:spMkLst>
        </pc:spChg>
        <pc:spChg chg="mod">
          <ac:chgData name="君 小綠綠" userId="c57869a4d43399e7" providerId="LiveId" clId="{D234E45F-C55B-4C89-9D7C-A43BF66C4BBF}" dt="2026-10-23T07:48:10.211" v="202" actId="1076"/>
          <ac:spMkLst>
            <pc:docMk/>
            <pc:sldMk cId="0" sldId="260"/>
            <ac:spMk id="191" creationId="{00000000-0000-0000-0000-000000000000}"/>
          </ac:spMkLst>
        </pc:spChg>
        <pc:spChg chg="mod">
          <ac:chgData name="君 小綠綠" userId="c57869a4d43399e7" providerId="LiveId" clId="{D234E45F-C55B-4C89-9D7C-A43BF66C4BBF}" dt="2026-10-23T07:40:11.667" v="159" actId="1076"/>
          <ac:spMkLst>
            <pc:docMk/>
            <pc:sldMk cId="0" sldId="260"/>
            <ac:spMk id="193" creationId="{00000000-0000-0000-0000-000000000000}"/>
          </ac:spMkLst>
        </pc:spChg>
        <pc:spChg chg="mod">
          <ac:chgData name="君 小綠綠" userId="c57869a4d43399e7" providerId="LiveId" clId="{D234E45F-C55B-4C89-9D7C-A43BF66C4BBF}" dt="2026-10-23T07:48:10.211" v="202" actId="1076"/>
          <ac:spMkLst>
            <pc:docMk/>
            <pc:sldMk cId="0" sldId="260"/>
            <ac:spMk id="194" creationId="{00000000-0000-0000-0000-000000000000}"/>
          </ac:spMkLst>
        </pc:spChg>
        <pc:spChg chg="mod">
          <ac:chgData name="君 小綠綠" userId="c57869a4d43399e7" providerId="LiveId" clId="{D234E45F-C55B-4C89-9D7C-A43BF66C4BBF}" dt="2026-10-23T07:39:15.651" v="154" actId="1076"/>
          <ac:spMkLst>
            <pc:docMk/>
            <pc:sldMk cId="0" sldId="260"/>
            <ac:spMk id="195" creationId="{00000000-0000-0000-0000-000000000000}"/>
          </ac:spMkLst>
        </pc:spChg>
        <pc:spChg chg="mod">
          <ac:chgData name="君 小綠綠" userId="c57869a4d43399e7" providerId="LiveId" clId="{D234E45F-C55B-4C89-9D7C-A43BF66C4BBF}" dt="2026-10-23T07:48:55.585" v="212" actId="20577"/>
          <ac:spMkLst>
            <pc:docMk/>
            <pc:sldMk cId="0" sldId="260"/>
            <ac:spMk id="196" creationId="{00000000-0000-0000-0000-000000000000}"/>
          </ac:spMkLst>
        </pc:spChg>
        <pc:spChg chg="mod">
          <ac:chgData name="君 小綠綠" userId="c57869a4d43399e7" providerId="LiveId" clId="{D234E45F-C55B-4C89-9D7C-A43BF66C4BBF}" dt="2026-10-23T07:48:10.211" v="202" actId="1076"/>
          <ac:spMkLst>
            <pc:docMk/>
            <pc:sldMk cId="0" sldId="260"/>
            <ac:spMk id="197" creationId="{00000000-0000-0000-0000-000000000000}"/>
          </ac:spMkLst>
        </pc:spChg>
        <pc:spChg chg="mod">
          <ac:chgData name="君 小綠綠" userId="c57869a4d43399e7" providerId="LiveId" clId="{D234E45F-C55B-4C89-9D7C-A43BF66C4BBF}" dt="2026-10-23T07:48:10.211" v="202" actId="1076"/>
          <ac:spMkLst>
            <pc:docMk/>
            <pc:sldMk cId="0" sldId="260"/>
            <ac:spMk id="198" creationId="{00000000-0000-0000-0000-000000000000}"/>
          </ac:spMkLst>
        </pc:spChg>
        <pc:spChg chg="mod">
          <ac:chgData name="君 小綠綠" userId="c57869a4d43399e7" providerId="LiveId" clId="{D234E45F-C55B-4C89-9D7C-A43BF66C4BBF}" dt="2026-10-23T07:39:15.651" v="154" actId="1076"/>
          <ac:spMkLst>
            <pc:docMk/>
            <pc:sldMk cId="0" sldId="260"/>
            <ac:spMk id="199" creationId="{00000000-0000-0000-0000-000000000000}"/>
          </ac:spMkLst>
        </pc:spChg>
        <pc:spChg chg="mod">
          <ac:chgData name="君 小綠綠" userId="c57869a4d43399e7" providerId="LiveId" clId="{D234E45F-C55B-4C89-9D7C-A43BF66C4BBF}" dt="2026-10-23T07:48:10.211" v="202" actId="1076"/>
          <ac:spMkLst>
            <pc:docMk/>
            <pc:sldMk cId="0" sldId="260"/>
            <ac:spMk id="200" creationId="{00000000-0000-0000-0000-000000000000}"/>
          </ac:spMkLst>
        </pc:spChg>
        <pc:spChg chg="mod">
          <ac:chgData name="君 小綠綠" userId="c57869a4d43399e7" providerId="LiveId" clId="{D234E45F-C55B-4C89-9D7C-A43BF66C4BBF}" dt="2026-10-23T07:48:10.211" v="202" actId="1076"/>
          <ac:spMkLst>
            <pc:docMk/>
            <pc:sldMk cId="0" sldId="260"/>
            <ac:spMk id="201" creationId="{00000000-0000-0000-0000-000000000000}"/>
          </ac:spMkLst>
        </pc:spChg>
        <pc:spChg chg="mod">
          <ac:chgData name="君 小綠綠" userId="c57869a4d43399e7" providerId="LiveId" clId="{D234E45F-C55B-4C89-9D7C-A43BF66C4BBF}" dt="2026-10-23T07:48:10.211" v="202" actId="1076"/>
          <ac:spMkLst>
            <pc:docMk/>
            <pc:sldMk cId="0" sldId="260"/>
            <ac:spMk id="202" creationId="{00000000-0000-0000-0000-000000000000}"/>
          </ac:spMkLst>
        </pc:spChg>
      </pc:sldChg>
      <pc:sldChg chg="modSp mod">
        <pc:chgData name="君 小綠綠" userId="c57869a4d43399e7" providerId="LiveId" clId="{D234E45F-C55B-4C89-9D7C-A43BF66C4BBF}" dt="2026-10-23T07:52:13.725" v="236" actId="1076"/>
        <pc:sldMkLst>
          <pc:docMk/>
          <pc:sldMk cId="0" sldId="261"/>
        </pc:sldMkLst>
        <pc:spChg chg="mod">
          <ac:chgData name="君 小綠綠" userId="c57869a4d43399e7" providerId="LiveId" clId="{D234E45F-C55B-4C89-9D7C-A43BF66C4BBF}" dt="2026-10-23T07:50:34.652" v="220" actId="14100"/>
          <ac:spMkLst>
            <pc:docMk/>
            <pc:sldMk cId="0" sldId="261"/>
            <ac:spMk id="207" creationId="{00000000-0000-0000-0000-000000000000}"/>
          </ac:spMkLst>
        </pc:spChg>
        <pc:spChg chg="mod">
          <ac:chgData name="君 小綠綠" userId="c57869a4d43399e7" providerId="LiveId" clId="{D234E45F-C55B-4C89-9D7C-A43BF66C4BBF}" dt="2026-10-23T07:51:14.573" v="226" actId="14100"/>
          <ac:spMkLst>
            <pc:docMk/>
            <pc:sldMk cId="0" sldId="261"/>
            <ac:spMk id="208" creationId="{00000000-0000-0000-0000-000000000000}"/>
          </ac:spMkLst>
        </pc:spChg>
        <pc:spChg chg="mod">
          <ac:chgData name="君 小綠綠" userId="c57869a4d43399e7" providerId="LiveId" clId="{D234E45F-C55B-4C89-9D7C-A43BF66C4BBF}" dt="2026-10-23T07:51:30.330" v="229" actId="14100"/>
          <ac:spMkLst>
            <pc:docMk/>
            <pc:sldMk cId="0" sldId="261"/>
            <ac:spMk id="209" creationId="{00000000-0000-0000-0000-000000000000}"/>
          </ac:spMkLst>
        </pc:spChg>
        <pc:spChg chg="mod">
          <ac:chgData name="君 小綠綠" userId="c57869a4d43399e7" providerId="LiveId" clId="{D234E45F-C55B-4C89-9D7C-A43BF66C4BBF}" dt="2026-10-23T07:49:47.237" v="217" actId="1076"/>
          <ac:spMkLst>
            <pc:docMk/>
            <pc:sldMk cId="0" sldId="261"/>
            <ac:spMk id="215" creationId="{00000000-0000-0000-0000-000000000000}"/>
          </ac:spMkLst>
        </pc:spChg>
        <pc:spChg chg="mod">
          <ac:chgData name="君 小綠綠" userId="c57869a4d43399e7" providerId="LiveId" clId="{D234E45F-C55B-4C89-9D7C-A43BF66C4BBF}" dt="2026-10-23T07:49:47.237" v="217" actId="1076"/>
          <ac:spMkLst>
            <pc:docMk/>
            <pc:sldMk cId="0" sldId="261"/>
            <ac:spMk id="216" creationId="{00000000-0000-0000-0000-000000000000}"/>
          </ac:spMkLst>
        </pc:spChg>
        <pc:spChg chg="mod">
          <ac:chgData name="君 小綠綠" userId="c57869a4d43399e7" providerId="LiveId" clId="{D234E45F-C55B-4C89-9D7C-A43BF66C4BBF}" dt="2026-10-23T07:52:06.204" v="235" actId="1076"/>
          <ac:spMkLst>
            <pc:docMk/>
            <pc:sldMk cId="0" sldId="261"/>
            <ac:spMk id="217" creationId="{00000000-0000-0000-0000-000000000000}"/>
          </ac:spMkLst>
        </pc:spChg>
        <pc:spChg chg="mod">
          <ac:chgData name="君 小綠綠" userId="c57869a4d43399e7" providerId="LiveId" clId="{D234E45F-C55B-4C89-9D7C-A43BF66C4BBF}" dt="2026-10-23T07:49:47.237" v="217" actId="1076"/>
          <ac:spMkLst>
            <pc:docMk/>
            <pc:sldMk cId="0" sldId="261"/>
            <ac:spMk id="218" creationId="{00000000-0000-0000-0000-000000000000}"/>
          </ac:spMkLst>
        </pc:spChg>
        <pc:spChg chg="mod">
          <ac:chgData name="君 小綠綠" userId="c57869a4d43399e7" providerId="LiveId" clId="{D234E45F-C55B-4C89-9D7C-A43BF66C4BBF}" dt="2026-10-23T07:49:47.237" v="217" actId="1076"/>
          <ac:spMkLst>
            <pc:docMk/>
            <pc:sldMk cId="0" sldId="261"/>
            <ac:spMk id="219" creationId="{00000000-0000-0000-0000-000000000000}"/>
          </ac:spMkLst>
        </pc:spChg>
        <pc:spChg chg="mod">
          <ac:chgData name="君 小綠綠" userId="c57869a4d43399e7" providerId="LiveId" clId="{D234E45F-C55B-4C89-9D7C-A43BF66C4BBF}" dt="2026-10-23T07:52:00.567" v="234" actId="1076"/>
          <ac:spMkLst>
            <pc:docMk/>
            <pc:sldMk cId="0" sldId="261"/>
            <ac:spMk id="220" creationId="{00000000-0000-0000-0000-000000000000}"/>
          </ac:spMkLst>
        </pc:spChg>
        <pc:spChg chg="mod">
          <ac:chgData name="君 小綠綠" userId="c57869a4d43399e7" providerId="LiveId" clId="{D234E45F-C55B-4C89-9D7C-A43BF66C4BBF}" dt="2026-10-23T07:49:47.237" v="217" actId="1076"/>
          <ac:spMkLst>
            <pc:docMk/>
            <pc:sldMk cId="0" sldId="261"/>
            <ac:spMk id="221" creationId="{00000000-0000-0000-0000-000000000000}"/>
          </ac:spMkLst>
        </pc:spChg>
        <pc:spChg chg="mod">
          <ac:chgData name="君 小綠綠" userId="c57869a4d43399e7" providerId="LiveId" clId="{D234E45F-C55B-4C89-9D7C-A43BF66C4BBF}" dt="2026-10-23T07:49:47.237" v="217" actId="1076"/>
          <ac:spMkLst>
            <pc:docMk/>
            <pc:sldMk cId="0" sldId="261"/>
            <ac:spMk id="222" creationId="{00000000-0000-0000-0000-000000000000}"/>
          </ac:spMkLst>
        </pc:spChg>
        <pc:spChg chg="mod">
          <ac:chgData name="君 小綠綠" userId="c57869a4d43399e7" providerId="LiveId" clId="{D234E45F-C55B-4C89-9D7C-A43BF66C4BBF}" dt="2026-10-23T07:51:52.625" v="233" actId="1076"/>
          <ac:spMkLst>
            <pc:docMk/>
            <pc:sldMk cId="0" sldId="261"/>
            <ac:spMk id="223" creationId="{00000000-0000-0000-0000-000000000000}"/>
          </ac:spMkLst>
        </pc:spChg>
        <pc:picChg chg="mod">
          <ac:chgData name="君 小綠綠" userId="c57869a4d43399e7" providerId="LiveId" clId="{D234E45F-C55B-4C89-9D7C-A43BF66C4BBF}" dt="2026-10-23T07:52:13.725" v="236" actId="1076"/>
          <ac:picMkLst>
            <pc:docMk/>
            <pc:sldMk cId="0" sldId="261"/>
            <ac:picMk id="210" creationId="{00000000-0000-0000-0000-000000000000}"/>
          </ac:picMkLst>
        </pc:picChg>
        <pc:picChg chg="mod">
          <ac:chgData name="君 小綠綠" userId="c57869a4d43399e7" providerId="LiveId" clId="{D234E45F-C55B-4C89-9D7C-A43BF66C4BBF}" dt="2026-10-23T07:50:34.652" v="220" actId="14100"/>
          <ac:picMkLst>
            <pc:docMk/>
            <pc:sldMk cId="0" sldId="261"/>
            <ac:picMk id="211" creationId="{00000000-0000-0000-0000-000000000000}"/>
          </ac:picMkLst>
        </pc:picChg>
        <pc:picChg chg="mod">
          <ac:chgData name="君 小綠綠" userId="c57869a4d43399e7" providerId="LiveId" clId="{D234E45F-C55B-4C89-9D7C-A43BF66C4BBF}" dt="2026-10-23T07:51:22.782" v="228" actId="14100"/>
          <ac:picMkLst>
            <pc:docMk/>
            <pc:sldMk cId="0" sldId="261"/>
            <ac:picMk id="212" creationId="{00000000-0000-0000-0000-000000000000}"/>
          </ac:picMkLst>
        </pc:picChg>
      </pc:sldChg>
      <pc:sldChg chg="modSp mod">
        <pc:chgData name="君 小綠綠" userId="c57869a4d43399e7" providerId="LiveId" clId="{D234E45F-C55B-4C89-9D7C-A43BF66C4BBF}" dt="2026-10-23T07:56:06.407" v="258" actId="14100"/>
        <pc:sldMkLst>
          <pc:docMk/>
          <pc:sldMk cId="0" sldId="262"/>
        </pc:sldMkLst>
        <pc:spChg chg="mod">
          <ac:chgData name="君 小綠綠" userId="c57869a4d43399e7" providerId="LiveId" clId="{D234E45F-C55B-4C89-9D7C-A43BF66C4BBF}" dt="2026-10-23T07:56:06.407" v="258" actId="14100"/>
          <ac:spMkLst>
            <pc:docMk/>
            <pc:sldMk cId="0" sldId="262"/>
            <ac:spMk id="229" creationId="{00000000-0000-0000-0000-000000000000}"/>
          </ac:spMkLst>
        </pc:spChg>
        <pc:graphicFrameChg chg="mod modGraphic">
          <ac:chgData name="君 小綠綠" userId="c57869a4d43399e7" providerId="LiveId" clId="{D234E45F-C55B-4C89-9D7C-A43BF66C4BBF}" dt="2026-10-23T07:56:06.407" v="258" actId="14100"/>
          <ac:graphicFrameMkLst>
            <pc:docMk/>
            <pc:sldMk cId="0" sldId="262"/>
            <ac:graphicFrameMk id="230" creationId="{00000000-0000-0000-0000-000000000000}"/>
          </ac:graphicFrameMkLst>
        </pc:graphicFrameChg>
      </pc:sldChg>
      <pc:sldChg chg="modSp mod">
        <pc:chgData name="君 小綠綠" userId="c57869a4d43399e7" providerId="LiveId" clId="{D234E45F-C55B-4C89-9D7C-A43BF66C4BBF}" dt="2026-10-23T08:01:14.327" v="298" actId="14100"/>
        <pc:sldMkLst>
          <pc:docMk/>
          <pc:sldMk cId="0" sldId="263"/>
        </pc:sldMkLst>
        <pc:spChg chg="mod">
          <ac:chgData name="君 小綠綠" userId="c57869a4d43399e7" providerId="LiveId" clId="{D234E45F-C55B-4C89-9D7C-A43BF66C4BBF}" dt="2026-10-23T07:58:06.341" v="270" actId="1076"/>
          <ac:spMkLst>
            <pc:docMk/>
            <pc:sldMk cId="0" sldId="263"/>
            <ac:spMk id="237" creationId="{00000000-0000-0000-0000-000000000000}"/>
          </ac:spMkLst>
        </pc:spChg>
        <pc:spChg chg="mod">
          <ac:chgData name="君 小綠綠" userId="c57869a4d43399e7" providerId="LiveId" clId="{D234E45F-C55B-4C89-9D7C-A43BF66C4BBF}" dt="2026-10-23T07:57:52.591" v="266" actId="14100"/>
          <ac:spMkLst>
            <pc:docMk/>
            <pc:sldMk cId="0" sldId="263"/>
            <ac:spMk id="238" creationId="{00000000-0000-0000-0000-000000000000}"/>
          </ac:spMkLst>
        </pc:spChg>
        <pc:spChg chg="mod">
          <ac:chgData name="君 小綠綠" userId="c57869a4d43399e7" providerId="LiveId" clId="{D234E45F-C55B-4C89-9D7C-A43BF66C4BBF}" dt="2026-10-23T07:59:39.015" v="277" actId="14100"/>
          <ac:spMkLst>
            <pc:docMk/>
            <pc:sldMk cId="0" sldId="263"/>
            <ac:spMk id="239" creationId="{00000000-0000-0000-0000-000000000000}"/>
          </ac:spMkLst>
        </pc:spChg>
        <pc:spChg chg="mod">
          <ac:chgData name="君 小綠綠" userId="c57869a4d43399e7" providerId="LiveId" clId="{D234E45F-C55B-4C89-9D7C-A43BF66C4BBF}" dt="2026-10-23T07:59:41.832" v="278" actId="14100"/>
          <ac:spMkLst>
            <pc:docMk/>
            <pc:sldMk cId="0" sldId="263"/>
            <ac:spMk id="240" creationId="{00000000-0000-0000-0000-000000000000}"/>
          </ac:spMkLst>
        </pc:spChg>
        <pc:spChg chg="mod">
          <ac:chgData name="君 小綠綠" userId="c57869a4d43399e7" providerId="LiveId" clId="{D234E45F-C55B-4C89-9D7C-A43BF66C4BBF}" dt="2026-10-23T07:59:43.887" v="279" actId="14100"/>
          <ac:spMkLst>
            <pc:docMk/>
            <pc:sldMk cId="0" sldId="263"/>
            <ac:spMk id="241" creationId="{00000000-0000-0000-0000-000000000000}"/>
          </ac:spMkLst>
        </pc:spChg>
        <pc:spChg chg="mod">
          <ac:chgData name="君 小綠綠" userId="c57869a4d43399e7" providerId="LiveId" clId="{D234E45F-C55B-4C89-9D7C-A43BF66C4BBF}" dt="2026-10-23T07:59:45.941" v="280" actId="14100"/>
          <ac:spMkLst>
            <pc:docMk/>
            <pc:sldMk cId="0" sldId="263"/>
            <ac:spMk id="242" creationId="{00000000-0000-0000-0000-000000000000}"/>
          </ac:spMkLst>
        </pc:spChg>
        <pc:spChg chg="mod">
          <ac:chgData name="君 小綠綠" userId="c57869a4d43399e7" providerId="LiveId" clId="{D234E45F-C55B-4C89-9D7C-A43BF66C4BBF}" dt="2026-10-23T07:59:47.709" v="281" actId="14100"/>
          <ac:spMkLst>
            <pc:docMk/>
            <pc:sldMk cId="0" sldId="263"/>
            <ac:spMk id="243" creationId="{00000000-0000-0000-0000-000000000000}"/>
          </ac:spMkLst>
        </pc:spChg>
        <pc:spChg chg="mod">
          <ac:chgData name="君 小綠綠" userId="c57869a4d43399e7" providerId="LiveId" clId="{D234E45F-C55B-4C89-9D7C-A43BF66C4BBF}" dt="2026-10-23T07:57:31.385" v="262" actId="1076"/>
          <ac:spMkLst>
            <pc:docMk/>
            <pc:sldMk cId="0" sldId="263"/>
            <ac:spMk id="248" creationId="{00000000-0000-0000-0000-000000000000}"/>
          </ac:spMkLst>
        </pc:spChg>
        <pc:spChg chg="mod">
          <ac:chgData name="君 小綠綠" userId="c57869a4d43399e7" providerId="LiveId" clId="{D234E45F-C55B-4C89-9D7C-A43BF66C4BBF}" dt="2026-10-23T07:58:10.016" v="271" actId="1076"/>
          <ac:spMkLst>
            <pc:docMk/>
            <pc:sldMk cId="0" sldId="263"/>
            <ac:spMk id="249" creationId="{00000000-0000-0000-0000-000000000000}"/>
          </ac:spMkLst>
        </pc:spChg>
        <pc:spChg chg="mod">
          <ac:chgData name="君 小綠綠" userId="c57869a4d43399e7" providerId="LiveId" clId="{D234E45F-C55B-4C89-9D7C-A43BF66C4BBF}" dt="2026-10-23T07:57:39.977" v="264" actId="14100"/>
          <ac:spMkLst>
            <pc:docMk/>
            <pc:sldMk cId="0" sldId="263"/>
            <ac:spMk id="250" creationId="{00000000-0000-0000-0000-000000000000}"/>
          </ac:spMkLst>
        </pc:spChg>
        <pc:spChg chg="mod">
          <ac:chgData name="君 小綠綠" userId="c57869a4d43399e7" providerId="LiveId" clId="{D234E45F-C55B-4C89-9D7C-A43BF66C4BBF}" dt="2026-10-23T07:57:31.385" v="262" actId="1076"/>
          <ac:spMkLst>
            <pc:docMk/>
            <pc:sldMk cId="0" sldId="263"/>
            <ac:spMk id="251" creationId="{00000000-0000-0000-0000-000000000000}"/>
          </ac:spMkLst>
        </pc:spChg>
        <pc:spChg chg="mod">
          <ac:chgData name="君 小綠綠" userId="c57869a4d43399e7" providerId="LiveId" clId="{D234E45F-C55B-4C89-9D7C-A43BF66C4BBF}" dt="2026-10-23T07:57:12.284" v="259" actId="1076"/>
          <ac:spMkLst>
            <pc:docMk/>
            <pc:sldMk cId="0" sldId="263"/>
            <ac:spMk id="252" creationId="{00000000-0000-0000-0000-000000000000}"/>
          </ac:spMkLst>
        </pc:spChg>
        <pc:spChg chg="mod">
          <ac:chgData name="君 小綠綠" userId="c57869a4d43399e7" providerId="LiveId" clId="{D234E45F-C55B-4C89-9D7C-A43BF66C4BBF}" dt="2026-10-23T07:59:58.411" v="284" actId="20577"/>
          <ac:spMkLst>
            <pc:docMk/>
            <pc:sldMk cId="0" sldId="263"/>
            <ac:spMk id="254" creationId="{00000000-0000-0000-0000-000000000000}"/>
          </ac:spMkLst>
        </pc:spChg>
        <pc:spChg chg="mod">
          <ac:chgData name="君 小綠綠" userId="c57869a4d43399e7" providerId="LiveId" clId="{D234E45F-C55B-4C89-9D7C-A43BF66C4BBF}" dt="2026-10-23T07:57:12.284" v="259" actId="1076"/>
          <ac:spMkLst>
            <pc:docMk/>
            <pc:sldMk cId="0" sldId="263"/>
            <ac:spMk id="255" creationId="{00000000-0000-0000-0000-000000000000}"/>
          </ac:spMkLst>
        </pc:spChg>
        <pc:spChg chg="mod">
          <ac:chgData name="君 小綠綠" userId="c57869a4d43399e7" providerId="LiveId" clId="{D234E45F-C55B-4C89-9D7C-A43BF66C4BBF}" dt="2026-10-23T07:57:12.284" v="259" actId="1076"/>
          <ac:spMkLst>
            <pc:docMk/>
            <pc:sldMk cId="0" sldId="263"/>
            <ac:spMk id="256" creationId="{00000000-0000-0000-0000-000000000000}"/>
          </ac:spMkLst>
        </pc:spChg>
        <pc:spChg chg="mod">
          <ac:chgData name="君 小綠綠" userId="c57869a4d43399e7" providerId="LiveId" clId="{D234E45F-C55B-4C89-9D7C-A43BF66C4BBF}" dt="2026-10-23T08:00:02.295" v="285" actId="20577"/>
          <ac:spMkLst>
            <pc:docMk/>
            <pc:sldMk cId="0" sldId="263"/>
            <ac:spMk id="257" creationId="{00000000-0000-0000-0000-000000000000}"/>
          </ac:spMkLst>
        </pc:spChg>
        <pc:spChg chg="mod">
          <ac:chgData name="君 小綠綠" userId="c57869a4d43399e7" providerId="LiveId" clId="{D234E45F-C55B-4C89-9D7C-A43BF66C4BBF}" dt="2026-10-23T07:57:12.284" v="259" actId="1076"/>
          <ac:spMkLst>
            <pc:docMk/>
            <pc:sldMk cId="0" sldId="263"/>
            <ac:spMk id="259" creationId="{00000000-0000-0000-0000-000000000000}"/>
          </ac:spMkLst>
        </pc:spChg>
        <pc:spChg chg="mod">
          <ac:chgData name="君 小綠綠" userId="c57869a4d43399e7" providerId="LiveId" clId="{D234E45F-C55B-4C89-9D7C-A43BF66C4BBF}" dt="2026-10-23T08:00:30.621" v="290" actId="20577"/>
          <ac:spMkLst>
            <pc:docMk/>
            <pc:sldMk cId="0" sldId="263"/>
            <ac:spMk id="260" creationId="{00000000-0000-0000-0000-000000000000}"/>
          </ac:spMkLst>
        </pc:spChg>
        <pc:spChg chg="mod">
          <ac:chgData name="君 小綠綠" userId="c57869a4d43399e7" providerId="LiveId" clId="{D234E45F-C55B-4C89-9D7C-A43BF66C4BBF}" dt="2026-10-23T07:57:12.284" v="259" actId="1076"/>
          <ac:spMkLst>
            <pc:docMk/>
            <pc:sldMk cId="0" sldId="263"/>
            <ac:spMk id="261" creationId="{00000000-0000-0000-0000-000000000000}"/>
          </ac:spMkLst>
        </pc:spChg>
        <pc:spChg chg="mod">
          <ac:chgData name="君 小綠綠" userId="c57869a4d43399e7" providerId="LiveId" clId="{D234E45F-C55B-4C89-9D7C-A43BF66C4BBF}" dt="2026-10-23T08:00:51.110" v="293" actId="20577"/>
          <ac:spMkLst>
            <pc:docMk/>
            <pc:sldMk cId="0" sldId="263"/>
            <ac:spMk id="262" creationId="{00000000-0000-0000-0000-000000000000}"/>
          </ac:spMkLst>
        </pc:spChg>
        <pc:spChg chg="mod">
          <ac:chgData name="君 小綠綠" userId="c57869a4d43399e7" providerId="LiveId" clId="{D234E45F-C55B-4C89-9D7C-A43BF66C4BBF}" dt="2026-10-23T08:00:37.812" v="291" actId="20577"/>
          <ac:spMkLst>
            <pc:docMk/>
            <pc:sldMk cId="0" sldId="263"/>
            <ac:spMk id="263" creationId="{00000000-0000-0000-0000-000000000000}"/>
          </ac:spMkLst>
        </pc:spChg>
        <pc:spChg chg="mod">
          <ac:chgData name="君 小綠綠" userId="c57869a4d43399e7" providerId="LiveId" clId="{D234E45F-C55B-4C89-9D7C-A43BF66C4BBF}" dt="2026-10-23T07:57:12.284" v="259" actId="1076"/>
          <ac:spMkLst>
            <pc:docMk/>
            <pc:sldMk cId="0" sldId="263"/>
            <ac:spMk id="264" creationId="{00000000-0000-0000-0000-000000000000}"/>
          </ac:spMkLst>
        </pc:spChg>
        <pc:spChg chg="mod">
          <ac:chgData name="君 小綠綠" userId="c57869a4d43399e7" providerId="LiveId" clId="{D234E45F-C55B-4C89-9D7C-A43BF66C4BBF}" dt="2026-10-23T07:57:12.284" v="259" actId="1076"/>
          <ac:spMkLst>
            <pc:docMk/>
            <pc:sldMk cId="0" sldId="263"/>
            <ac:spMk id="265" creationId="{00000000-0000-0000-0000-000000000000}"/>
          </ac:spMkLst>
        </pc:spChg>
        <pc:spChg chg="mod">
          <ac:chgData name="君 小綠綠" userId="c57869a4d43399e7" providerId="LiveId" clId="{D234E45F-C55B-4C89-9D7C-A43BF66C4BBF}" dt="2026-10-23T08:01:14.327" v="298" actId="14100"/>
          <ac:spMkLst>
            <pc:docMk/>
            <pc:sldMk cId="0" sldId="263"/>
            <ac:spMk id="266" creationId="{00000000-0000-0000-0000-000000000000}"/>
          </ac:spMkLst>
        </pc:spChg>
        <pc:picChg chg="mod">
          <ac:chgData name="君 小綠綠" userId="c57869a4d43399e7" providerId="LiveId" clId="{D234E45F-C55B-4C89-9D7C-A43BF66C4BBF}" dt="2026-10-23T07:57:31.385" v="262" actId="1076"/>
          <ac:picMkLst>
            <pc:docMk/>
            <pc:sldMk cId="0" sldId="263"/>
            <ac:picMk id="244" creationId="{00000000-0000-0000-0000-000000000000}"/>
          </ac:picMkLst>
        </pc:picChg>
      </pc:sldChg>
      <pc:sldChg chg="addSp delSp modSp mod">
        <pc:chgData name="君 小綠綠" userId="c57869a4d43399e7" providerId="LiveId" clId="{D234E45F-C55B-4C89-9D7C-A43BF66C4BBF}" dt="2026-10-23T08:15:37.778" v="317" actId="962"/>
        <pc:sldMkLst>
          <pc:docMk/>
          <pc:sldMk cId="0" sldId="264"/>
        </pc:sldMkLst>
        <pc:picChg chg="add mod ord">
          <ac:chgData name="君 小綠綠" userId="c57869a4d43399e7" providerId="LiveId" clId="{D234E45F-C55B-4C89-9D7C-A43BF66C4BBF}" dt="2026-10-23T08:15:37.778" v="317" actId="962"/>
          <ac:picMkLst>
            <pc:docMk/>
            <pc:sldMk cId="0" sldId="264"/>
            <ac:picMk id="2" creationId="{90153FCC-DF79-F8FE-6F84-B17282403C49}"/>
          </ac:picMkLst>
        </pc:picChg>
        <pc:picChg chg="del mod">
          <ac:chgData name="君 小綠綠" userId="c57869a4d43399e7" providerId="LiveId" clId="{D234E45F-C55B-4C89-9D7C-A43BF66C4BBF}" dt="2026-10-23T08:14:59.928" v="308" actId="478"/>
          <ac:picMkLst>
            <pc:docMk/>
            <pc:sldMk cId="0" sldId="264"/>
            <ac:picMk id="271" creationId="{00000000-0000-0000-0000-000000000000}"/>
          </ac:picMkLst>
        </pc:picChg>
      </pc:sldChg>
      <pc:sldChg chg="modSp mod">
        <pc:chgData name="君 小綠綠" userId="c57869a4d43399e7" providerId="LiveId" clId="{D234E45F-C55B-4C89-9D7C-A43BF66C4BBF}" dt="2026-10-23T08:16:29.342" v="364" actId="5793"/>
        <pc:sldMkLst>
          <pc:docMk/>
          <pc:sldMk cId="0" sldId="265"/>
        </pc:sldMkLst>
        <pc:spChg chg="mod">
          <ac:chgData name="君 小綠綠" userId="c57869a4d43399e7" providerId="LiveId" clId="{D234E45F-C55B-4C89-9D7C-A43BF66C4BBF}" dt="2026-10-23T08:16:29.342" v="364" actId="5793"/>
          <ac:spMkLst>
            <pc:docMk/>
            <pc:sldMk cId="0" sldId="265"/>
            <ac:spMk id="323" creationId="{00000000-0000-0000-0000-000000000000}"/>
          </ac:spMkLst>
        </pc:spChg>
        <pc:spChg chg="mod">
          <ac:chgData name="君 小綠綠" userId="c57869a4d43399e7" providerId="LiveId" clId="{D234E45F-C55B-4C89-9D7C-A43BF66C4BBF}" dt="2026-10-23T08:16:20.519" v="348" actId="5793"/>
          <ac:spMkLst>
            <pc:docMk/>
            <pc:sldMk cId="0" sldId="265"/>
            <ac:spMk id="325" creationId="{00000000-0000-0000-0000-000000000000}"/>
          </ac:spMkLst>
        </pc:spChg>
      </pc:sldChg>
      <pc:sldChg chg="modSp mod">
        <pc:chgData name="君 小綠綠" userId="c57869a4d43399e7" providerId="LiveId" clId="{D234E45F-C55B-4C89-9D7C-A43BF66C4BBF}" dt="2026-10-23T08:31:03.831" v="528" actId="20577"/>
        <pc:sldMkLst>
          <pc:docMk/>
          <pc:sldMk cId="0" sldId="266"/>
        </pc:sldMkLst>
        <pc:spChg chg="mod">
          <ac:chgData name="君 小綠綠" userId="c57869a4d43399e7" providerId="LiveId" clId="{D234E45F-C55B-4C89-9D7C-A43BF66C4BBF}" dt="2026-10-23T08:17:38.249" v="373" actId="14100"/>
          <ac:spMkLst>
            <pc:docMk/>
            <pc:sldMk cId="0" sldId="266"/>
            <ac:spMk id="344" creationId="{00000000-0000-0000-0000-000000000000}"/>
          </ac:spMkLst>
        </pc:spChg>
        <pc:spChg chg="mod">
          <ac:chgData name="君 小綠綠" userId="c57869a4d43399e7" providerId="LiveId" clId="{D234E45F-C55B-4C89-9D7C-A43BF66C4BBF}" dt="2026-10-23T08:17:32.386" v="372" actId="14100"/>
          <ac:spMkLst>
            <pc:docMk/>
            <pc:sldMk cId="0" sldId="266"/>
            <ac:spMk id="346" creationId="{00000000-0000-0000-0000-000000000000}"/>
          </ac:spMkLst>
        </pc:spChg>
        <pc:spChg chg="mod">
          <ac:chgData name="君 小綠綠" userId="c57869a4d43399e7" providerId="LiveId" clId="{D234E45F-C55B-4C89-9D7C-A43BF66C4BBF}" dt="2026-10-23T08:17:32.386" v="372" actId="14100"/>
          <ac:spMkLst>
            <pc:docMk/>
            <pc:sldMk cId="0" sldId="266"/>
            <ac:spMk id="347" creationId="{00000000-0000-0000-0000-000000000000}"/>
          </ac:spMkLst>
        </pc:spChg>
        <pc:spChg chg="mod">
          <ac:chgData name="君 小綠綠" userId="c57869a4d43399e7" providerId="LiveId" clId="{D234E45F-C55B-4C89-9D7C-A43BF66C4BBF}" dt="2026-10-23T08:30:46.450" v="506" actId="113"/>
          <ac:spMkLst>
            <pc:docMk/>
            <pc:sldMk cId="0" sldId="266"/>
            <ac:spMk id="350" creationId="{00000000-0000-0000-0000-000000000000}"/>
          </ac:spMkLst>
        </pc:spChg>
        <pc:spChg chg="mod">
          <ac:chgData name="君 小綠綠" userId="c57869a4d43399e7" providerId="LiveId" clId="{D234E45F-C55B-4C89-9D7C-A43BF66C4BBF}" dt="2026-10-23T08:17:15.025" v="371" actId="1076"/>
          <ac:spMkLst>
            <pc:docMk/>
            <pc:sldMk cId="0" sldId="266"/>
            <ac:spMk id="352" creationId="{00000000-0000-0000-0000-000000000000}"/>
          </ac:spMkLst>
        </pc:spChg>
        <pc:spChg chg="mod">
          <ac:chgData name="君 小綠綠" userId="c57869a4d43399e7" providerId="LiveId" clId="{D234E45F-C55B-4C89-9D7C-A43BF66C4BBF}" dt="2026-10-23T08:17:32.386" v="372" actId="14100"/>
          <ac:spMkLst>
            <pc:docMk/>
            <pc:sldMk cId="0" sldId="266"/>
            <ac:spMk id="354" creationId="{00000000-0000-0000-0000-000000000000}"/>
          </ac:spMkLst>
        </pc:spChg>
        <pc:spChg chg="mod">
          <ac:chgData name="君 小綠綠" userId="c57869a4d43399e7" providerId="LiveId" clId="{D234E45F-C55B-4C89-9D7C-A43BF66C4BBF}" dt="2026-10-23T08:17:32.386" v="372" actId="14100"/>
          <ac:spMkLst>
            <pc:docMk/>
            <pc:sldMk cId="0" sldId="266"/>
            <ac:spMk id="355" creationId="{00000000-0000-0000-0000-000000000000}"/>
          </ac:spMkLst>
        </pc:spChg>
        <pc:spChg chg="mod">
          <ac:chgData name="君 小綠綠" userId="c57869a4d43399e7" providerId="LiveId" clId="{D234E45F-C55B-4C89-9D7C-A43BF66C4BBF}" dt="2026-10-23T08:16:51.633" v="368" actId="1076"/>
          <ac:spMkLst>
            <pc:docMk/>
            <pc:sldMk cId="0" sldId="266"/>
            <ac:spMk id="356" creationId="{00000000-0000-0000-0000-000000000000}"/>
          </ac:spMkLst>
        </pc:spChg>
        <pc:spChg chg="mod">
          <ac:chgData name="君 小綠綠" userId="c57869a4d43399e7" providerId="LiveId" clId="{D234E45F-C55B-4C89-9D7C-A43BF66C4BBF}" dt="2026-10-23T08:31:03.831" v="528" actId="20577"/>
          <ac:spMkLst>
            <pc:docMk/>
            <pc:sldMk cId="0" sldId="266"/>
            <ac:spMk id="358" creationId="{00000000-0000-0000-0000-000000000000}"/>
          </ac:spMkLst>
        </pc:spChg>
      </pc:sldChg>
      <pc:sldChg chg="modSp mod">
        <pc:chgData name="君 小綠綠" userId="c57869a4d43399e7" providerId="LiveId" clId="{D234E45F-C55B-4C89-9D7C-A43BF66C4BBF}" dt="2026-10-23T08:32:35.976" v="542" actId="14100"/>
        <pc:sldMkLst>
          <pc:docMk/>
          <pc:sldMk cId="0" sldId="267"/>
        </pc:sldMkLst>
        <pc:spChg chg="mod">
          <ac:chgData name="君 小綠綠" userId="c57869a4d43399e7" providerId="LiveId" clId="{D234E45F-C55B-4C89-9D7C-A43BF66C4BBF}" dt="2026-10-23T08:32:31.837" v="541" actId="14100"/>
          <ac:spMkLst>
            <pc:docMk/>
            <pc:sldMk cId="0" sldId="267"/>
            <ac:spMk id="363" creationId="{00000000-0000-0000-0000-000000000000}"/>
          </ac:spMkLst>
        </pc:spChg>
        <pc:spChg chg="mod">
          <ac:chgData name="君 小綠綠" userId="c57869a4d43399e7" providerId="LiveId" clId="{D234E45F-C55B-4C89-9D7C-A43BF66C4BBF}" dt="2026-10-23T08:32:28.773" v="540" actId="14100"/>
          <ac:spMkLst>
            <pc:docMk/>
            <pc:sldMk cId="0" sldId="267"/>
            <ac:spMk id="364" creationId="{00000000-0000-0000-0000-000000000000}"/>
          </ac:spMkLst>
        </pc:spChg>
        <pc:spChg chg="mod">
          <ac:chgData name="君 小綠綠" userId="c57869a4d43399e7" providerId="LiveId" clId="{D234E45F-C55B-4C89-9D7C-A43BF66C4BBF}" dt="2026-10-23T08:32:35.976" v="542" actId="14100"/>
          <ac:spMkLst>
            <pc:docMk/>
            <pc:sldMk cId="0" sldId="267"/>
            <ac:spMk id="365" creationId="{00000000-0000-0000-0000-000000000000}"/>
          </ac:spMkLst>
        </pc:spChg>
        <pc:spChg chg="mod">
          <ac:chgData name="君 小綠綠" userId="c57869a4d43399e7" providerId="LiveId" clId="{D234E45F-C55B-4C89-9D7C-A43BF66C4BBF}" dt="2026-10-23T08:31:35.905" v="533" actId="14100"/>
          <ac:spMkLst>
            <pc:docMk/>
            <pc:sldMk cId="0" sldId="267"/>
            <ac:spMk id="366" creationId="{00000000-0000-0000-0000-000000000000}"/>
          </ac:spMkLst>
        </pc:spChg>
        <pc:spChg chg="mod">
          <ac:chgData name="君 小綠綠" userId="c57869a4d43399e7" providerId="LiveId" clId="{D234E45F-C55B-4C89-9D7C-A43BF66C4BBF}" dt="2026-10-23T08:31:43.927" v="535" actId="14100"/>
          <ac:spMkLst>
            <pc:docMk/>
            <pc:sldMk cId="0" sldId="267"/>
            <ac:spMk id="367" creationId="{00000000-0000-0000-0000-000000000000}"/>
          </ac:spMkLst>
        </pc:spChg>
        <pc:spChg chg="mod">
          <ac:chgData name="君 小綠綠" userId="c57869a4d43399e7" providerId="LiveId" clId="{D234E45F-C55B-4C89-9D7C-A43BF66C4BBF}" dt="2026-10-23T08:31:46.746" v="536" actId="14100"/>
          <ac:spMkLst>
            <pc:docMk/>
            <pc:sldMk cId="0" sldId="267"/>
            <ac:spMk id="368" creationId="{00000000-0000-0000-0000-000000000000}"/>
          </ac:spMkLst>
        </pc:spChg>
        <pc:spChg chg="mod">
          <ac:chgData name="君 小綠綠" userId="c57869a4d43399e7" providerId="LiveId" clId="{D234E45F-C55B-4C89-9D7C-A43BF66C4BBF}" dt="2026-10-23T08:32:21.670" v="539" actId="20577"/>
          <ac:spMkLst>
            <pc:docMk/>
            <pc:sldMk cId="0" sldId="267"/>
            <ac:spMk id="380" creationId="{00000000-0000-0000-0000-000000000000}"/>
          </ac:spMkLst>
        </pc:spChg>
        <pc:spChg chg="mod">
          <ac:chgData name="君 小綠綠" userId="c57869a4d43399e7" providerId="LiveId" clId="{D234E45F-C55B-4C89-9D7C-A43BF66C4BBF}" dt="2026-10-23T08:32:18.171" v="538" actId="20577"/>
          <ac:spMkLst>
            <pc:docMk/>
            <pc:sldMk cId="0" sldId="267"/>
            <ac:spMk id="383" creationId="{00000000-0000-0000-0000-000000000000}"/>
          </ac:spMkLst>
        </pc:spChg>
        <pc:spChg chg="mod">
          <ac:chgData name="君 小綠綠" userId="c57869a4d43399e7" providerId="LiveId" clId="{D234E45F-C55B-4C89-9D7C-A43BF66C4BBF}" dt="2026-10-23T08:31:25.605" v="531" actId="1076"/>
          <ac:spMkLst>
            <pc:docMk/>
            <pc:sldMk cId="0" sldId="267"/>
            <ac:spMk id="385" creationId="{00000000-0000-0000-0000-000000000000}"/>
          </ac:spMkLst>
        </pc:spChg>
        <pc:spChg chg="mod">
          <ac:chgData name="君 小綠綠" userId="c57869a4d43399e7" providerId="LiveId" clId="{D234E45F-C55B-4C89-9D7C-A43BF66C4BBF}" dt="2026-10-23T08:31:40.296" v="534" actId="1076"/>
          <ac:spMkLst>
            <pc:docMk/>
            <pc:sldMk cId="0" sldId="267"/>
            <ac:spMk id="386" creationId="{00000000-0000-0000-0000-000000000000}"/>
          </ac:spMkLst>
        </pc:spChg>
        <pc:spChg chg="mod">
          <ac:chgData name="君 小綠綠" userId="c57869a4d43399e7" providerId="LiveId" clId="{D234E45F-C55B-4C89-9D7C-A43BF66C4BBF}" dt="2026-10-23T08:32:15.296" v="537" actId="20577"/>
          <ac:spMkLst>
            <pc:docMk/>
            <pc:sldMk cId="0" sldId="267"/>
            <ac:spMk id="392" creationId="{00000000-0000-0000-0000-000000000000}"/>
          </ac:spMkLst>
        </pc:spChg>
      </pc:sldChg>
      <pc:sldChg chg="modSp mod">
        <pc:chgData name="君 小綠綠" userId="c57869a4d43399e7" providerId="LiveId" clId="{D234E45F-C55B-4C89-9D7C-A43BF66C4BBF}" dt="2026-10-23T08:41:41.107" v="711" actId="113"/>
        <pc:sldMkLst>
          <pc:docMk/>
          <pc:sldMk cId="0" sldId="268"/>
        </pc:sldMkLst>
        <pc:spChg chg="mod">
          <ac:chgData name="君 小綠綠" userId="c57869a4d43399e7" providerId="LiveId" clId="{D234E45F-C55B-4C89-9D7C-A43BF66C4BBF}" dt="2026-10-23T08:41:26.345" v="709" actId="14100"/>
          <ac:spMkLst>
            <pc:docMk/>
            <pc:sldMk cId="0" sldId="268"/>
            <ac:spMk id="397" creationId="{00000000-0000-0000-0000-000000000000}"/>
          </ac:spMkLst>
        </pc:spChg>
        <pc:spChg chg="mod">
          <ac:chgData name="君 小綠綠" userId="c57869a4d43399e7" providerId="LiveId" clId="{D234E45F-C55B-4C89-9D7C-A43BF66C4BBF}" dt="2026-10-23T08:35:03.484" v="544" actId="14100"/>
          <ac:spMkLst>
            <pc:docMk/>
            <pc:sldMk cId="0" sldId="268"/>
            <ac:spMk id="399" creationId="{00000000-0000-0000-0000-000000000000}"/>
          </ac:spMkLst>
        </pc:spChg>
        <pc:spChg chg="mod">
          <ac:chgData name="君 小綠綠" userId="c57869a4d43399e7" providerId="LiveId" clId="{D234E45F-C55B-4C89-9D7C-A43BF66C4BBF}" dt="2026-10-23T08:35:27.120" v="547" actId="1076"/>
          <ac:spMkLst>
            <pc:docMk/>
            <pc:sldMk cId="0" sldId="268"/>
            <ac:spMk id="400" creationId="{00000000-0000-0000-0000-000000000000}"/>
          </ac:spMkLst>
        </pc:spChg>
        <pc:spChg chg="mod">
          <ac:chgData name="君 小綠綠" userId="c57869a4d43399e7" providerId="LiveId" clId="{D234E45F-C55B-4C89-9D7C-A43BF66C4BBF}" dt="2026-10-23T08:35:33.170" v="548" actId="1076"/>
          <ac:spMkLst>
            <pc:docMk/>
            <pc:sldMk cId="0" sldId="268"/>
            <ac:spMk id="401" creationId="{00000000-0000-0000-0000-000000000000}"/>
          </ac:spMkLst>
        </pc:spChg>
        <pc:spChg chg="mod">
          <ac:chgData name="君 小綠綠" userId="c57869a4d43399e7" providerId="LiveId" clId="{D234E45F-C55B-4C89-9D7C-A43BF66C4BBF}" dt="2026-10-23T08:35:38.165" v="549" actId="1076"/>
          <ac:spMkLst>
            <pc:docMk/>
            <pc:sldMk cId="0" sldId="268"/>
            <ac:spMk id="402" creationId="{00000000-0000-0000-0000-000000000000}"/>
          </ac:spMkLst>
        </pc:spChg>
        <pc:spChg chg="mod">
          <ac:chgData name="君 小綠綠" userId="c57869a4d43399e7" providerId="LiveId" clId="{D234E45F-C55B-4C89-9D7C-A43BF66C4BBF}" dt="2026-10-23T08:36:09.184" v="557" actId="20577"/>
          <ac:spMkLst>
            <pc:docMk/>
            <pc:sldMk cId="0" sldId="268"/>
            <ac:spMk id="408" creationId="{00000000-0000-0000-0000-000000000000}"/>
          </ac:spMkLst>
        </pc:spChg>
        <pc:spChg chg="mod">
          <ac:chgData name="君 小綠綠" userId="c57869a4d43399e7" providerId="LiveId" clId="{D234E45F-C55B-4C89-9D7C-A43BF66C4BBF}" dt="2026-10-23T08:41:36.257" v="710" actId="113"/>
          <ac:spMkLst>
            <pc:docMk/>
            <pc:sldMk cId="0" sldId="268"/>
            <ac:spMk id="409" creationId="{00000000-0000-0000-0000-000000000000}"/>
          </ac:spMkLst>
        </pc:spChg>
        <pc:spChg chg="mod">
          <ac:chgData name="君 小綠綠" userId="c57869a4d43399e7" providerId="LiveId" clId="{D234E45F-C55B-4C89-9D7C-A43BF66C4BBF}" dt="2026-10-23T08:36:48.858" v="563" actId="14100"/>
          <ac:spMkLst>
            <pc:docMk/>
            <pc:sldMk cId="0" sldId="268"/>
            <ac:spMk id="410" creationId="{00000000-0000-0000-0000-000000000000}"/>
          </ac:spMkLst>
        </pc:spChg>
        <pc:spChg chg="mod">
          <ac:chgData name="君 小綠綠" userId="c57869a4d43399e7" providerId="LiveId" clId="{D234E45F-C55B-4C89-9D7C-A43BF66C4BBF}" dt="2026-10-23T08:41:41.107" v="711" actId="113"/>
          <ac:spMkLst>
            <pc:docMk/>
            <pc:sldMk cId="0" sldId="268"/>
            <ac:spMk id="411" creationId="{00000000-0000-0000-0000-000000000000}"/>
          </ac:spMkLst>
        </pc:spChg>
        <pc:spChg chg="mod">
          <ac:chgData name="君 小綠綠" userId="c57869a4d43399e7" providerId="LiveId" clId="{D234E45F-C55B-4C89-9D7C-A43BF66C4BBF}" dt="2026-10-23T08:36:34.808" v="561" actId="1076"/>
          <ac:spMkLst>
            <pc:docMk/>
            <pc:sldMk cId="0" sldId="268"/>
            <ac:spMk id="412" creationId="{00000000-0000-0000-0000-000000000000}"/>
          </ac:spMkLst>
        </pc:spChg>
        <pc:spChg chg="mod">
          <ac:chgData name="君 小綠綠" userId="c57869a4d43399e7" providerId="LiveId" clId="{D234E45F-C55B-4C89-9D7C-A43BF66C4BBF}" dt="2026-10-23T08:41:19.032" v="708" actId="255"/>
          <ac:spMkLst>
            <pc:docMk/>
            <pc:sldMk cId="0" sldId="268"/>
            <ac:spMk id="413" creationId="{00000000-0000-0000-0000-000000000000}"/>
          </ac:spMkLst>
        </pc:spChg>
        <pc:spChg chg="mod">
          <ac:chgData name="君 小綠綠" userId="c57869a4d43399e7" providerId="LiveId" clId="{D234E45F-C55B-4C89-9D7C-A43BF66C4BBF}" dt="2026-10-23T08:35:55.983" v="554" actId="1076"/>
          <ac:spMkLst>
            <pc:docMk/>
            <pc:sldMk cId="0" sldId="268"/>
            <ac:spMk id="414" creationId="{00000000-0000-0000-0000-000000000000}"/>
          </ac:spMkLst>
        </pc:spChg>
        <pc:spChg chg="mod">
          <ac:chgData name="君 小綠綠" userId="c57869a4d43399e7" providerId="LiveId" clId="{D234E45F-C55B-4C89-9D7C-A43BF66C4BBF}" dt="2026-10-23T08:35:47.184" v="551" actId="14100"/>
          <ac:spMkLst>
            <pc:docMk/>
            <pc:sldMk cId="0" sldId="268"/>
            <ac:spMk id="416" creationId="{00000000-0000-0000-0000-000000000000}"/>
          </ac:spMkLst>
        </pc:spChg>
        <pc:spChg chg="mod">
          <ac:chgData name="君 小綠綠" userId="c57869a4d43399e7" providerId="LiveId" clId="{D234E45F-C55B-4C89-9D7C-A43BF66C4BBF}" dt="2026-10-23T08:36:24.158" v="559" actId="1076"/>
          <ac:spMkLst>
            <pc:docMk/>
            <pc:sldMk cId="0" sldId="268"/>
            <ac:spMk id="418" creationId="{00000000-0000-0000-0000-000000000000}"/>
          </ac:spMkLst>
        </pc:spChg>
        <pc:picChg chg="mod">
          <ac:chgData name="君 小綠綠" userId="c57869a4d43399e7" providerId="LiveId" clId="{D234E45F-C55B-4C89-9D7C-A43BF66C4BBF}" dt="2026-10-23T08:36:02.544" v="555" actId="1076"/>
          <ac:picMkLst>
            <pc:docMk/>
            <pc:sldMk cId="0" sldId="268"/>
            <ac:picMk id="403" creationId="{00000000-0000-0000-0000-000000000000}"/>
          </ac:picMkLst>
        </pc:picChg>
        <pc:picChg chg="mod">
          <ac:chgData name="君 小綠綠" userId="c57869a4d43399e7" providerId="LiveId" clId="{D234E45F-C55B-4C89-9D7C-A43BF66C4BBF}" dt="2026-10-23T08:36:24.158" v="559" actId="1076"/>
          <ac:picMkLst>
            <pc:docMk/>
            <pc:sldMk cId="0" sldId="268"/>
            <ac:picMk id="405" creationId="{00000000-0000-0000-0000-000000000000}"/>
          </ac:picMkLst>
        </pc:picChg>
      </pc:sldChg>
      <pc:sldChg chg="delSp modSp mod">
        <pc:chgData name="君 小綠綠" userId="c57869a4d43399e7" providerId="LiveId" clId="{D234E45F-C55B-4C89-9D7C-A43BF66C4BBF}" dt="2026-10-23T08:50:34.341" v="719" actId="1076"/>
        <pc:sldMkLst>
          <pc:docMk/>
          <pc:sldMk cId="0" sldId="269"/>
        </pc:sldMkLst>
        <pc:spChg chg="del mod">
          <ac:chgData name="君 小綠綠" userId="c57869a4d43399e7" providerId="LiveId" clId="{D234E45F-C55B-4C89-9D7C-A43BF66C4BBF}" dt="2026-10-23T08:50:14.572" v="713" actId="478"/>
          <ac:spMkLst>
            <pc:docMk/>
            <pc:sldMk cId="0" sldId="269"/>
            <ac:spMk id="424" creationId="{00000000-0000-0000-0000-000000000000}"/>
          </ac:spMkLst>
        </pc:spChg>
        <pc:spChg chg="del mod">
          <ac:chgData name="君 小綠綠" userId="c57869a4d43399e7" providerId="LiveId" clId="{D234E45F-C55B-4C89-9D7C-A43BF66C4BBF}" dt="2026-10-23T08:50:19.304" v="714" actId="478"/>
          <ac:spMkLst>
            <pc:docMk/>
            <pc:sldMk cId="0" sldId="269"/>
            <ac:spMk id="428" creationId="{00000000-0000-0000-0000-000000000000}"/>
          </ac:spMkLst>
        </pc:spChg>
        <pc:spChg chg="del mod">
          <ac:chgData name="君 小綠綠" userId="c57869a4d43399e7" providerId="LiveId" clId="{D234E45F-C55B-4C89-9D7C-A43BF66C4BBF}" dt="2026-10-23T08:50:19.304" v="714" actId="478"/>
          <ac:spMkLst>
            <pc:docMk/>
            <pc:sldMk cId="0" sldId="269"/>
            <ac:spMk id="429" creationId="{00000000-0000-0000-0000-000000000000}"/>
          </ac:spMkLst>
        </pc:spChg>
        <pc:spChg chg="del mod">
          <ac:chgData name="君 小綠綠" userId="c57869a4d43399e7" providerId="LiveId" clId="{D234E45F-C55B-4C89-9D7C-A43BF66C4BBF}" dt="2026-10-23T08:50:19.304" v="714" actId="478"/>
          <ac:spMkLst>
            <pc:docMk/>
            <pc:sldMk cId="0" sldId="269"/>
            <ac:spMk id="430" creationId="{00000000-0000-0000-0000-000000000000}"/>
          </ac:spMkLst>
        </pc:spChg>
        <pc:picChg chg="mod">
          <ac:chgData name="君 小綠綠" userId="c57869a4d43399e7" providerId="LiveId" clId="{D234E45F-C55B-4C89-9D7C-A43BF66C4BBF}" dt="2026-10-23T08:50:34.341" v="719" actId="1076"/>
          <ac:picMkLst>
            <pc:docMk/>
            <pc:sldMk cId="0" sldId="269"/>
            <ac:picMk id="425" creationId="{00000000-0000-0000-0000-000000000000}"/>
          </ac:picMkLst>
        </pc:picChg>
      </pc:sldChg>
      <pc:sldChg chg="modSp mod">
        <pc:chgData name="君 小綠綠" userId="c57869a4d43399e7" providerId="LiveId" clId="{D234E45F-C55B-4C89-9D7C-A43BF66C4BBF}" dt="2026-10-23T08:53:14.398" v="720" actId="1076"/>
        <pc:sldMkLst>
          <pc:docMk/>
          <pc:sldMk cId="0" sldId="273"/>
        </pc:sldMkLst>
        <pc:picChg chg="mod">
          <ac:chgData name="君 小綠綠" userId="c57869a4d43399e7" providerId="LiveId" clId="{D234E45F-C55B-4C89-9D7C-A43BF66C4BBF}" dt="2026-10-23T08:53:14.398" v="720" actId="1076"/>
          <ac:picMkLst>
            <pc:docMk/>
            <pc:sldMk cId="0" sldId="273"/>
            <ac:picMk id="491" creationId="{00000000-0000-0000-0000-000000000000}"/>
          </ac:picMkLst>
        </pc:picChg>
      </pc:sldChg>
      <pc:sldChg chg="ord modNotes">
        <pc:chgData name="君 小綠綠" userId="c57869a4d43399e7" providerId="LiveId" clId="{D234E45F-C55B-4C89-9D7C-A43BF66C4BBF}" dt="2026-10-23T07:35:41.022" v="135"/>
        <pc:sldMkLst>
          <pc:docMk/>
          <pc:sldMk cId="0" sldId="286"/>
        </pc:sldMkLst>
      </pc:sldChg>
      <pc:sldChg chg="addSp modSp new del mod">
        <pc:chgData name="君 小綠綠" userId="c57869a4d43399e7" providerId="LiveId" clId="{D234E45F-C55B-4C89-9D7C-A43BF66C4BBF}" dt="2026-10-23T08:15:46.103" v="318" actId="47"/>
        <pc:sldMkLst>
          <pc:docMk/>
          <pc:sldMk cId="3836461297" sldId="288"/>
        </pc:sldMkLst>
        <pc:spChg chg="add">
          <ac:chgData name="君 小綠綠" userId="c57869a4d43399e7" providerId="LiveId" clId="{D234E45F-C55B-4C89-9D7C-A43BF66C4BBF}" dt="2026-10-23T08:12:18.190" v="302"/>
          <ac:spMkLst>
            <pc:docMk/>
            <pc:sldMk cId="3836461297" sldId="288"/>
            <ac:spMk id="4" creationId="{AACD5FEF-7D06-1131-5FCB-EC17C9245EA1}"/>
          </ac:spMkLst>
        </pc:spChg>
        <pc:spChg chg="add mod">
          <ac:chgData name="君 小綠綠" userId="c57869a4d43399e7" providerId="LiveId" clId="{D234E45F-C55B-4C89-9D7C-A43BF66C4BBF}" dt="2026-10-23T08:12:21.350" v="304"/>
          <ac:spMkLst>
            <pc:docMk/>
            <pc:sldMk cId="3836461297" sldId="288"/>
            <ac:spMk id="5" creationId="{6F820BEB-0B67-61FC-833B-7B710F33AF64}"/>
          </ac:spMkLst>
        </pc:spChg>
        <pc:picChg chg="add mod">
          <ac:chgData name="君 小綠綠" userId="c57869a4d43399e7" providerId="LiveId" clId="{D234E45F-C55B-4C89-9D7C-A43BF66C4BBF}" dt="2026-10-23T08:14:54.188" v="307" actId="962"/>
          <ac:picMkLst>
            <pc:docMk/>
            <pc:sldMk cId="3836461297" sldId="288"/>
            <ac:picMk id="7" creationId="{B8946F36-21D9-F69E-65F0-2D10B7ADBA5E}"/>
          </ac:picMkLst>
        </pc:picChg>
      </pc:sldChg>
      <pc:sldMasterChg chg="delSldLayout">
        <pc:chgData name="君 小綠綠" userId="c57869a4d43399e7" providerId="LiveId" clId="{D234E45F-C55B-4C89-9D7C-A43BF66C4BBF}" dt="2026-10-23T08:15:46.103" v="318" actId="47"/>
        <pc:sldMasterMkLst>
          <pc:docMk/>
          <pc:sldMasterMk cId="0" sldId="2147483659"/>
        </pc:sldMasterMkLst>
        <pc:sldLayoutChg chg="del">
          <pc:chgData name="君 小綠綠" userId="c57869a4d43399e7" providerId="LiveId" clId="{D234E45F-C55B-4C89-9D7C-A43BF66C4BBF}" dt="2026-10-23T08:15:46.103" v="318" actId="47"/>
          <pc:sldLayoutMkLst>
            <pc:docMk/>
            <pc:sldMasterMk cId="0" sldId="2147483659"/>
            <pc:sldLayoutMk cId="0" sldId="214748364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01：封面頁 (Title Slide)】</a:t>
            </a:r>
          </a:p>
          <a:p>
            <a:r>
              <a:t>⏱️ 建議時長：1.5 min（時間軸：00:00 - 01:30）</a:t>
            </a:r>
          </a:p>
          <a:p>
            <a:endParaRPr/>
          </a:p>
          <a:p>
            <a:r>
              <a:t>📌 投影片畫面核心重點：</a:t>
            </a:r>
          </a:p>
          <a:p>
            <a:r>
              <a:t>• 破題演講核心價值：打破電子紙物理響應慢與 Android 顯示管線延遲的雙重枷鎖</a:t>
            </a:r>
          </a:p>
          <a:p>
            <a:r>
              <a:t>• 明確交代目標硬體規格：MediaTek SoC + E Ink T1000/T2001 (IT8957 控制晶片)</a:t>
            </a:r>
          </a:p>
          <a:p>
            <a:r>
              <a:t>• 三大架構技術成果預告：Sub-28ms 手寫直通、256階 Framework Dither、11 大量產血淚實戰</a:t>
            </a:r>
          </a:p>
          <a:p>
            <a:endParaRPr/>
          </a:p>
          <a:p>
            <a:r>
              <a:t>🎙️ 講者逐字講稿（Speaker Script）：</a:t>
            </a:r>
          </a:p>
          <a:p>
            <a:r>
              <a:t>「各位評審、主管與技術同仁大家好，我是 William。今天非常榮幸能站在這裡，和大家深入探討我們團隊過去一年多在單色電子紙智慧手寫裝置專案中，如何從軟硬體全棧架構的維度，徹底打破電子紙物理響應慢與 Android 系統顯示延遲的雙重極限。</a:t>
            </a:r>
          </a:p>
          <a:p>
            <a:endParaRPr/>
          </a:p>
          <a:p>
            <a:r>
              <a:t>大家如果在過去碰過電子紙（E-Ink），一定都會有一種刻板印象：電子紙適合看小說、看靜態文件，但絕對不適合拿來做即時互動，更不用說像真實紙筆那樣流暢書寫了。傳統 Android 原生系統在一般平板上很順暢，但一旦接到電子紙上，光是觸控事件走完 Framework、排入 SurfaceFlinger、等 VSync、再透過顯示介面送到螢幕，端到端延遲隨隨便便就超過 100 毫秒，甚至達到 120 毫秒。那種延遲感，在使用者筆尖下就像拖著一條沉重的橡皮筋，體驗非常糟糕。</a:t>
            </a:r>
          </a:p>
          <a:p>
            <a:endParaRPr/>
          </a:p>
          <a:p>
            <a:r>
              <a:t>但我們今天的專案目標很純粹，就是要打破這個物理與軟體上的不可能。在接下來的 50 分鐘裡，我不會跟大家講空泛的概念，而是會像一場真實的系統架構審查與技術覆盤，把我們在 MediaTek 晶片組與 E Ink T1000/T2001 控制器上，如何自主打造『雙通道架構』、如何透過『觸控與繪圖雙重直通旁路』把延遲壓縮至極致的 28 毫秒以內、如何在底層注入自研 256 階 Dither 演算法，以及我們在產線低溫箱、示波器下抓出的 11 大量產避坑血淚史，全部公開與大家交流。演講結束後留有 10 分鐘，歡迎大家盡情提問。我們現在就正式開始！」</a:t>
            </a:r>
          </a:p>
          <a:p>
            <a:endParaRPr/>
          </a:p>
          <a:p>
            <a:r>
              <a:t>🔄 翻頁轉場提示：</a:t>
            </a:r>
          </a:p>
          <a:p>
            <a:r>
              <a:t>【點擊切換至 Slide 2：大綱與時間配比】</a:t>
            </a: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02：目錄大綱與 60 分鐘配比 (Agenda &amp; Pacing)】</a:t>
            </a:r>
          </a:p>
          <a:p>
            <a:r>
              <a:t>⏱️ 建議時長：1.0 min（時間軸：01:30 - 02:30）</a:t>
            </a:r>
          </a:p>
          <a:p>
            <a:endParaRPr/>
          </a:p>
          <a:p>
            <a:r>
              <a:t>📌 投影片畫面核心重點：</a:t>
            </a:r>
          </a:p>
          <a:p>
            <a:r>
              <a:t>• 清晰展示 8 大核心章節與精確分鐘數配比</a:t>
            </a:r>
          </a:p>
          <a:p>
            <a:r>
              <a:t>• 點出時間重心：第 5 章『手寫 28ms 專題』與第 7 章『量產 11 大踩坑實戰』</a:t>
            </a:r>
          </a:p>
          <a:p>
            <a:r>
              <a:t>• 預告 50 分鐘高密度演講 + 10 分鐘現場技術問答</a:t>
            </a:r>
          </a:p>
          <a:p>
            <a:endParaRPr/>
          </a:p>
          <a:p>
            <a:r>
              <a:t>🎙️ 講者逐字講稿（Speaker Script）：</a:t>
            </a:r>
          </a:p>
          <a:p>
            <a:r>
              <a:t>「這張投影片是我們今天的 60 分鐘研討會大綱與節奏配比。我將整場演講精確拆分為 8 大模組，前 50 分鐘由我進行深度技術剖析，最後 10 分鐘留作 Q&amp;A。</a:t>
            </a:r>
          </a:p>
          <a:p>
            <a:endParaRPr/>
          </a:p>
          <a:p>
            <a:r>
              <a:t>在第 1 與第 2 章，我們會用 11 分鐘快速鋪墊電子紙的物理特性、微膠囊雙穩態機制，以及決定畫面品質的靈魂——Waveform 與 VCOM 校準，讓大家理解為什麼軟體不能隨心所欲地想刷就刷；</a:t>
            </a:r>
          </a:p>
          <a:p>
            <a:r>
              <a:t>接著第 3 與第 4 章，用 13 分鐘切入全棧軟體工程架構，剖析我們的 Linux I2C/SPI 雙通道驅動、本地 einkservice 守護進程，以及如何在 Android 系統層零修改實現 256 階 Dither；</a:t>
            </a:r>
          </a:p>
          <a:p>
            <a:r>
              <a:t>接下來是全場的最高潮——第 5 章，我們將花 8 分鐘深入拆解『Sub-28ms 極致手寫直通』與 CanvasDraw App 的三大幾何演算法，告訴大家這 28ms 是怎麼一毫秒一毫秒從底層硬榨出來的；</a:t>
            </a:r>
          </a:p>
          <a:p>
            <a:r>
              <a:t>而在第 6 與第 7 章，我們將花 14 分鐘分享最寶貴的量產實戰經驗，特別是第 7 章的 11 大黃金 Lesson Learned，每一個都是在產線上用示波器抓出來的死鎖、畫面缺陷與 Test Pattern 幾何校準；</a:t>
            </a:r>
          </a:p>
          <a:p>
            <a:r>
              <a:t>最後第 8 章總結專案四大支柱與未來展望。節奏非常緊湊，讓我們直接進入第一章！」</a:t>
            </a:r>
          </a:p>
          <a:p>
            <a:endParaRPr/>
          </a:p>
          <a:p>
            <a:r>
              <a:t>🔄 翻頁轉場提示：</a:t>
            </a:r>
          </a:p>
          <a:p>
            <a:r>
              <a:t>【點擊切換至 Slide 3：護眼光學優勢與垂直市場】</a:t>
            </a:r>
          </a:p>
        </p:txBody>
      </p:sp>
      <p:sp>
        <p:nvSpPr>
          <p:cNvPr id="98" name="Google Shape;9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03：01 / 護眼光學優勢與垂直市場應用生態】</a:t>
            </a:r>
          </a:p>
          <a:p>
            <a:r>
              <a:t>⏱️ 建議時長：2.0 min（時間軸：02:30 - 04:30）</a:t>
            </a:r>
          </a:p>
          <a:p>
            <a:endParaRPr/>
          </a:p>
          <a:p>
            <a:r>
              <a:t>📌 投影片畫面核心重點：</a:t>
            </a:r>
          </a:p>
          <a:p>
            <a:r>
              <a:t>• 對比光學本質：主動直射發光 (LCD/OLED) vs 環境光漫反射 (E-Ink)</a:t>
            </a:r>
          </a:p>
          <a:p>
            <a:r>
              <a:t>• 量化關鍵優勢：0 mW 靜態功耗維持、100% 恆定反射率、零 PWM 頻閃</a:t>
            </a:r>
          </a:p>
          <a:p>
            <a:r>
              <a:t>• 點明本專案目標市場：專業級數位水墨筆記本 (E-Notes)</a:t>
            </a:r>
          </a:p>
          <a:p>
            <a:endParaRPr/>
          </a:p>
          <a:p>
            <a:r>
              <a:t>🎙️ 講者逐字講稿（Speaker Script）：</a:t>
            </a:r>
          </a:p>
          <a:p>
            <a:r>
              <a:t>「在深入任何程式碼之前，我們先回到電子紙這項技術最迷人的本質：為什麼在 LCD 和 OLED 如此成熟且便宜的今天，我們依然要花費巨大的研發心力投入在電子紙上？</a:t>
            </a:r>
          </a:p>
          <a:p>
            <a:endParaRPr/>
          </a:p>
          <a:p>
            <a:r>
              <a:t>答案就在於畫面上的三個核心指標：第一是『0 mW 靜態功耗維持』。傳統螢幕即使顯示一張純白底圖，背光模組或有機發光像素依然在以數百毫瓦的功率持續吃電；但電子紙具備物理上的『雙穩態（Bistability）』特性，微膠囊粒子一旦定位完成，斷開電源後畫面可以靜態保持數年而不消耗一丁點電力。</a:t>
            </a:r>
          </a:p>
          <a:p>
            <a:r>
              <a:t>第二是『100% 恆定反射率與零 PWM 頻閃』。現代人長時間看螢幕之所以眼睛乾澀、視力疲勞，根本原因在於主動式光源直射視網膜黃斑部，且低頻 PWM 調光會引發肉眼難以察覺的微頻閃；但電子紙是純粹的『環境光漫反射』，就像你在閱讀一本實體紙質書一樣，周圍環境光線越強，畫面反射越清晰，戶外大太陽下完全沒有鏡面反光的問題。</a:t>
            </a:r>
          </a:p>
          <a:p>
            <a:endParaRPr/>
          </a:p>
          <a:p>
            <a:r>
              <a:t>也正是這兩大光學優勢，支撐起了龐大的垂直市場。除了傳統的 Kindle 電子書、零售超市的電子貨架標籤（ESL），我們這項專案切入的正是技術門檻最高、附加價值最大的賽道——『專業級數位水墨智慧筆記本（E-Notes）』。在這個賽道中，用戶要求的是極致的紙筆觸感與流暢書寫，任何一絲延遲或卡頓都會立刻被使用者識破。那麼，微膠囊內部究竟是如何運作的？請看下一頁。」</a:t>
            </a:r>
          </a:p>
          <a:p>
            <a:endParaRPr/>
          </a:p>
          <a:p>
            <a:r>
              <a:t>🔄 翻頁轉場提示：</a:t>
            </a:r>
          </a:p>
          <a:p>
            <a:r>
              <a:t>【點擊切換至 Slide 4：雙粒子微膠囊物理原理】</a:t>
            </a:r>
          </a:p>
        </p:txBody>
      </p:sp>
      <p:sp>
        <p:nvSpPr>
          <p:cNvPr id="136" name="Google Shape;13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04：01 / 雙粒子微膠囊電泳物理原理與 16 灰階調制】</a:t>
            </a:r>
          </a:p>
          <a:p>
            <a:r>
              <a:t>⏱️ 建議時長：2.0 min（時間軸：04:30 - 06:30）</a:t>
            </a:r>
          </a:p>
          <a:p>
            <a:endParaRPr/>
          </a:p>
          <a:p>
            <a:r>
              <a:t>📌 投影片畫面核心重點：</a:t>
            </a:r>
          </a:p>
          <a:p>
            <a:r>
              <a:t>• 微膠囊核心構造：帶負電荷的白色二氧化鈦微粒 + 帶正電荷的黑色碳黑微粒</a:t>
            </a:r>
          </a:p>
          <a:p>
            <a:r>
              <a:t>• 電場驅動物理本質：頂部透明電極 (VCOM) 與底部 TFT 像素電極形成垂直電場</a:t>
            </a:r>
          </a:p>
          <a:p>
            <a:r>
              <a:t>• 16 灰階調制機制：精確控制脈衝電壓持續時間 (200~400ms) 與顆粒懸浮高度</a:t>
            </a:r>
          </a:p>
          <a:p>
            <a:endParaRPr/>
          </a:p>
          <a:p>
            <a:r>
              <a:t>🎙️ 講者逐字講稿（Speaker Script）：</a:t>
            </a:r>
          </a:p>
          <a:p>
            <a:r>
              <a:t>「這張圖展示了單色 Carta 電子紙的微觀物理世界。</a:t>
            </a:r>
          </a:p>
          <a:p>
            <a:r>
              <a:t>在兩層電極之間，注滿了數以百萬計的微膠囊（Microcapsules），直徑大約只有人類頭髮的一半。在微膠囊內部，懸浮著兩種關鍵粒子：帶負電荷的白色二氧化鈦微粒，以及帶正電荷的黑色碳黑微粒。</a:t>
            </a:r>
          </a:p>
          <a:p>
            <a:endParaRPr/>
          </a:p>
          <a:p>
            <a:r>
              <a:t>當我們在頂部透明電極維持基準電壓 VCOM，並在底部 TFT 像素電極施加負電壓時，同性相斥、異性相吸，帶負電的白粒子被推向頂部，帶正電的黑粒子被吸到底部，人眼從上方看就是純白色；反之，若底部施加正電壓，黑粒子浮上頂部，人眼看到的就是純黑色。</a:t>
            </a:r>
          </a:p>
          <a:p>
            <a:endParaRPr/>
          </a:p>
          <a:p>
            <a:r>
              <a:t>那麼，中間的 16 級灰階是怎麼做出來的？大家一定要記住這個關鍵概念：『電子紙不是靠電壓大小來調灰階，而是靠電壓施加的脈衝寬度（時間長度）！』</a:t>
            </a:r>
          </a:p>
          <a:p>
            <a:r>
              <a:t>因為微微粒在流體中具有黏滯阻力（Viscosity），它移動需要時間。如果我們給一個 300 毫秒的脈衝，粒子會完全浮頂；但如果我們只給 50 毫秒或 100 毫秒的微脈衝，粒子就會懸浮在膠囊的中間高度，黑白粒子部分混疊，從而折射出細膩的中間灰階。</a:t>
            </a:r>
          </a:p>
          <a:p>
            <a:r>
              <a:t>也正因為粒子在黏滯液體中移動需要幾十到幾百毫秒，這決定了電子紙在物理上天生就是『慢速響應設備』。我們軟體工程師的一切努力，就是要馴服這個物理慢速特性！那麼硬體上主控晶片是怎麼跟電子紙面板連接的？請看 Slide 5。」</a:t>
            </a:r>
          </a:p>
          <a:p>
            <a:endParaRPr/>
          </a:p>
          <a:p>
            <a:r>
              <a:t>🔄 翻頁轉場提示：</a:t>
            </a:r>
          </a:p>
          <a:p>
            <a:r>
              <a:t>【點擊切換至 Slide 5：系統硬體三通道分工架構】</a:t>
            </a: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05：01 / 系統硬體架構：I2C 控制、SPI 手寫與 MIPI 抓取 SoC Framebuffer】</a:t>
            </a:r>
          </a:p>
          <a:p>
            <a:r>
              <a:t>⏱️ 建議時長：1.5 min（時間軸：06:30 - 08:00）</a:t>
            </a:r>
          </a:p>
          <a:p>
            <a:endParaRPr/>
          </a:p>
          <a:p>
            <a:r>
              <a:t>📌 投影片畫面核心重點：</a:t>
            </a:r>
          </a:p>
          <a:p>
            <a:r>
              <a:t>• 三大硬體鏈路分工：I2C 命令通道、24MHz 高速 SPI 點陣手寫通道、MIPI-DSI 全影格通道</a:t>
            </a:r>
          </a:p>
          <a:p>
            <a:r>
              <a:t>• 打破傳統顯示架構：手寫直通數據不經過 MIPI，透過 SPI DMA 走獨立快速通道注入 T-Con</a:t>
            </a:r>
          </a:p>
          <a:p>
            <a:r>
              <a:t>• 硬體解耦設計：全屏 Android UI 與局部手寫筆跡在 T-Con 端實現硬體級合成</a:t>
            </a:r>
          </a:p>
          <a:p>
            <a:endParaRPr/>
          </a:p>
          <a:p>
            <a:r>
              <a:t>🎙️ 講者逐字講稿（Speaker Script）：</a:t>
            </a:r>
          </a:p>
          <a:p>
            <a:r>
              <a:t>「這張架構拓撲圖是我們硬體系統設計的精髓所在。大家可以看到，MediaTek SoC 與 E-Ink T-Con 晶片（如 ITE IT8957）之間，並不是只有一條單純的顯示排線，而是精密劃分了『三大專用通道』：</a:t>
            </a:r>
          </a:p>
          <a:p>
            <a:endParaRPr/>
          </a:p>
          <a:p>
            <a:r>
              <a:t>第一條是【I2C 控制通道（400kHz）】：專門負責非同步發送控制指令，例如切換 Waveform 模式、調節 VCOM 電壓、查詢 T-Con 內部狀態機與電源休眠控制；</a:t>
            </a:r>
          </a:p>
          <a:p>
            <a:r>
              <a:t>第二條是【MIPI-DSI 視訊通道（4-Lane 高速視訊流）】：這是傳統 Android 顯示主通道，SurfaceFlinger 渲染完的全螢幕 Android 系統 UI、視窗動畫與影片，走 MIPI 連續視訊流送到 T-Con；</a:t>
            </a:r>
          </a:p>
          <a:p>
            <a:r>
              <a:t>而第三條，也是我們整個低延遲手寫系統的心臟——【24MHz 高速 SPI 直通手寫通道】：</a:t>
            </a:r>
          </a:p>
          <a:p>
            <a:r>
              <a:t>傳統架構下，如果手寫筆跡也排進 MIPI 送，就必須等 Android 系統排程、等 VSync 中斷、等整個螢幕畫完，延遲絕對破 100 毫秒。</a:t>
            </a:r>
          </a:p>
          <a:p>
            <a:r>
              <a:t>因此我們大膽拉出了一條專用的高速 SPI 匯流排，手寫筆落下的瞬間，筆跡演算法直接計算出一個極小的『髒矩形（Dirty Rectangle）』點陣，透過 SPI DMA 走旁路直通注入 T-Con！</a:t>
            </a:r>
          </a:p>
          <a:p>
            <a:r>
              <a:t>T-Con 內部具備雙圖層硬體合成引擎，一邊接收 MIPI 的背景 UI，一邊將 SPI 灌入的手寫筆跡在微秒級硬體疊加，並直接觸發電子紙黑白快速波形！</a:t>
            </a:r>
          </a:p>
          <a:p>
            <a:r>
              <a:t>這三條通道各司其職、互不干擾，奠定了我們 Sub-28ms 的硬體基礎。接下來我們來看電子紙最神秘的靈魂——Waveform。」</a:t>
            </a:r>
          </a:p>
          <a:p>
            <a:endParaRPr/>
          </a:p>
          <a:p>
            <a:r>
              <a:t>🔄 翻頁轉場提示：</a:t>
            </a:r>
          </a:p>
          <a:p>
            <a:r>
              <a:t>【點擊切換至 Slide 6：Waveform 物理機制與直流平衡】</a:t>
            </a:r>
          </a:p>
        </p:txBody>
      </p:sp>
      <p:sp>
        <p:nvSpPr>
          <p:cNvPr id="164" name="Google Shape;16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06：02 / Waveform </a:t>
            </a:r>
            <a:r>
              <a:rPr dirty="0" err="1"/>
              <a:t>物理機制：三部曲脈衝序列與直流平衡</a:t>
            </a:r>
            <a:r>
              <a:rPr dirty="0"/>
              <a:t>】</a:t>
            </a:r>
          </a:p>
          <a:p>
            <a:r>
              <a:rPr dirty="0"/>
              <a:t>⏱️ 建議時長：2.0 min（時間軸：08:00 - 10:00）</a:t>
            </a:r>
          </a:p>
          <a:p>
            <a:endParaRPr dirty="0"/>
          </a:p>
          <a:p>
            <a:r>
              <a:rPr dirty="0"/>
              <a:t>📌 </a:t>
            </a:r>
            <a:r>
              <a:rPr dirty="0" err="1"/>
              <a:t>投影片畫面核心重點</a:t>
            </a:r>
            <a:r>
              <a:rPr dirty="0"/>
              <a:t>：</a:t>
            </a:r>
          </a:p>
          <a:p>
            <a:r>
              <a:rPr dirty="0"/>
              <a:t>• Waveform </a:t>
            </a:r>
            <a:r>
              <a:rPr dirty="0" err="1"/>
              <a:t>本質：查表式查找表</a:t>
            </a:r>
            <a:r>
              <a:rPr dirty="0"/>
              <a:t> (LUT)，</a:t>
            </a:r>
            <a:r>
              <a:rPr dirty="0" err="1"/>
              <a:t>定義</a:t>
            </a:r>
            <a:r>
              <a:rPr dirty="0"/>
              <a:t> (</a:t>
            </a:r>
            <a:r>
              <a:rPr dirty="0" err="1"/>
              <a:t>目前灰階</a:t>
            </a:r>
            <a:r>
              <a:rPr dirty="0"/>
              <a:t>, </a:t>
            </a:r>
            <a:r>
              <a:rPr dirty="0" err="1"/>
              <a:t>目標灰階</a:t>
            </a:r>
            <a:r>
              <a:rPr dirty="0"/>
              <a:t>, </a:t>
            </a:r>
            <a:r>
              <a:rPr dirty="0" err="1"/>
              <a:t>溫度</a:t>
            </a:r>
            <a:r>
              <a:rPr dirty="0"/>
              <a:t>) ➔ </a:t>
            </a:r>
            <a:r>
              <a:rPr dirty="0" err="1"/>
              <a:t>脈衝電壓序列</a:t>
            </a:r>
            <a:endParaRPr dirty="0"/>
          </a:p>
          <a:p>
            <a:r>
              <a:rPr dirty="0"/>
              <a:t>• </a:t>
            </a:r>
            <a:r>
              <a:rPr dirty="0" err="1"/>
              <a:t>物理驅動三部曲：消影階段</a:t>
            </a:r>
            <a:r>
              <a:rPr dirty="0"/>
              <a:t> (Relaxation) ➔ </a:t>
            </a:r>
            <a:r>
              <a:rPr dirty="0" err="1"/>
              <a:t>振盪激活階段</a:t>
            </a:r>
            <a:r>
              <a:rPr dirty="0"/>
              <a:t> (Shake/Agitation) ➔ </a:t>
            </a:r>
            <a:r>
              <a:rPr dirty="0" err="1"/>
              <a:t>定位寫入階段</a:t>
            </a:r>
            <a:r>
              <a:rPr dirty="0"/>
              <a:t> (Transition)</a:t>
            </a:r>
          </a:p>
          <a:p>
            <a:r>
              <a:rPr dirty="0"/>
              <a:t>• </a:t>
            </a:r>
            <a:r>
              <a:rPr dirty="0" err="1"/>
              <a:t>底層紅線規範：直流平衡原則</a:t>
            </a:r>
            <a:r>
              <a:rPr dirty="0"/>
              <a:t> (DC Balancing, Net DC = 0)，</a:t>
            </a:r>
            <a:r>
              <a:rPr dirty="0" err="1"/>
              <a:t>防止微膠囊電離極化與永久殘影</a:t>
            </a:r>
            <a:endParaRPr dirty="0"/>
          </a:p>
          <a:p>
            <a:endParaRPr dirty="0"/>
          </a:p>
          <a:p>
            <a:r>
              <a:rPr dirty="0"/>
              <a:t>🎙️ </a:t>
            </a:r>
            <a:r>
              <a:rPr dirty="0" err="1"/>
              <a:t>講者逐字講稿（Speaker</a:t>
            </a:r>
            <a:r>
              <a:rPr dirty="0"/>
              <a:t> Script）：</a:t>
            </a:r>
          </a:p>
          <a:p>
            <a:r>
              <a:rPr dirty="0"/>
              <a:t>「</a:t>
            </a:r>
            <a:r>
              <a:rPr dirty="0" err="1"/>
              <a:t>如果說硬體排線是電子紙的神經，那麼</a:t>
            </a:r>
            <a:r>
              <a:rPr dirty="0"/>
              <a:t> </a:t>
            </a:r>
            <a:r>
              <a:rPr dirty="0" err="1"/>
              <a:t>Waveform（波形查找表）就是它的靈魂</a:t>
            </a:r>
            <a:r>
              <a:rPr dirty="0"/>
              <a:t>。</a:t>
            </a:r>
          </a:p>
          <a:p>
            <a:r>
              <a:rPr dirty="0" err="1"/>
              <a:t>很多剛接觸電子紙的軟體工程師會以為：我想把一個像素從白色變成黑色，只要發送一個『變黑』的電壓脈衝不就得了</a:t>
            </a:r>
            <a:r>
              <a:rPr dirty="0"/>
              <a:t>？</a:t>
            </a:r>
          </a:p>
          <a:p>
            <a:r>
              <a:rPr dirty="0" err="1"/>
              <a:t>答案是：完全行不通！如果你直接發送單向電壓，螢幕不出三次就會留下洗不掉的殘影，甚至永久燒屏</a:t>
            </a:r>
            <a:r>
              <a:rPr dirty="0"/>
              <a:t>。</a:t>
            </a:r>
          </a:p>
          <a:p>
            <a:endParaRPr dirty="0"/>
          </a:p>
          <a:p>
            <a:r>
              <a:rPr dirty="0" err="1"/>
              <a:t>電子紙的每一次狀態翻轉，背後都必須經歷嚴格的『物理驅動三部曲</a:t>
            </a:r>
            <a:r>
              <a:rPr dirty="0"/>
              <a:t>』：</a:t>
            </a:r>
          </a:p>
          <a:p>
            <a:r>
              <a:rPr dirty="0" err="1"/>
              <a:t>第一步是【消影階段（Relaxation</a:t>
            </a:r>
            <a:r>
              <a:rPr dirty="0"/>
              <a:t>）】：</a:t>
            </a:r>
            <a:r>
              <a:rPr dirty="0" err="1"/>
              <a:t>先施加反向脈衝，釋放微膠囊在上一次刷新時累積的殘留靜電場</a:t>
            </a:r>
            <a:r>
              <a:rPr dirty="0"/>
              <a:t>；</a:t>
            </a:r>
          </a:p>
          <a:p>
            <a:r>
              <a:rPr dirty="0" err="1"/>
              <a:t>第二步是【振盪激活階段（Agitation</a:t>
            </a:r>
            <a:r>
              <a:rPr dirty="0"/>
              <a:t> / Shake）】：</a:t>
            </a:r>
            <a:r>
              <a:rPr dirty="0" err="1"/>
              <a:t>微膠囊如果長時間靜止，粒子會吸附在微膠囊壁上（物理上的膠體黏附效應</a:t>
            </a:r>
            <a:r>
              <a:rPr dirty="0"/>
              <a:t>）。</a:t>
            </a:r>
            <a:r>
              <a:rPr dirty="0" err="1"/>
              <a:t>因此必須施加連續的高頻正負交替振盪脈衝，把黑白微粒『抖散、搖醒</a:t>
            </a:r>
            <a:r>
              <a:rPr dirty="0"/>
              <a:t>』，</a:t>
            </a:r>
            <a:r>
              <a:rPr dirty="0" err="1"/>
              <a:t>讓它們恢復自由漂移的活力</a:t>
            </a:r>
            <a:r>
              <a:rPr dirty="0"/>
              <a:t>；</a:t>
            </a:r>
          </a:p>
          <a:p>
            <a:r>
              <a:rPr dirty="0" err="1"/>
              <a:t>第三步才是【定位寫入階段（Transition</a:t>
            </a:r>
            <a:r>
              <a:rPr dirty="0"/>
              <a:t>）】：</a:t>
            </a:r>
            <a:r>
              <a:rPr dirty="0" err="1"/>
              <a:t>給予目標灰階所需的精準脈衝寬度，驅動微粒精確浮動到指定高度</a:t>
            </a:r>
            <a:r>
              <a:rPr dirty="0"/>
              <a:t>。</a:t>
            </a:r>
          </a:p>
          <a:p>
            <a:endParaRPr dirty="0"/>
          </a:p>
          <a:p>
            <a:r>
              <a:rPr dirty="0" err="1"/>
              <a:t>更重要的是下方這條紅線</a:t>
            </a:r>
            <a:r>
              <a:rPr dirty="0"/>
              <a:t>——【</a:t>
            </a:r>
            <a:r>
              <a:rPr dirty="0" err="1"/>
              <a:t>直流平衡（DC</a:t>
            </a:r>
            <a:r>
              <a:rPr dirty="0"/>
              <a:t> Balancing）】！</a:t>
            </a:r>
          </a:p>
          <a:p>
            <a:r>
              <a:rPr dirty="0" err="1"/>
              <a:t>大家看右下角的公式</a:t>
            </a:r>
            <a:r>
              <a:rPr dirty="0"/>
              <a:t>：`∫ V(t) dt ≈ 0`。</a:t>
            </a:r>
          </a:p>
          <a:p>
            <a:r>
              <a:rPr dirty="0"/>
              <a:t>微膠囊本質上是一個微觀電容。如果長時間施加在電極上的淨直流電壓不為零，正負離子會在透明電極表面發生不可逆的化學沉積與極化，導致殘留直流電壓（Residual DC），</a:t>
            </a:r>
            <a:r>
              <a:rPr dirty="0" err="1"/>
              <a:t>這就是螢幕永久殘影的真兇</a:t>
            </a:r>
            <a:r>
              <a:rPr dirty="0"/>
              <a:t>！</a:t>
            </a:r>
          </a:p>
          <a:p>
            <a:r>
              <a:rPr dirty="0" err="1"/>
              <a:t>因此，合格的</a:t>
            </a:r>
            <a:r>
              <a:rPr dirty="0"/>
              <a:t> Waveform 序列在數學上必須保證正負伏特秒（Volt-Seconds）完全對稱抵消。這就是為什麼每次刷新都需要一段時間的原因。那麼原廠提供了哪些波形模式呢？請看下一頁。」</a:t>
            </a:r>
          </a:p>
          <a:p>
            <a:endParaRPr dirty="0"/>
          </a:p>
          <a:p>
            <a:r>
              <a:rPr dirty="0"/>
              <a:t>🔄 </a:t>
            </a:r>
            <a:r>
              <a:rPr dirty="0" err="1"/>
              <a:t>翻頁轉場提示</a:t>
            </a:r>
            <a:r>
              <a:rPr dirty="0"/>
              <a:t>：</a:t>
            </a:r>
          </a:p>
          <a:p>
            <a:r>
              <a:rPr dirty="0"/>
              <a:t>【</a:t>
            </a:r>
            <a:r>
              <a:rPr dirty="0" err="1"/>
              <a:t>點擊切換至</a:t>
            </a:r>
            <a:r>
              <a:rPr dirty="0"/>
              <a:t> Slide 7：四大單色 Waveform </a:t>
            </a:r>
            <a:r>
              <a:rPr dirty="0" err="1"/>
              <a:t>模式矩陣</a:t>
            </a:r>
            <a:r>
              <a:rPr dirty="0"/>
              <a:t>】</a:t>
            </a:r>
          </a:p>
        </p:txBody>
      </p:sp>
      <p:sp>
        <p:nvSpPr>
          <p:cNvPr id="205" name="Google Shape;20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07：02 / 四大單色 Waveform 模式與原廠 UI 場景調度規範】</a:t>
            </a:r>
          </a:p>
          <a:p>
            <a:r>
              <a:t>⏱️ 建議時長：2.0 min（時間軸：10:00 - 12:00）</a:t>
            </a:r>
          </a:p>
          <a:p>
            <a:endParaRPr/>
          </a:p>
          <a:p>
            <a:r>
              <a:t>📌 投影片畫面核心重點：</a:t>
            </a:r>
          </a:p>
          <a:p>
            <a:r>
              <a:t>• 四大模式對比：INIT (全面重置, 2000ms), GC16 (16階清晰閱讀, 450ms), GL16 (低閃爍翻頁, 400ms), DU (單色高速手寫, 20~26ms)</a:t>
            </a:r>
          </a:p>
          <a:p>
            <a:r>
              <a:t>• 原廠嚴格規範：禁止連續調用 DU 模式超過 10~15 次，否則微膠囊偏壓漂移累積嚴重殘影</a:t>
            </a:r>
          </a:p>
          <a:p>
            <a:r>
              <a:t>• 工程防護機制：手寫期間全速 DU，抬筆 500ms 靜止後後台自動發動 GL16 進行無感殘影清除</a:t>
            </a:r>
          </a:p>
          <a:p>
            <a:endParaRPr/>
          </a:p>
          <a:p>
            <a:r>
              <a:t>🎙️ 講者逐字講稿（Speaker Script）：</a:t>
            </a:r>
          </a:p>
          <a:p>
            <a:r>
              <a:t>「這張表格是我們在軟體調度時必須嚴格遵守的原廠規範矩陣。單色 Carta 電子紙主要有四種波形模式：</a:t>
            </a:r>
          </a:p>
          <a:p>
            <a:endParaRPr/>
          </a:p>
          <a:p>
            <a:r>
              <a:t>第一種是【INIT 模式】：耗時長達 2000 毫秒，全屏劇烈黑白狂閃三次。這是系統開機或從深度休眠喚醒時必須執行的『重置態』，目的是將所有電極的電荷歸零，將面板強制校準至物理基準態；</a:t>
            </a:r>
          </a:p>
          <a:p>
            <a:r>
              <a:t>第二種是【GC16 模式】：耗時約 450 毫秒，支援完整的 16 階灰階調制。畫質極其細膩銳利、反差最高，專門用於靜態圖書閱讀與高清圖片顯示；</a:t>
            </a:r>
          </a:p>
          <a:p>
            <a:r>
              <a:t>第三種是【GL16 模式】：耗時約 400 毫秒，它是一種改良的局部灰階波形，翻頁時背景不會全屏黑白反轉，大幅降低視覺疲勞感；</a:t>
            </a:r>
          </a:p>
          <a:p>
            <a:r>
              <a:t>最後一種，就是我們專案能夠實現手寫直通的關鍵武器——【DU 模式（Direct Update）】：</a:t>
            </a:r>
          </a:p>
          <a:p>
            <a:r>
              <a:t>它的刷新延遲極低，只需要 20 到 26 毫秒！但天下沒有白吃的午餐，DU 模式為了極致速度，只支援『純黑與純白（1-bit）』二值切換，完全省略了中間的振盪與消影序列！</a:t>
            </a:r>
          </a:p>
          <a:p>
            <a:endParaRPr/>
          </a:p>
          <a:p>
            <a:r>
              <a:t>這就帶來了一個嚴苛的工程挑戰：原廠手冊明確警告——『嚴禁連續調用 DU 模式超過 10 到 15 次』！如果你為了追求手寫順暢，一直調用 DU，電場極化會迅速失衡，幾筆畫下來，整張螢幕就會被深灰色的筆跡殘影糊滿！</a:t>
            </a:r>
          </a:p>
          <a:p>
            <a:r>
              <a:t>我們軟體架構的破局之道非常漂亮：</a:t>
            </a:r>
          </a:p>
          <a:p>
            <a:r>
              <a:t>在使用者筆尖接觸螢幕高速書寫時，我們毫不猶豫地全速啟動 DU 模式，給予極致的 20ms 出墨快感；</a:t>
            </a:r>
          </a:p>
          <a:p>
            <a:r>
              <a:t>而當使用者筆尖抬起（ACTION_UP）、停筆沉思超過 500 毫秒的瞬間，我們的守護進程在後台悄無聲息地發動一次 GL16 局部平滑刷新，在使用者完全無感的情況下，把剛才累積的電荷與微殘影一次洗乾淨！</a:t>
            </a:r>
          </a:p>
          <a:p>
            <a:r>
              <a:t>這就是軟體工程與物理特性的完美調和。然而，在產線上如果面板本身的偏壓跑掉，又會發生什麼？請看 Slide 8。」</a:t>
            </a:r>
          </a:p>
          <a:p>
            <a:endParaRPr/>
          </a:p>
          <a:p>
            <a:r>
              <a:t>🔄 翻頁轉場提示：</a:t>
            </a:r>
          </a:p>
          <a:p>
            <a:r>
              <a:t>【點擊切換至 Slide 8：VCOM 物理成因與殘影排查】</a:t>
            </a:r>
          </a:p>
        </p:txBody>
      </p:sp>
      <p:sp>
        <p:nvSpPr>
          <p:cNvPr id="226" name="Google Shape;22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08：02 / VCOM Kickback </a:t>
            </a:r>
            <a:r>
              <a:rPr dirty="0" err="1"/>
              <a:t>物理成因與殘影</a:t>
            </a:r>
            <a:r>
              <a:rPr dirty="0"/>
              <a:t> 5 </a:t>
            </a:r>
            <a:r>
              <a:rPr dirty="0" err="1"/>
              <a:t>步硬體排查流程</a:t>
            </a:r>
            <a:r>
              <a:rPr dirty="0"/>
              <a:t>】</a:t>
            </a:r>
          </a:p>
          <a:p>
            <a:r>
              <a:rPr dirty="0"/>
              <a:t>⏱️ 建議時長：2.0 min（時間軸：12:00 - 14:00）</a:t>
            </a:r>
          </a:p>
          <a:p>
            <a:endParaRPr dirty="0"/>
          </a:p>
          <a:p>
            <a:r>
              <a:rPr dirty="0"/>
              <a:t>📌 </a:t>
            </a:r>
            <a:r>
              <a:rPr dirty="0" err="1"/>
              <a:t>投影片畫面核心重點</a:t>
            </a:r>
            <a:r>
              <a:rPr dirty="0"/>
              <a:t>：</a:t>
            </a:r>
          </a:p>
          <a:p>
            <a:r>
              <a:rPr dirty="0"/>
              <a:t>• VCOM </a:t>
            </a:r>
            <a:r>
              <a:rPr dirty="0" err="1"/>
              <a:t>物理本質：頂部共模基準電壓</a:t>
            </a:r>
            <a:r>
              <a:rPr dirty="0"/>
              <a:t> (</a:t>
            </a:r>
            <a:r>
              <a:rPr dirty="0" err="1"/>
              <a:t>典型值</a:t>
            </a:r>
            <a:r>
              <a:rPr dirty="0"/>
              <a:t> -1.5V ~ -2.5V)，</a:t>
            </a:r>
            <a:r>
              <a:rPr dirty="0" err="1"/>
              <a:t>決定正負電場對稱性</a:t>
            </a:r>
            <a:endParaRPr dirty="0"/>
          </a:p>
          <a:p>
            <a:r>
              <a:rPr dirty="0"/>
              <a:t>• Kickback Voltage </a:t>
            </a:r>
            <a:r>
              <a:rPr dirty="0" err="1"/>
              <a:t>效應：TFT</a:t>
            </a:r>
            <a:r>
              <a:rPr dirty="0"/>
              <a:t> </a:t>
            </a:r>
            <a:r>
              <a:rPr dirty="0" err="1"/>
              <a:t>閘極寄生電容</a:t>
            </a:r>
            <a:r>
              <a:rPr dirty="0"/>
              <a:t> (</a:t>
            </a:r>
            <a:r>
              <a:rPr dirty="0" err="1"/>
              <a:t>C_gd</a:t>
            </a:r>
            <a:r>
              <a:rPr dirty="0"/>
              <a:t>) </a:t>
            </a:r>
            <a:r>
              <a:rPr dirty="0" err="1"/>
              <a:t>在關斷瞬間拉低像素電壓，造成電壓不對稱</a:t>
            </a:r>
            <a:endParaRPr dirty="0"/>
          </a:p>
          <a:p>
            <a:r>
              <a:rPr dirty="0"/>
              <a:t>• </a:t>
            </a:r>
            <a:r>
              <a:rPr dirty="0" err="1"/>
              <a:t>量產實戰排查：每片</a:t>
            </a:r>
            <a:r>
              <a:rPr dirty="0"/>
              <a:t> EPD </a:t>
            </a:r>
            <a:r>
              <a:rPr dirty="0" err="1"/>
              <a:t>面板出廠前必須掃描條碼寫入專屬</a:t>
            </a:r>
            <a:r>
              <a:rPr dirty="0"/>
              <a:t> </a:t>
            </a:r>
            <a:r>
              <a:rPr dirty="0" err="1"/>
              <a:t>VCOM，並以示波器五步閉環校準</a:t>
            </a:r>
            <a:endParaRPr dirty="0"/>
          </a:p>
          <a:p>
            <a:endParaRPr dirty="0"/>
          </a:p>
          <a:p>
            <a:r>
              <a:rPr dirty="0"/>
              <a:t>🎙️ </a:t>
            </a:r>
            <a:r>
              <a:rPr dirty="0" err="1"/>
              <a:t>講者逐字講稿（Speaker</a:t>
            </a:r>
            <a:r>
              <a:rPr dirty="0"/>
              <a:t> Script）：</a:t>
            </a:r>
          </a:p>
          <a:p>
            <a:r>
              <a:rPr dirty="0"/>
              <a:t>「</a:t>
            </a:r>
            <a:r>
              <a:rPr dirty="0" err="1"/>
              <a:t>在量產初期，產線工程師最常跑來敲軟體工程師的門</a:t>
            </a:r>
            <a:r>
              <a:rPr dirty="0"/>
              <a:t>：『</a:t>
            </a:r>
            <a:r>
              <a:rPr dirty="0" err="1"/>
              <a:t>William，為什麼這批機器翻頁後文字背後總有一層灰濛濛的鬼影？是不是你們軟體波形給錯了</a:t>
            </a:r>
            <a:r>
              <a:rPr dirty="0"/>
              <a:t>？』</a:t>
            </a:r>
          </a:p>
          <a:p>
            <a:r>
              <a:rPr dirty="0" err="1"/>
              <a:t>我們抓出示波器一量，波形指令</a:t>
            </a:r>
            <a:r>
              <a:rPr dirty="0"/>
              <a:t> 100% </a:t>
            </a:r>
            <a:r>
              <a:rPr dirty="0" err="1"/>
              <a:t>正確，元凶其實在硬體底層的</a:t>
            </a:r>
            <a:r>
              <a:rPr dirty="0"/>
              <a:t> VCOM！</a:t>
            </a:r>
          </a:p>
          <a:p>
            <a:endParaRPr dirty="0"/>
          </a:p>
          <a:p>
            <a:r>
              <a:rPr dirty="0" err="1"/>
              <a:t>什麼是</a:t>
            </a:r>
            <a:r>
              <a:rPr dirty="0"/>
              <a:t> </a:t>
            </a:r>
            <a:r>
              <a:rPr dirty="0" err="1"/>
              <a:t>VCOM？它是電子紙頂部透明導電玻璃的共模基準電壓，通常在負</a:t>
            </a:r>
            <a:r>
              <a:rPr dirty="0"/>
              <a:t> 1.5V </a:t>
            </a:r>
            <a:r>
              <a:rPr dirty="0" err="1"/>
              <a:t>到負</a:t>
            </a:r>
            <a:r>
              <a:rPr dirty="0"/>
              <a:t> 2.5V </a:t>
            </a:r>
            <a:r>
              <a:rPr dirty="0" err="1"/>
              <a:t>之間</a:t>
            </a:r>
            <a:r>
              <a:rPr dirty="0"/>
              <a:t>。</a:t>
            </a:r>
          </a:p>
          <a:p>
            <a:r>
              <a:rPr dirty="0" err="1"/>
              <a:t>理想狀態下，TFT</a:t>
            </a:r>
            <a:r>
              <a:rPr dirty="0"/>
              <a:t> </a:t>
            </a:r>
            <a:r>
              <a:rPr dirty="0" err="1"/>
              <a:t>底部電極給正</a:t>
            </a:r>
            <a:r>
              <a:rPr dirty="0"/>
              <a:t> 15V，白粒子受力朝上；給負 15V，黑粒子受力朝下，正負力矩完全對稱。</a:t>
            </a:r>
          </a:p>
          <a:p>
            <a:r>
              <a:rPr dirty="0" err="1"/>
              <a:t>但真實的硬體電路中存在著</a:t>
            </a:r>
            <a:r>
              <a:rPr dirty="0"/>
              <a:t> TFT </a:t>
            </a:r>
            <a:r>
              <a:rPr dirty="0" err="1"/>
              <a:t>閘極與汲極的寄生電容（C_gd</a:t>
            </a:r>
            <a:r>
              <a:rPr dirty="0"/>
              <a:t>）。當 TFT </a:t>
            </a:r>
            <a:r>
              <a:rPr dirty="0" err="1"/>
              <a:t>閘極從開通跳變為關斷時，電容耦合會產生一個向下的電壓跳變</a:t>
            </a:r>
            <a:r>
              <a:rPr dirty="0"/>
              <a:t>——</a:t>
            </a:r>
            <a:r>
              <a:rPr dirty="0" err="1"/>
              <a:t>這在半導體物理中被稱為『回衝電壓（Kickback</a:t>
            </a:r>
            <a:r>
              <a:rPr dirty="0"/>
              <a:t> Voltage, ΔV）』！</a:t>
            </a:r>
          </a:p>
          <a:p>
            <a:r>
              <a:rPr dirty="0" err="1"/>
              <a:t>這個</a:t>
            </a:r>
            <a:r>
              <a:rPr dirty="0"/>
              <a:t> ΔV </a:t>
            </a:r>
            <a:r>
              <a:rPr dirty="0" err="1"/>
              <a:t>會把實際施加在微膠囊上的電場硬生生往下拉低，破壞了正負電場的對稱性。如果頂部的</a:t>
            </a:r>
            <a:r>
              <a:rPr dirty="0"/>
              <a:t> VCOM </a:t>
            </a:r>
            <a:r>
              <a:rPr dirty="0" err="1"/>
              <a:t>沒有精確補償這個</a:t>
            </a:r>
            <a:r>
              <a:rPr dirty="0"/>
              <a:t> </a:t>
            </a:r>
            <a:r>
              <a:rPr dirty="0" err="1"/>
              <a:t>ΔV，就會導致直流平衡崩潰，畫面在幾十秒內浮現嚴重的物理殘影</a:t>
            </a:r>
            <a:r>
              <a:rPr dirty="0"/>
              <a:t>！</a:t>
            </a:r>
          </a:p>
          <a:p>
            <a:endParaRPr dirty="0"/>
          </a:p>
          <a:p>
            <a:r>
              <a:rPr dirty="0" err="1"/>
              <a:t>更棘手的是：由於工廠玻璃基板物理鍍膜的微小厚度公差</a:t>
            </a:r>
            <a:r>
              <a:rPr dirty="0"/>
              <a:t>，『</a:t>
            </a:r>
            <a:r>
              <a:rPr dirty="0" err="1"/>
              <a:t>每一片出廠的電子紙面板，其最佳</a:t>
            </a:r>
            <a:r>
              <a:rPr dirty="0"/>
              <a:t> VCOM </a:t>
            </a:r>
            <a:r>
              <a:rPr dirty="0" err="1"/>
              <a:t>數值都是獨一無二的</a:t>
            </a:r>
            <a:r>
              <a:rPr dirty="0"/>
              <a:t>！』</a:t>
            </a:r>
            <a:r>
              <a:rPr dirty="0" err="1"/>
              <a:t>可能這片是</a:t>
            </a:r>
            <a:r>
              <a:rPr dirty="0"/>
              <a:t> -1.82V，隔壁那片就是 -1.95V。</a:t>
            </a:r>
          </a:p>
          <a:p>
            <a:r>
              <a:rPr dirty="0" err="1"/>
              <a:t>我們在量產階段建立了一套嚴格的『五步硬體排查閉環</a:t>
            </a:r>
            <a:r>
              <a:rPr dirty="0"/>
              <a:t>』：</a:t>
            </a:r>
          </a:p>
          <a:p>
            <a:r>
              <a:rPr dirty="0" err="1"/>
              <a:t>第一步，每片面板在組裝時，自動掃描排線上的二維條碼，將原廠標定電壓寫入</a:t>
            </a:r>
            <a:r>
              <a:rPr dirty="0"/>
              <a:t> T-Con </a:t>
            </a:r>
            <a:r>
              <a:rPr dirty="0" err="1"/>
              <a:t>內部的</a:t>
            </a:r>
            <a:r>
              <a:rPr dirty="0"/>
              <a:t> OTP </a:t>
            </a:r>
            <a:r>
              <a:rPr dirty="0" err="1"/>
              <a:t>記憶體</a:t>
            </a:r>
            <a:r>
              <a:rPr dirty="0"/>
              <a:t>；</a:t>
            </a:r>
          </a:p>
          <a:p>
            <a:r>
              <a:rPr dirty="0" err="1"/>
              <a:t>第二步，如果出現殘影，接上高阻抗示波器探棒量測</a:t>
            </a:r>
            <a:r>
              <a:rPr dirty="0"/>
              <a:t> VCOM </a:t>
            </a:r>
            <a:r>
              <a:rPr dirty="0" err="1"/>
              <a:t>紋波（Ripple</a:t>
            </a:r>
            <a:r>
              <a:rPr dirty="0"/>
              <a:t> </a:t>
            </a:r>
            <a:r>
              <a:rPr dirty="0" err="1"/>
              <a:t>必須小於</a:t>
            </a:r>
            <a:r>
              <a:rPr dirty="0"/>
              <a:t> 10mV）；</a:t>
            </a:r>
          </a:p>
          <a:p>
            <a:r>
              <a:rPr dirty="0" err="1"/>
              <a:t>第三步，在光學暗箱中顯示</a:t>
            </a:r>
            <a:r>
              <a:rPr dirty="0"/>
              <a:t> 50% </a:t>
            </a:r>
            <a:r>
              <a:rPr dirty="0" err="1"/>
              <a:t>棋盤格，以</a:t>
            </a:r>
            <a:r>
              <a:rPr dirty="0"/>
              <a:t> 10mV </a:t>
            </a:r>
            <a:r>
              <a:rPr dirty="0" err="1"/>
              <a:t>為步長微調</a:t>
            </a:r>
            <a:r>
              <a:rPr dirty="0"/>
              <a:t> DAC </a:t>
            </a:r>
            <a:r>
              <a:rPr dirty="0" err="1"/>
              <a:t>電壓</a:t>
            </a:r>
            <a:r>
              <a:rPr dirty="0"/>
              <a:t>；</a:t>
            </a:r>
          </a:p>
          <a:p>
            <a:r>
              <a:rPr dirty="0" err="1"/>
              <a:t>第四步，以光度計量測翻頁前後的反射率差異（ΔL</a:t>
            </a:r>
            <a:r>
              <a:rPr dirty="0"/>
              <a:t>* </a:t>
            </a:r>
            <a:r>
              <a:rPr dirty="0" err="1"/>
              <a:t>必須小於</a:t>
            </a:r>
            <a:r>
              <a:rPr dirty="0"/>
              <a:t> 1.0）；</a:t>
            </a:r>
          </a:p>
          <a:p>
            <a:r>
              <a:rPr dirty="0" err="1"/>
              <a:t>第五步，將最終最佳電壓固化回主機板</a:t>
            </a:r>
            <a:r>
              <a:rPr dirty="0"/>
              <a:t> PMIC。</a:t>
            </a:r>
          </a:p>
          <a:p>
            <a:r>
              <a:rPr dirty="0" err="1"/>
              <a:t>正是這套嚴謹的排查體系，讓我們的量產殘影良率從初期的</a:t>
            </a:r>
            <a:r>
              <a:rPr dirty="0"/>
              <a:t> 88% </a:t>
            </a:r>
            <a:r>
              <a:rPr dirty="0" err="1"/>
              <a:t>飆升至</a:t>
            </a:r>
            <a:r>
              <a:rPr dirty="0"/>
              <a:t> 99.6%！</a:t>
            </a:r>
            <a:r>
              <a:rPr dirty="0" err="1"/>
              <a:t>接下來進入第三章：軟體全棧架構</a:t>
            </a:r>
            <a:r>
              <a:rPr dirty="0"/>
              <a:t>。」</a:t>
            </a:r>
          </a:p>
          <a:p>
            <a:endParaRPr dirty="0"/>
          </a:p>
          <a:p>
            <a:r>
              <a:rPr dirty="0"/>
              <a:t>🔄 </a:t>
            </a:r>
            <a:r>
              <a:rPr dirty="0" err="1"/>
              <a:t>翻頁轉場提示</a:t>
            </a:r>
            <a:r>
              <a:rPr dirty="0"/>
              <a:t>：</a:t>
            </a:r>
          </a:p>
          <a:p>
            <a:r>
              <a:rPr dirty="0"/>
              <a:t>【</a:t>
            </a:r>
            <a:r>
              <a:rPr dirty="0" err="1"/>
              <a:t>點擊切換至</a:t>
            </a:r>
            <a:r>
              <a:rPr dirty="0"/>
              <a:t> Slide 9：全棧硬體拓撲圖】</a:t>
            </a:r>
          </a:p>
        </p:txBody>
      </p:sp>
      <p:sp>
        <p:nvSpPr>
          <p:cNvPr id="235" name="Google Shape;23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09：03 / 系統硬體全棧拓撲：MediaTek SoC、T-Con 與三通道分工】</a:t>
            </a:r>
          </a:p>
          <a:p>
            <a:r>
              <a:t>⏱️ 建議時長：1.5 min（時間軸：14:00 - 15:30）</a:t>
            </a:r>
          </a:p>
          <a:p>
            <a:endParaRPr/>
          </a:p>
          <a:p>
            <a:r>
              <a:t>📌 投影片畫面核心重點：</a:t>
            </a:r>
          </a:p>
          <a:p>
            <a:r>
              <a:t>• SoC 主控架構：MediaTek MT8788/MT8768 八核心處理器，配置專用硬體 SPI 控制器</a:t>
            </a:r>
          </a:p>
          <a:p>
            <a:r>
              <a:t>• T-Con 控制晶片：E Ink T1000 / T2001 (內置 RISC-V 核心與專屬波形加速硬體)</a:t>
            </a:r>
          </a:p>
          <a:p>
            <a:r>
              <a:t>• 高可靠性硬體握手信號：HRDY (主機準備就緒)、READY (波形引擎就緒)、WAKEUP_N (非同步喚醒)</a:t>
            </a:r>
          </a:p>
          <a:p>
            <a:endParaRPr/>
          </a:p>
          <a:p>
            <a:r>
              <a:t>🎙️ 講者逐字講稿（Speaker Script）：</a:t>
            </a:r>
          </a:p>
          <a:p>
            <a:r>
              <a:t>「進入第三章，我們來看系統軟硬體是怎麼串聯起來的。</a:t>
            </a:r>
          </a:p>
          <a:p>
            <a:r>
              <a:t>在主控端，我們採用了 MediaTek MT8788 八核心處理器，具有出色的功耗控制與充足的運算能力。</a:t>
            </a:r>
          </a:p>
          <a:p>
            <a:r>
              <a:t>在顯示端，核心是 E Ink 原廠的 T1000/T2001 專用時序控制器（T-Con）。這顆晶片內部整合了一顆獨立的 RISC-V 嵌入式微控制器，以及專屬的 Waveform 硬件生成加速引擎。</a:t>
            </a:r>
          </a:p>
          <a:p>
            <a:endParaRPr/>
          </a:p>
          <a:p>
            <a:r>
              <a:t>大家仔細看圖中連接這兩顆晶片的實體硬體信號線：</a:t>
            </a:r>
          </a:p>
          <a:p>
            <a:r>
              <a:t>除了剛才介紹的 I2C、MIPI 與 SPI 三大數據通道之外，還有三根至關重要的硬體狀態握手 Pin 腳：</a:t>
            </a:r>
          </a:p>
          <a:p>
            <a:r>
              <a:t>第一根是【READY Pin】：由 T-Con 主動輸出給 SoC。當 T-Con 正在處理全屏波形刷新或內部狀態機轉換時，它會拉低 READY 腳位；只有當內部硬體 FIFO 有空位、能夠接收新指令時，READY 才會拉高；</a:t>
            </a:r>
          </a:p>
          <a:p>
            <a:r>
              <a:t>第二根是【HRDY Pin】：由主控 SoC 輸出的握手腳位，告訴 T-Con 主控端目前的通訊匯流排處於就緒狀態；</a:t>
            </a:r>
          </a:p>
          <a:p>
            <a:r>
              <a:t>第三根是【WAKEUP_N Pin】：當 T-Con 處於深度休眠（Sleep）模式以節省電力時，主控端只需拉低這根腳位，就能在 15 毫秒內非同步喚醒晶片。</a:t>
            </a:r>
          </a:p>
          <a:p>
            <a:endParaRPr/>
          </a:p>
          <a:p>
            <a:r>
              <a:t>這三根握手信號看似不起眼，但卻是我們在後面 Lesson 4 與 Lesson 7 中化解死鎖危機的關鍵救命線！有了完整的硬體拓撲，上層軟體是怎麼堆疊的呢？請看下一頁軟體全景規範。」</a:t>
            </a:r>
          </a:p>
          <a:p>
            <a:endParaRPr/>
          </a:p>
          <a:p>
            <a:r>
              <a:t>🔄 翻頁轉場提示：</a:t>
            </a:r>
          </a:p>
          <a:p>
            <a:r>
              <a:t>【點擊切換至 Slide 10：軟體全景架構圖】</a:t>
            </a:r>
          </a:p>
        </p:txBody>
      </p:sp>
      <p:sp>
        <p:nvSpPr>
          <p:cNvPr id="269" name="Google Shape;26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10：03 / AMD1 EPD Software Architecture Specification (軟體全景架構)】</a:t>
            </a:r>
          </a:p>
          <a:p>
            <a:r>
              <a:t>⏱️ 建議時長：2.5 min（時間軸：15:30 - 18:00）</a:t>
            </a:r>
          </a:p>
          <a:p>
            <a:endParaRPr/>
          </a:p>
          <a:p>
            <a:r>
              <a:t>📌 投影片畫面核心重點：</a:t>
            </a:r>
          </a:p>
          <a:p>
            <a:r>
              <a:t>• 清晰分層：App 層 (Notes/CanvasDraw) ➔ Java SDK ➔ Android Framework ➔ 本地守護進程 (einkservice) ➔ Kernel 驅動 ➔ 硬體 T-Con</a:t>
            </a:r>
          </a:p>
          <a:p>
            <a:r>
              <a:t>• 雙軌運行哲學：一般 UI 走原生 SurfaceFlinger 顯示管線；極致手寫走 einkservice 直通旁路</a:t>
            </a:r>
          </a:p>
          <a:p>
            <a:r>
              <a:t>• 高內聚中樞：本地 einkservice 守護進程承擔協議封包、狀態機管理、排程調度與波形決策</a:t>
            </a:r>
          </a:p>
          <a:p>
            <a:endParaRPr/>
          </a:p>
          <a:p>
            <a:r>
              <a:t>🎙️ 講者逐字講稿（Speaker Script）：</a:t>
            </a:r>
          </a:p>
          <a:p>
            <a:r>
              <a:t>「這張圖是我們專案的軟體全景架構藍圖（AMD1 EPD Software Architecture Specification），也是我們整個系統軟體團隊的心血結晶。大家可以清晰地看到從最上層的 App 一直到底層硬體的分層邊界。</a:t>
            </a:r>
          </a:p>
          <a:p>
            <a:endParaRPr/>
          </a:p>
          <a:p>
            <a:r>
              <a:t>最頂層是【應用層（Application Layer）】：除了常規的 Android App，我們有專為手寫開發的 `CanvasDraw` 應用；</a:t>
            </a:r>
          </a:p>
          <a:p>
            <a:r>
              <a:t>往下是【應用框架層（Application Framework）】：我們設計了一套優雅的 Java SDK——`EInkServiceManager`，它封裝了所有電子紙的複雜控制，透過 AIDL 與 Binder IPC 與系統中樞進行高效率非同步通訊；</a:t>
            </a:r>
          </a:p>
          <a:p>
            <a:r>
              <a:t>再往下是我們自研的【本地守護進程（Native Daemon, einkservice）】：</a:t>
            </a:r>
          </a:p>
          <a:p>
            <a:r>
              <a:t>這個本地 C++ 服務是整個軟體架構的大腦！它在開機時由 `init` 自動拉起，以 root/system 權限常駐後台。它內部包含了四大核心模組：</a:t>
            </a:r>
          </a:p>
          <a:p>
            <a:r>
              <a:t>1. 協議封包引擎（Packet Protocol Engine）：把繪圖座標轉化為硬體專屬封包；</a:t>
            </a:r>
          </a:p>
          <a:p>
            <a:r>
              <a:t>2. 模式排程狀態機（Mode State Machine）：管理 GC16/DU/INIT 的動態切換；</a:t>
            </a:r>
          </a:p>
          <a:p>
            <a:r>
              <a:t>3. 非同步回寫工作佇列（Async Workqueue）：透過多執行緒生產者-消費者管線防止調用阻塞；</a:t>
            </a:r>
          </a:p>
          <a:p>
            <a:r>
              <a:t>4. 局部髒矩形追趕機制（Dirty Rect Tracker）：精確追蹤筆尖運動軌跡。</a:t>
            </a:r>
          </a:p>
          <a:p>
            <a:endParaRPr/>
          </a:p>
          <a:p>
            <a:r>
              <a:t>而在 Linux 核心層（Kernel Space），我們自主開發了三大驅動：</a:t>
            </a:r>
          </a:p>
          <a:p>
            <a:r>
              <a:t>`eink_i2c.c` 負責暫存器控制、`eink_spi.c` 負責高速手寫 DMA 直寫、以及 `handwrite_touch.c` 負責從底層直接攔截觸控事件。</a:t>
            </a:r>
          </a:p>
          <a:p>
            <a:r>
              <a:t>正是這種『雙軌並行、中樞解耦』的設計，讓一般 Android 應用能無縫運行在電子紙上，同時又賦予手寫應用繞過所有系統開銷的極致直通能力！那麼，einkservice 是用什麼協議跟底層溝通的？請看 Slide 11。」</a:t>
            </a:r>
          </a:p>
          <a:p>
            <a:endParaRPr/>
          </a:p>
          <a:p>
            <a:r>
              <a:t>🔄 翻頁轉場提示：</a:t>
            </a:r>
          </a:p>
          <a:p>
            <a:r>
              <a:t>【點擊切換至 Slide 11：4096-Byte 定長協議與 SPI 直寫】</a:t>
            </a:r>
          </a:p>
        </p:txBody>
      </p:sp>
      <p:sp>
        <p:nvSpPr>
          <p:cNvPr id="276" name="Google Shape;27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11：03 / 4096-Byte </a:t>
            </a:r>
            <a:r>
              <a:rPr dirty="0" err="1"/>
              <a:t>定長封包協議與核心</a:t>
            </a:r>
            <a:r>
              <a:rPr dirty="0"/>
              <a:t> SPI DMA </a:t>
            </a:r>
            <a:r>
              <a:rPr dirty="0" err="1"/>
              <a:t>直寫</a:t>
            </a:r>
            <a:r>
              <a:rPr dirty="0"/>
              <a:t>】</a:t>
            </a:r>
          </a:p>
          <a:p>
            <a:r>
              <a:rPr dirty="0"/>
              <a:t>⏱️ 建議時長：2.0 min（時間軸：18:00 - 20:00）</a:t>
            </a:r>
          </a:p>
          <a:p>
            <a:endParaRPr dirty="0"/>
          </a:p>
          <a:p>
            <a:r>
              <a:rPr dirty="0"/>
              <a:t>📌 </a:t>
            </a:r>
            <a:r>
              <a:rPr dirty="0" err="1"/>
              <a:t>投影片畫面核心重點</a:t>
            </a:r>
            <a:r>
              <a:rPr dirty="0"/>
              <a:t>：</a:t>
            </a:r>
          </a:p>
          <a:p>
            <a:r>
              <a:rPr dirty="0"/>
              <a:t>• 4096-Byte </a:t>
            </a:r>
            <a:r>
              <a:rPr dirty="0" err="1"/>
              <a:t>定長協議：嚴格對齊硬體記憶體分頁</a:t>
            </a:r>
            <a:r>
              <a:rPr dirty="0"/>
              <a:t> (Page Alignment)，</a:t>
            </a:r>
            <a:r>
              <a:rPr dirty="0" err="1"/>
              <a:t>消除動態記憶體分配碎片化</a:t>
            </a:r>
            <a:endParaRPr dirty="0"/>
          </a:p>
          <a:p>
            <a:r>
              <a:rPr dirty="0"/>
              <a:t>• </a:t>
            </a:r>
            <a:r>
              <a:rPr dirty="0" err="1"/>
              <a:t>封包標頭規格</a:t>
            </a:r>
            <a:r>
              <a:rPr dirty="0"/>
              <a:t> (Header)：Magic Number (0x54313030 'T100')、</a:t>
            </a:r>
            <a:r>
              <a:rPr dirty="0" err="1"/>
              <a:t>封包序列號、局部座標</a:t>
            </a:r>
            <a:r>
              <a:rPr dirty="0"/>
              <a:t> (X, Y, W, H)、Waveform Mode</a:t>
            </a:r>
          </a:p>
          <a:p>
            <a:r>
              <a:rPr dirty="0"/>
              <a:t>• Kernel 端 SPI DMA </a:t>
            </a:r>
            <a:r>
              <a:rPr dirty="0" err="1"/>
              <a:t>直刷：單次傳輸耗時從</a:t>
            </a:r>
            <a:r>
              <a:rPr dirty="0"/>
              <a:t> 1MHz 的 32ms </a:t>
            </a:r>
            <a:r>
              <a:rPr dirty="0" err="1"/>
              <a:t>驟降至</a:t>
            </a:r>
            <a:r>
              <a:rPr dirty="0"/>
              <a:t> 24MHz 的 1.36ms</a:t>
            </a:r>
          </a:p>
          <a:p>
            <a:endParaRPr dirty="0"/>
          </a:p>
          <a:p>
            <a:r>
              <a:rPr dirty="0"/>
              <a:t>🎙️ </a:t>
            </a:r>
            <a:r>
              <a:rPr dirty="0" err="1"/>
              <a:t>講者逐字講稿（Speaker</a:t>
            </a:r>
            <a:r>
              <a:rPr dirty="0"/>
              <a:t> Script）：</a:t>
            </a:r>
          </a:p>
          <a:p>
            <a:r>
              <a:rPr dirty="0"/>
              <a:t>「</a:t>
            </a:r>
            <a:r>
              <a:rPr dirty="0" err="1"/>
              <a:t>在設計驅動層通訊協議時，很多工程師第一反應會用不定長度的封包：畫幾筆就傳幾個字節</a:t>
            </a:r>
            <a:r>
              <a:rPr dirty="0"/>
              <a:t>。</a:t>
            </a:r>
          </a:p>
          <a:p>
            <a:r>
              <a:rPr dirty="0" err="1"/>
              <a:t>但在嵌入式即時系統中，不定長度封包是性能的隱形殺手！因為動態長度意味著核心必須頻繁執行</a:t>
            </a:r>
            <a:r>
              <a:rPr dirty="0"/>
              <a:t> `</a:t>
            </a:r>
            <a:r>
              <a:rPr dirty="0" err="1"/>
              <a:t>kmalloc</a:t>
            </a:r>
            <a:r>
              <a:rPr dirty="0"/>
              <a:t>` 與 `</a:t>
            </a:r>
            <a:r>
              <a:rPr dirty="0" err="1"/>
              <a:t>kfree</a:t>
            </a:r>
            <a:r>
              <a:rPr dirty="0"/>
              <a:t>`，</a:t>
            </a:r>
            <a:r>
              <a:rPr dirty="0" err="1"/>
              <a:t>這在每秒</a:t>
            </a:r>
            <a:r>
              <a:rPr dirty="0"/>
              <a:t> 200 </a:t>
            </a:r>
            <a:r>
              <a:rPr dirty="0" err="1"/>
              <a:t>次的高頻手寫下，會迅速引發記憶體碎片化，甚至觸發核心記憶體壓縮與垃圾回收，造成不可預測的卡頓</a:t>
            </a:r>
            <a:r>
              <a:rPr dirty="0"/>
              <a:t>。</a:t>
            </a:r>
          </a:p>
          <a:p>
            <a:endParaRPr dirty="0"/>
          </a:p>
          <a:p>
            <a:r>
              <a:rPr dirty="0"/>
              <a:t>因此，我們為系統量身定做了一套【4096-Byte </a:t>
            </a:r>
            <a:r>
              <a:rPr dirty="0" err="1"/>
              <a:t>定長封包協議</a:t>
            </a:r>
            <a:r>
              <a:rPr dirty="0"/>
              <a:t>】：</a:t>
            </a:r>
          </a:p>
          <a:p>
            <a:r>
              <a:rPr dirty="0" err="1"/>
              <a:t>為什麼剛好是</a:t>
            </a:r>
            <a:r>
              <a:rPr dirty="0"/>
              <a:t> 4096 </a:t>
            </a:r>
            <a:r>
              <a:rPr dirty="0" err="1"/>
              <a:t>字節？因為在</a:t>
            </a:r>
            <a:r>
              <a:rPr dirty="0"/>
              <a:t> ARM64 和 Linux </a:t>
            </a:r>
            <a:r>
              <a:rPr dirty="0" err="1"/>
              <a:t>核心中，一個標準記憶體分頁（Page</a:t>
            </a:r>
            <a:r>
              <a:rPr dirty="0"/>
              <a:t> </a:t>
            </a:r>
            <a:r>
              <a:rPr dirty="0" err="1"/>
              <a:t>Size）就是</a:t>
            </a:r>
            <a:r>
              <a:rPr dirty="0"/>
              <a:t> 4KB！</a:t>
            </a:r>
          </a:p>
          <a:p>
            <a:r>
              <a:rPr dirty="0"/>
              <a:t>4096 </a:t>
            </a:r>
            <a:r>
              <a:rPr dirty="0" err="1"/>
              <a:t>字節的封包天然與記憶體分頁邊界</a:t>
            </a:r>
            <a:r>
              <a:rPr dirty="0"/>
              <a:t> 1:1 </a:t>
            </a:r>
            <a:r>
              <a:rPr dirty="0" err="1"/>
              <a:t>絕對對齊。我們在驅動開機時就預先分配好連續的</a:t>
            </a:r>
            <a:r>
              <a:rPr dirty="0"/>
              <a:t> DMA </a:t>
            </a:r>
            <a:r>
              <a:rPr dirty="0" err="1"/>
              <a:t>環形緩衝區，運行期間零動態記憶體配置，零記憶體拷貝</a:t>
            </a:r>
            <a:r>
              <a:rPr dirty="0"/>
              <a:t>！</a:t>
            </a:r>
          </a:p>
          <a:p>
            <a:endParaRPr dirty="0"/>
          </a:p>
          <a:p>
            <a:r>
              <a:rPr dirty="0" err="1"/>
              <a:t>大家看投影片上的封包結構定義</a:t>
            </a:r>
            <a:r>
              <a:rPr dirty="0"/>
              <a:t>：</a:t>
            </a:r>
          </a:p>
          <a:p>
            <a:r>
              <a:rPr dirty="0"/>
              <a:t>前 16 </a:t>
            </a:r>
            <a:r>
              <a:rPr dirty="0" err="1"/>
              <a:t>個字節是標頭（Header</a:t>
            </a:r>
            <a:r>
              <a:rPr dirty="0"/>
              <a:t>）：</a:t>
            </a:r>
          </a:p>
          <a:p>
            <a:r>
              <a:rPr dirty="0" err="1"/>
              <a:t>包含</a:t>
            </a:r>
            <a:r>
              <a:rPr dirty="0"/>
              <a:t> 4 </a:t>
            </a:r>
            <a:r>
              <a:rPr dirty="0" err="1"/>
              <a:t>字節魔術數字</a:t>
            </a:r>
            <a:r>
              <a:rPr dirty="0"/>
              <a:t> `0x54313030`（代表 ASCII 'T100'）、</a:t>
            </a:r>
            <a:r>
              <a:rPr dirty="0" err="1"/>
              <a:t>遞增的封包序號、髒矩形的起始座標</a:t>
            </a:r>
            <a:r>
              <a:rPr dirty="0"/>
              <a:t> X, Y </a:t>
            </a:r>
            <a:r>
              <a:rPr dirty="0" err="1"/>
              <a:t>以及寬度</a:t>
            </a:r>
            <a:r>
              <a:rPr dirty="0"/>
              <a:t> W </a:t>
            </a:r>
            <a:r>
              <a:rPr dirty="0" err="1"/>
              <a:t>和高度</a:t>
            </a:r>
            <a:r>
              <a:rPr dirty="0"/>
              <a:t> </a:t>
            </a:r>
            <a:r>
              <a:rPr dirty="0" err="1"/>
              <a:t>H，接著是指定的</a:t>
            </a:r>
            <a:r>
              <a:rPr dirty="0"/>
              <a:t> Waveform </a:t>
            </a:r>
            <a:r>
              <a:rPr dirty="0" err="1"/>
              <a:t>模式（如</a:t>
            </a:r>
            <a:r>
              <a:rPr dirty="0"/>
              <a:t> DU </a:t>
            </a:r>
            <a:r>
              <a:rPr dirty="0" err="1"/>
              <a:t>模式為</a:t>
            </a:r>
            <a:r>
              <a:rPr dirty="0"/>
              <a:t> 0x02）；</a:t>
            </a:r>
          </a:p>
          <a:p>
            <a:r>
              <a:rPr dirty="0" err="1"/>
              <a:t>後面</a:t>
            </a:r>
            <a:r>
              <a:rPr dirty="0"/>
              <a:t> 4080 </a:t>
            </a:r>
            <a:r>
              <a:rPr dirty="0" err="1"/>
              <a:t>個字節則是壓縮後的局部</a:t>
            </a:r>
            <a:r>
              <a:rPr dirty="0"/>
              <a:t> 4BPP </a:t>
            </a:r>
            <a:r>
              <a:rPr dirty="0" err="1"/>
              <a:t>灰階點陣資料</a:t>
            </a:r>
            <a:r>
              <a:rPr dirty="0"/>
              <a:t>。</a:t>
            </a:r>
          </a:p>
          <a:p>
            <a:r>
              <a:rPr dirty="0" err="1"/>
              <a:t>在核心端</a:t>
            </a:r>
            <a:r>
              <a:rPr dirty="0"/>
              <a:t>，`</a:t>
            </a:r>
            <a:r>
              <a:rPr dirty="0" err="1"/>
              <a:t>eink_spi.c</a:t>
            </a:r>
            <a:r>
              <a:rPr dirty="0"/>
              <a:t>` </a:t>
            </a:r>
            <a:r>
              <a:rPr dirty="0" err="1"/>
              <a:t>收到這個定長封包後，直接將實體記憶體位址塞給</a:t>
            </a:r>
            <a:r>
              <a:rPr dirty="0"/>
              <a:t> MTK SPI DMA </a:t>
            </a:r>
            <a:r>
              <a:rPr dirty="0" err="1"/>
              <a:t>控制器。在</a:t>
            </a:r>
            <a:r>
              <a:rPr dirty="0"/>
              <a:t> 24MHz </a:t>
            </a:r>
            <a:r>
              <a:rPr dirty="0" err="1"/>
              <a:t>極限頻率下，整整</a:t>
            </a:r>
            <a:r>
              <a:rPr dirty="0"/>
              <a:t> 4KB </a:t>
            </a:r>
            <a:r>
              <a:rPr dirty="0" err="1"/>
              <a:t>的資料只花費</a:t>
            </a:r>
            <a:r>
              <a:rPr dirty="0"/>
              <a:t> 1.36 </a:t>
            </a:r>
            <a:r>
              <a:rPr dirty="0" err="1"/>
              <a:t>毫秒就以硬體連鎖的方式直接灌入</a:t>
            </a:r>
            <a:r>
              <a:rPr dirty="0"/>
              <a:t> T-Con </a:t>
            </a:r>
            <a:r>
              <a:rPr dirty="0" err="1"/>
              <a:t>晶片</a:t>
            </a:r>
            <a:r>
              <a:rPr dirty="0"/>
              <a:t>！</a:t>
            </a:r>
          </a:p>
          <a:p>
            <a:r>
              <a:rPr dirty="0" err="1"/>
              <a:t>這套定長協議，是保證驅動端永不延遲、永不洩漏的基石。那麼在驅動內部，併發請求是如何被妥善排隊的？請看下一頁工作佇列</a:t>
            </a:r>
            <a:r>
              <a:rPr dirty="0"/>
              <a:t>。」</a:t>
            </a:r>
          </a:p>
          <a:p>
            <a:endParaRPr dirty="0"/>
          </a:p>
          <a:p>
            <a:r>
              <a:rPr dirty="0"/>
              <a:t>🔄 </a:t>
            </a:r>
            <a:r>
              <a:rPr dirty="0" err="1"/>
              <a:t>翻頁轉場提示</a:t>
            </a:r>
            <a:r>
              <a:rPr dirty="0"/>
              <a:t>：</a:t>
            </a:r>
          </a:p>
          <a:p>
            <a:r>
              <a:rPr dirty="0"/>
              <a:t>【</a:t>
            </a:r>
            <a:r>
              <a:rPr dirty="0" err="1"/>
              <a:t>點擊切換至</a:t>
            </a:r>
            <a:r>
              <a:rPr dirty="0"/>
              <a:t> Slide 12：t1000_queue </a:t>
            </a:r>
            <a:r>
              <a:rPr dirty="0" err="1"/>
              <a:t>非同步佇列管線</a:t>
            </a:r>
            <a:r>
              <a:rPr dirty="0"/>
              <a:t>】</a:t>
            </a:r>
          </a:p>
        </p:txBody>
      </p:sp>
      <p:sp>
        <p:nvSpPr>
          <p:cNvPr id="342" name="Google Shape;34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12：04 / t1000_queue.c </a:t>
            </a:r>
            <a:r>
              <a:rPr dirty="0" err="1"/>
              <a:t>生產者-消費者非同步回寫管線</a:t>
            </a:r>
            <a:r>
              <a:rPr dirty="0"/>
              <a:t>】</a:t>
            </a:r>
          </a:p>
          <a:p>
            <a:r>
              <a:rPr dirty="0"/>
              <a:t>⏱️ 建議時長：2.0 min（時間軸：20:00 - 22:00）</a:t>
            </a:r>
          </a:p>
          <a:p>
            <a:endParaRPr dirty="0"/>
          </a:p>
          <a:p>
            <a:r>
              <a:rPr dirty="0"/>
              <a:t>📌 </a:t>
            </a:r>
            <a:r>
              <a:rPr dirty="0" err="1"/>
              <a:t>投影片畫面核心重點</a:t>
            </a:r>
            <a:r>
              <a:rPr dirty="0"/>
              <a:t>：</a:t>
            </a:r>
          </a:p>
          <a:p>
            <a:r>
              <a:rPr dirty="0"/>
              <a:t>• </a:t>
            </a:r>
            <a:r>
              <a:rPr dirty="0" err="1"/>
              <a:t>併發架構瓶頸：上層多個執行緒同時請求畫面刷新，若同步等待硬體</a:t>
            </a:r>
            <a:r>
              <a:rPr dirty="0"/>
              <a:t> SPI </a:t>
            </a:r>
            <a:r>
              <a:rPr dirty="0" err="1"/>
              <a:t>完成將導致</a:t>
            </a:r>
            <a:r>
              <a:rPr dirty="0"/>
              <a:t> UI </a:t>
            </a:r>
            <a:r>
              <a:rPr dirty="0" err="1"/>
              <a:t>主執行緒凍結</a:t>
            </a:r>
            <a:endParaRPr dirty="0"/>
          </a:p>
          <a:p>
            <a:r>
              <a:rPr dirty="0"/>
              <a:t>• </a:t>
            </a:r>
            <a:r>
              <a:rPr dirty="0" err="1"/>
              <a:t>生產者-消費者管線：環形佇列</a:t>
            </a:r>
            <a:r>
              <a:rPr dirty="0"/>
              <a:t> (Ring Buffer) + </a:t>
            </a:r>
            <a:r>
              <a:rPr dirty="0" err="1"/>
              <a:t>核心非同步工作佇列</a:t>
            </a:r>
            <a:r>
              <a:rPr dirty="0"/>
              <a:t> (</a:t>
            </a:r>
            <a:r>
              <a:rPr dirty="0" err="1"/>
              <a:t>Workqueue</a:t>
            </a:r>
            <a:r>
              <a:rPr dirty="0"/>
              <a:t>)</a:t>
            </a:r>
          </a:p>
          <a:p>
            <a:r>
              <a:rPr dirty="0"/>
              <a:t>• </a:t>
            </a:r>
            <a:r>
              <a:rPr dirty="0" err="1"/>
              <a:t>自旋鎖</a:t>
            </a:r>
            <a:r>
              <a:rPr dirty="0"/>
              <a:t> (Spinlock) </a:t>
            </a:r>
            <a:r>
              <a:rPr dirty="0" err="1"/>
              <a:t>與優先級仲裁：緊急手寫封包具備搶佔式優先級，確保筆跡永不掉幀</a:t>
            </a:r>
            <a:endParaRPr dirty="0"/>
          </a:p>
          <a:p>
            <a:endParaRPr dirty="0"/>
          </a:p>
          <a:p>
            <a:r>
              <a:rPr dirty="0"/>
              <a:t>🎙️ </a:t>
            </a:r>
            <a:r>
              <a:rPr dirty="0" err="1"/>
              <a:t>講者逐字講稿（Speaker</a:t>
            </a:r>
            <a:r>
              <a:rPr dirty="0"/>
              <a:t> Script）：</a:t>
            </a:r>
          </a:p>
          <a:p>
            <a:r>
              <a:rPr dirty="0"/>
              <a:t>「</a:t>
            </a:r>
            <a:r>
              <a:rPr dirty="0" err="1"/>
              <a:t>進入第四章，我們來看系統軟體中樞的管線調度</a:t>
            </a:r>
            <a:r>
              <a:rPr dirty="0"/>
              <a:t>。</a:t>
            </a:r>
          </a:p>
          <a:p>
            <a:r>
              <a:rPr dirty="0" err="1"/>
              <a:t>在複雜的多任務系統中，UI</a:t>
            </a:r>
            <a:r>
              <a:rPr dirty="0"/>
              <a:t> 執行緒在畫介面、後台執行緒在收信件、使用者又在螢幕上快速書寫，如果大家同時呼叫驅動刷螢幕，而且每個人都在原地同步等待（Blocking </a:t>
            </a:r>
            <a:r>
              <a:rPr dirty="0" err="1"/>
              <a:t>Wait）硬體傳輸完成，系統的主執行緒會立刻被卡死，出現</a:t>
            </a:r>
            <a:r>
              <a:rPr dirty="0"/>
              <a:t> </a:t>
            </a:r>
            <a:r>
              <a:rPr dirty="0" err="1"/>
              <a:t>ANR（應用程式無響應</a:t>
            </a:r>
            <a:r>
              <a:rPr dirty="0"/>
              <a:t>）！</a:t>
            </a:r>
          </a:p>
          <a:p>
            <a:endParaRPr dirty="0"/>
          </a:p>
          <a:p>
            <a:r>
              <a:rPr dirty="0" err="1"/>
              <a:t>為了解決這個嚴重的併發衝突，我們在核心層打造了</a:t>
            </a:r>
            <a:r>
              <a:rPr dirty="0"/>
              <a:t> `t1000_queue.c` </a:t>
            </a:r>
            <a:r>
              <a:rPr dirty="0" err="1"/>
              <a:t>生產者-消費者非同步回寫管線</a:t>
            </a:r>
            <a:r>
              <a:rPr dirty="0"/>
              <a:t>：</a:t>
            </a:r>
          </a:p>
          <a:p>
            <a:r>
              <a:rPr dirty="0" err="1"/>
              <a:t>所有上層的刷新請求，在核心看來都只是『生產者</a:t>
            </a:r>
            <a:r>
              <a:rPr dirty="0"/>
              <a:t>』。</a:t>
            </a:r>
            <a:r>
              <a:rPr dirty="0" err="1"/>
              <a:t>當請求到達時，驅動只做一件極其輕量的事情：用自旋鎖（Spinlock）保護，把</a:t>
            </a:r>
            <a:r>
              <a:rPr dirty="0"/>
              <a:t> 4096-Byte </a:t>
            </a:r>
            <a:r>
              <a:rPr dirty="0" err="1"/>
              <a:t>封包推入一個預先分配好的高容量環形佇列（Ring</a:t>
            </a:r>
            <a:r>
              <a:rPr dirty="0"/>
              <a:t> Buffer），</a:t>
            </a:r>
            <a:r>
              <a:rPr dirty="0" err="1"/>
              <a:t>耗時只有幾微秒，隨即立刻返回給上層，完全不阻塞</a:t>
            </a:r>
            <a:r>
              <a:rPr dirty="0"/>
              <a:t> App </a:t>
            </a:r>
            <a:r>
              <a:rPr dirty="0" err="1"/>
              <a:t>的執行</a:t>
            </a:r>
            <a:r>
              <a:rPr dirty="0"/>
              <a:t>！</a:t>
            </a:r>
          </a:p>
          <a:p>
            <a:r>
              <a:rPr dirty="0" err="1"/>
              <a:t>而在背景，一個專屬的核心工作佇列執行緒作為『消費者</a:t>
            </a:r>
            <a:r>
              <a:rPr dirty="0"/>
              <a:t>』，</a:t>
            </a:r>
            <a:r>
              <a:rPr dirty="0" err="1"/>
              <a:t>在收到喚醒信號後，以穩定的步伐從佇列中取出封包、調用</a:t>
            </a:r>
            <a:r>
              <a:rPr dirty="0"/>
              <a:t> DMA </a:t>
            </a:r>
            <a:r>
              <a:rPr dirty="0" err="1"/>
              <a:t>發送至</a:t>
            </a:r>
            <a:r>
              <a:rPr dirty="0"/>
              <a:t> SPI </a:t>
            </a:r>
            <a:r>
              <a:rPr dirty="0" err="1"/>
              <a:t>匯流排</a:t>
            </a:r>
            <a:r>
              <a:rPr dirty="0"/>
              <a:t>。</a:t>
            </a:r>
          </a:p>
          <a:p>
            <a:endParaRPr dirty="0"/>
          </a:p>
          <a:p>
            <a:r>
              <a:rPr dirty="0" err="1"/>
              <a:t>更精妙的是我們的【雙級優先級仲裁機制</a:t>
            </a:r>
            <a:r>
              <a:rPr dirty="0"/>
              <a:t>】：</a:t>
            </a:r>
          </a:p>
          <a:p>
            <a:r>
              <a:rPr dirty="0" err="1"/>
              <a:t>如果是手寫直通的</a:t>
            </a:r>
            <a:r>
              <a:rPr dirty="0"/>
              <a:t> DU </a:t>
            </a:r>
            <a:r>
              <a:rPr dirty="0" err="1"/>
              <a:t>封包，它會被直接插到環形佇列的最前端（緊急插隊</a:t>
            </a:r>
            <a:r>
              <a:rPr dirty="0"/>
              <a:t>）；</a:t>
            </a:r>
            <a:r>
              <a:rPr dirty="0" err="1"/>
              <a:t>如果是背景翻頁的</a:t>
            </a:r>
            <a:r>
              <a:rPr dirty="0"/>
              <a:t> GC16 </a:t>
            </a:r>
            <a:r>
              <a:rPr dirty="0" err="1"/>
              <a:t>封包，則乖乖排在後方</a:t>
            </a:r>
            <a:r>
              <a:rPr dirty="0"/>
              <a:t>。</a:t>
            </a:r>
          </a:p>
          <a:p>
            <a:r>
              <a:rPr dirty="0" err="1"/>
              <a:t>這種非同步解耦架構，徹底隔絕了慢速硬體對快速軟體的拖累，保證了系統介面永遠流暢如飛！那麼上層的</a:t>
            </a:r>
            <a:r>
              <a:rPr dirty="0"/>
              <a:t> Java </a:t>
            </a:r>
            <a:r>
              <a:rPr dirty="0" err="1"/>
              <a:t>開發者要如何使用這個強大的底層呢？請看</a:t>
            </a:r>
            <a:r>
              <a:rPr dirty="0"/>
              <a:t> Slide 13。」</a:t>
            </a:r>
          </a:p>
          <a:p>
            <a:endParaRPr dirty="0"/>
          </a:p>
          <a:p>
            <a:r>
              <a:rPr dirty="0"/>
              <a:t>🔄 </a:t>
            </a:r>
            <a:r>
              <a:rPr dirty="0" err="1"/>
              <a:t>翻頁轉場提示</a:t>
            </a:r>
            <a:r>
              <a:rPr dirty="0"/>
              <a:t>：</a:t>
            </a:r>
          </a:p>
          <a:p>
            <a:r>
              <a:rPr dirty="0"/>
              <a:t>【</a:t>
            </a:r>
            <a:r>
              <a:rPr dirty="0" err="1"/>
              <a:t>點擊切換至</a:t>
            </a:r>
            <a:r>
              <a:rPr dirty="0"/>
              <a:t> Slide 13：Java SDK </a:t>
            </a:r>
            <a:r>
              <a:rPr dirty="0" err="1"/>
              <a:t>三大應用實戰</a:t>
            </a:r>
            <a:r>
              <a:rPr dirty="0"/>
              <a:t>】</a:t>
            </a:r>
          </a:p>
        </p:txBody>
      </p:sp>
      <p:sp>
        <p:nvSpPr>
          <p:cNvPr id="361" name="Google Shape;36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13：04 / Java SDK (</a:t>
            </a:r>
            <a:r>
              <a:rPr dirty="0" err="1"/>
              <a:t>EInkServiceManager</a:t>
            </a:r>
            <a:r>
              <a:rPr dirty="0"/>
              <a:t>) </a:t>
            </a:r>
            <a:r>
              <a:rPr dirty="0" err="1"/>
              <a:t>三大典型應用實戰</a:t>
            </a:r>
            <a:r>
              <a:rPr dirty="0"/>
              <a:t>】</a:t>
            </a:r>
          </a:p>
          <a:p>
            <a:r>
              <a:rPr dirty="0"/>
              <a:t>⏱️ 建議時長：2.0 min（時間軸：22:00 - 24:00）</a:t>
            </a:r>
          </a:p>
          <a:p>
            <a:endParaRPr dirty="0"/>
          </a:p>
          <a:p>
            <a:r>
              <a:rPr dirty="0"/>
              <a:t>📌 </a:t>
            </a:r>
            <a:r>
              <a:rPr dirty="0" err="1"/>
              <a:t>投影片畫面核心重點</a:t>
            </a:r>
            <a:r>
              <a:rPr dirty="0"/>
              <a:t>：</a:t>
            </a:r>
          </a:p>
          <a:p>
            <a:r>
              <a:rPr dirty="0"/>
              <a:t>• SDK API </a:t>
            </a:r>
            <a:r>
              <a:rPr dirty="0" err="1"/>
              <a:t>設計理念：以極簡介面封裝底層複雜度，提供</a:t>
            </a:r>
            <a:r>
              <a:rPr dirty="0"/>
              <a:t> </a:t>
            </a:r>
            <a:r>
              <a:rPr dirty="0" err="1"/>
              <a:t>setMode</a:t>
            </a:r>
            <a:r>
              <a:rPr dirty="0"/>
              <a:t>(), </a:t>
            </a:r>
            <a:r>
              <a:rPr dirty="0" err="1"/>
              <a:t>sendHandwritingData</a:t>
            </a:r>
            <a:r>
              <a:rPr dirty="0"/>
              <a:t>(), </a:t>
            </a:r>
            <a:r>
              <a:rPr dirty="0" err="1"/>
              <a:t>forceClearGhosting</a:t>
            </a:r>
            <a:r>
              <a:rPr dirty="0"/>
              <a:t>()</a:t>
            </a:r>
          </a:p>
          <a:p>
            <a:r>
              <a:rPr dirty="0"/>
              <a:t>• </a:t>
            </a:r>
            <a:r>
              <a:rPr dirty="0" err="1"/>
              <a:t>場景一：全屏靜態閱讀</a:t>
            </a:r>
            <a:r>
              <a:rPr dirty="0"/>
              <a:t> (</a:t>
            </a:r>
            <a:r>
              <a:rPr dirty="0" err="1"/>
              <a:t>自動升級</a:t>
            </a:r>
            <a:r>
              <a:rPr dirty="0"/>
              <a:t> GC16 </a:t>
            </a:r>
            <a:r>
              <a:rPr dirty="0" err="1"/>
              <a:t>高清模式</a:t>
            </a:r>
            <a:r>
              <a:rPr dirty="0"/>
              <a:t>)</a:t>
            </a:r>
          </a:p>
          <a:p>
            <a:r>
              <a:rPr dirty="0"/>
              <a:t>• </a:t>
            </a:r>
            <a:r>
              <a:rPr dirty="0" err="1"/>
              <a:t>場景二：即時低延遲筆記</a:t>
            </a:r>
            <a:r>
              <a:rPr dirty="0"/>
              <a:t> (</a:t>
            </a:r>
            <a:r>
              <a:rPr dirty="0" err="1"/>
              <a:t>啟動</a:t>
            </a:r>
            <a:r>
              <a:rPr dirty="0"/>
              <a:t> DU </a:t>
            </a:r>
            <a:r>
              <a:rPr dirty="0" err="1"/>
              <a:t>直通模式</a:t>
            </a:r>
            <a:r>
              <a:rPr dirty="0"/>
              <a:t> + </a:t>
            </a:r>
            <a:r>
              <a:rPr dirty="0" err="1"/>
              <a:t>抬筆延遲</a:t>
            </a:r>
            <a:r>
              <a:rPr dirty="0"/>
              <a:t> GC/GL </a:t>
            </a:r>
            <a:r>
              <a:rPr dirty="0" err="1"/>
              <a:t>清潔</a:t>
            </a:r>
            <a:r>
              <a:rPr dirty="0"/>
              <a:t>)</a:t>
            </a:r>
          </a:p>
          <a:p>
            <a:r>
              <a:rPr dirty="0"/>
              <a:t>• </a:t>
            </a:r>
            <a:r>
              <a:rPr dirty="0" err="1"/>
              <a:t>場景三：產線工模自動化</a:t>
            </a:r>
            <a:r>
              <a:rPr dirty="0"/>
              <a:t> (</a:t>
            </a:r>
            <a:r>
              <a:rPr dirty="0" err="1"/>
              <a:t>支援條碼寫入</a:t>
            </a:r>
            <a:r>
              <a:rPr dirty="0"/>
              <a:t> VCOM 與 Test Pattern </a:t>
            </a:r>
            <a:r>
              <a:rPr dirty="0" err="1"/>
              <a:t>幾何校準</a:t>
            </a:r>
            <a:r>
              <a:rPr dirty="0"/>
              <a:t>)</a:t>
            </a:r>
          </a:p>
          <a:p>
            <a:endParaRPr dirty="0"/>
          </a:p>
          <a:p>
            <a:r>
              <a:rPr dirty="0"/>
              <a:t>🎙️ </a:t>
            </a:r>
            <a:r>
              <a:rPr dirty="0" err="1"/>
              <a:t>講者逐字講稿（Speaker</a:t>
            </a:r>
            <a:r>
              <a:rPr dirty="0"/>
              <a:t> Script）：</a:t>
            </a:r>
          </a:p>
          <a:p>
            <a:r>
              <a:rPr dirty="0"/>
              <a:t>「</a:t>
            </a:r>
            <a:r>
              <a:rPr dirty="0" err="1"/>
              <a:t>我們在設計軟體架構時，始終秉持一個理念</a:t>
            </a:r>
            <a:r>
              <a:rPr dirty="0"/>
              <a:t>：『</a:t>
            </a:r>
            <a:r>
              <a:rPr dirty="0" err="1"/>
              <a:t>把極致的複雜留給底層，把極致的優雅留給上層開發者</a:t>
            </a:r>
            <a:r>
              <a:rPr dirty="0"/>
              <a:t>。』</a:t>
            </a:r>
          </a:p>
          <a:p>
            <a:r>
              <a:rPr dirty="0" err="1"/>
              <a:t>上層做筆記</a:t>
            </a:r>
            <a:r>
              <a:rPr dirty="0"/>
              <a:t> App </a:t>
            </a:r>
            <a:r>
              <a:rPr dirty="0" err="1"/>
              <a:t>或閱讀器的應用工程師，不需要去懂什麼</a:t>
            </a:r>
            <a:r>
              <a:rPr dirty="0"/>
              <a:t> </a:t>
            </a:r>
            <a:r>
              <a:rPr dirty="0" err="1"/>
              <a:t>VCOM、什麼直流平衡、什麼</a:t>
            </a:r>
            <a:r>
              <a:rPr dirty="0"/>
              <a:t> SPI </a:t>
            </a:r>
            <a:r>
              <a:rPr dirty="0" err="1"/>
              <a:t>DMA。他們只需要透過我們提供的</a:t>
            </a:r>
            <a:r>
              <a:rPr dirty="0"/>
              <a:t> Java SDK——`</a:t>
            </a:r>
            <a:r>
              <a:rPr dirty="0" err="1"/>
              <a:t>EInkServiceManager</a:t>
            </a:r>
            <a:r>
              <a:rPr dirty="0"/>
              <a:t>`，</a:t>
            </a:r>
            <a:r>
              <a:rPr dirty="0" err="1"/>
              <a:t>調用三個最直觀的</a:t>
            </a:r>
            <a:r>
              <a:rPr dirty="0"/>
              <a:t> API </a:t>
            </a:r>
            <a:r>
              <a:rPr dirty="0" err="1"/>
              <a:t>就能搞定一切</a:t>
            </a:r>
            <a:r>
              <a:rPr dirty="0"/>
              <a:t>！</a:t>
            </a:r>
          </a:p>
          <a:p>
            <a:endParaRPr dirty="0"/>
          </a:p>
          <a:p>
            <a:r>
              <a:rPr dirty="0" err="1"/>
              <a:t>大家看投影片上的三大典型場景</a:t>
            </a:r>
            <a:r>
              <a:rPr dirty="0"/>
              <a:t>：</a:t>
            </a:r>
          </a:p>
          <a:p>
            <a:r>
              <a:rPr dirty="0" err="1"/>
              <a:t>第一個場景是【全屏靜態閱讀</a:t>
            </a:r>
            <a:r>
              <a:rPr dirty="0"/>
              <a:t>】：</a:t>
            </a:r>
          </a:p>
          <a:p>
            <a:r>
              <a:rPr dirty="0"/>
              <a:t>App </a:t>
            </a:r>
            <a:r>
              <a:rPr dirty="0" err="1"/>
              <a:t>只需要一行程式碼</a:t>
            </a:r>
            <a:r>
              <a:rPr dirty="0"/>
              <a:t>：`</a:t>
            </a:r>
            <a:r>
              <a:rPr dirty="0" err="1"/>
              <a:t>epdManager.setMode</a:t>
            </a:r>
            <a:r>
              <a:rPr dirty="0"/>
              <a:t>(EPD_MODE_GC16)`。SDK </a:t>
            </a:r>
            <a:r>
              <a:rPr dirty="0" err="1"/>
              <a:t>會自動通知底層將波形提升為</a:t>
            </a:r>
            <a:r>
              <a:rPr dirty="0"/>
              <a:t> 16 </a:t>
            </a:r>
            <a:r>
              <a:rPr dirty="0" err="1"/>
              <a:t>灰階最高對比度，並關閉不必要的手寫直通通道，讓文字邊緣呈現如雷射印刷般的銳利質感</a:t>
            </a:r>
            <a:r>
              <a:rPr dirty="0"/>
              <a:t>；</a:t>
            </a:r>
          </a:p>
          <a:p>
            <a:r>
              <a:rPr dirty="0" err="1"/>
              <a:t>第二個場景是【極致低延遲手寫筆記</a:t>
            </a:r>
            <a:r>
              <a:rPr dirty="0"/>
              <a:t>】：</a:t>
            </a:r>
          </a:p>
          <a:p>
            <a:r>
              <a:rPr dirty="0" err="1"/>
              <a:t>當使用者在筆記</a:t>
            </a:r>
            <a:r>
              <a:rPr dirty="0"/>
              <a:t> View </a:t>
            </a:r>
            <a:r>
              <a:rPr dirty="0" err="1"/>
              <a:t>上落筆時，呼叫</a:t>
            </a:r>
            <a:r>
              <a:rPr dirty="0"/>
              <a:t> `</a:t>
            </a:r>
            <a:r>
              <a:rPr dirty="0" err="1"/>
              <a:t>epdManager.setHandwritingMode</a:t>
            </a:r>
            <a:r>
              <a:rPr dirty="0"/>
              <a:t>(true)`。</a:t>
            </a:r>
            <a:r>
              <a:rPr dirty="0" err="1"/>
              <a:t>底層立刻無縫將波形鎖定為</a:t>
            </a:r>
            <a:r>
              <a:rPr dirty="0"/>
              <a:t> DU </a:t>
            </a:r>
            <a:r>
              <a:rPr dirty="0" err="1"/>
              <a:t>高速模式，並開啟觸控直通旁路；而當使用者停止書寫超過</a:t>
            </a:r>
            <a:r>
              <a:rPr dirty="0"/>
              <a:t> 500ms，SDK </a:t>
            </a:r>
            <a:r>
              <a:rPr dirty="0" err="1"/>
              <a:t>內部維護的倒數計時器會自動觸發</a:t>
            </a:r>
            <a:r>
              <a:rPr dirty="0"/>
              <a:t> `</a:t>
            </a:r>
            <a:r>
              <a:rPr dirty="0" err="1"/>
              <a:t>epdManager.forceClearGhosting</a:t>
            </a:r>
            <a:r>
              <a:rPr dirty="0"/>
              <a:t>()`，</a:t>
            </a:r>
            <a:r>
              <a:rPr dirty="0" err="1"/>
              <a:t>在後台平滑清除微殘影</a:t>
            </a:r>
            <a:r>
              <a:rPr dirty="0"/>
              <a:t>；</a:t>
            </a:r>
          </a:p>
          <a:p>
            <a:r>
              <a:rPr dirty="0" err="1"/>
              <a:t>第三個場景是【產線自動化測試與工模</a:t>
            </a:r>
            <a:r>
              <a:rPr dirty="0"/>
              <a:t>】：</a:t>
            </a:r>
          </a:p>
          <a:p>
            <a:r>
              <a:rPr dirty="0" err="1"/>
              <a:t>產線測試軟體透過</a:t>
            </a:r>
            <a:r>
              <a:rPr dirty="0"/>
              <a:t> SDK </a:t>
            </a:r>
            <a:r>
              <a:rPr dirty="0" err="1"/>
              <a:t>直接調用</a:t>
            </a:r>
            <a:r>
              <a:rPr dirty="0"/>
              <a:t> `</a:t>
            </a:r>
            <a:r>
              <a:rPr dirty="0" err="1"/>
              <a:t>epdManager.setVcomValue</a:t>
            </a:r>
            <a:r>
              <a:rPr dirty="0"/>
              <a:t>(</a:t>
            </a:r>
            <a:r>
              <a:rPr dirty="0" err="1"/>
              <a:t>vcom</a:t>
            </a:r>
            <a:r>
              <a:rPr dirty="0"/>
              <a:t>)` </a:t>
            </a:r>
            <a:r>
              <a:rPr dirty="0" err="1"/>
              <a:t>進行條碼電壓寫入，並載入我們自研的幾何</a:t>
            </a:r>
            <a:r>
              <a:rPr dirty="0"/>
              <a:t> Test Pattern </a:t>
            </a:r>
            <a:r>
              <a:rPr dirty="0" err="1"/>
              <a:t>進行全自動化校準</a:t>
            </a:r>
            <a:r>
              <a:rPr dirty="0"/>
              <a:t>。</a:t>
            </a:r>
          </a:p>
          <a:p>
            <a:endParaRPr dirty="0"/>
          </a:p>
          <a:p>
            <a:r>
              <a:rPr dirty="0" err="1"/>
              <a:t>簡單、穩固、強大。這套</a:t>
            </a:r>
            <a:r>
              <a:rPr dirty="0"/>
              <a:t> SDK </a:t>
            </a:r>
            <a:r>
              <a:rPr dirty="0" err="1"/>
              <a:t>讓我們內部的上層應用開發週期縮短了整整三分之二！接下來，我們要看一個令人震撼的技術突破</a:t>
            </a:r>
            <a:r>
              <a:rPr dirty="0"/>
              <a:t>——</a:t>
            </a:r>
            <a:r>
              <a:rPr dirty="0" err="1"/>
              <a:t>如何在</a:t>
            </a:r>
            <a:r>
              <a:rPr dirty="0"/>
              <a:t> 16 </a:t>
            </a:r>
            <a:r>
              <a:rPr dirty="0" err="1"/>
              <a:t>階硬體上畫出</a:t>
            </a:r>
            <a:r>
              <a:rPr dirty="0"/>
              <a:t> 256 </a:t>
            </a:r>
            <a:r>
              <a:rPr dirty="0" err="1"/>
              <a:t>階全彩灰度？請看</a:t>
            </a:r>
            <a:r>
              <a:rPr dirty="0"/>
              <a:t> Slide 14。」</a:t>
            </a:r>
          </a:p>
          <a:p>
            <a:endParaRPr dirty="0"/>
          </a:p>
          <a:p>
            <a:r>
              <a:rPr dirty="0"/>
              <a:t>🔄 </a:t>
            </a:r>
            <a:r>
              <a:rPr dirty="0" err="1"/>
              <a:t>翻頁轉場提示</a:t>
            </a:r>
            <a:r>
              <a:rPr dirty="0"/>
              <a:t>：</a:t>
            </a:r>
          </a:p>
          <a:p>
            <a:r>
              <a:rPr dirty="0"/>
              <a:t>【</a:t>
            </a:r>
            <a:r>
              <a:rPr dirty="0" err="1"/>
              <a:t>點擊切換至</a:t>
            </a:r>
            <a:r>
              <a:rPr dirty="0"/>
              <a:t> Slide 14：256 階 Dither 與 10 </a:t>
            </a:r>
            <a:r>
              <a:rPr dirty="0" err="1"/>
              <a:t>執行緒加速</a:t>
            </a:r>
            <a:r>
              <a:rPr dirty="0"/>
              <a:t>】</a:t>
            </a:r>
          </a:p>
        </p:txBody>
      </p:sp>
      <p:sp>
        <p:nvSpPr>
          <p:cNvPr id="395" name="Google Shape;39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14：04 / 突破 16 階硬體極限：BufferQueue 原位 Dither 與 10 執行緒平行加速】</a:t>
            </a:r>
          </a:p>
          <a:p>
            <a:r>
              <a:t>⏱️ 建議時長：2.5 min（時間軸：24:00 - 26:30）</a:t>
            </a:r>
          </a:p>
          <a:p>
            <a:endParaRPr/>
          </a:p>
          <a:p>
            <a:r>
              <a:t>📌 投影片畫面核心重點：</a:t>
            </a:r>
          </a:p>
          <a:p>
            <a:r>
              <a:t>• 硬體物理瓶頸：單色 Carta 電子紙物理上僅支援 16 級灰階 (4BPP)，顯示 256 階漸層或照片時產生嚴重色階斷層 (Color Banding)</a:t>
            </a:r>
          </a:p>
          <a:p>
            <a:r>
              <a:t>• 自研改良 Atkinson Dither：誤差擴散抑制高頻噪點，文字清晰度大幅優於傳統 Floyd-Steinberg</a:t>
            </a:r>
          </a:p>
          <a:p>
            <a:r>
              <a:t>• 原位 (In-Place) 零記憶體拷貝 + 10 執行緒切片平行加速：單幀運算時間從 35ms 壓縮至 3.8ms，零修改完美融入 Android 系統</a:t>
            </a:r>
          </a:p>
          <a:p>
            <a:endParaRPr/>
          </a:p>
          <a:p>
            <a:r>
              <a:t>🎙️ 講者逐字講稿（Speaker Script）：</a:t>
            </a:r>
          </a:p>
          <a:p>
            <a:r>
              <a:t>「這張投影片展現了我們團隊在演算法與系統底層整合上的一大驕傲！</a:t>
            </a:r>
          </a:p>
          <a:p>
            <a:r>
              <a:t>大家知道，單色電子紙受限於微膠囊物理特性，硬體控制器最多只能調出 16 個灰階（4BPP）。當你在電子紙上看一般的照片、漸層背景或圖表時，畫面會出現一圈圈非常醜陋的色階斷層（Color Banding）。</a:t>
            </a:r>
          </a:p>
          <a:p>
            <a:endParaRPr/>
          </a:p>
          <a:p>
            <a:r>
              <a:t>要在 16 灰階的硬體上呈現 256 階的細膩質感，唯一的數學解法是『抖色（Dithering, 空間半色調演算法）』。但傳統的 Floyd-Steinberg 演算法如果直接套用在電子紙上，文字周圍會產生大量像散沙一樣的噪點，字體邊緣全部發虛。</a:t>
            </a:r>
          </a:p>
          <a:p>
            <a:r>
              <a:t>我們深入研究了誤差擴散矩陣，自研了【改良型 Atkinson Dither 演算法】！</a:t>
            </a:r>
          </a:p>
          <a:p>
            <a:r>
              <a:t>Atkinson 演算法只擴散 75% 的量化誤差，刻意丟棄 25% 的高頻噪點。這 25% 的高頻抑制，使得漸層區域既平滑過渡，而文字與圖形交界處的輪廓依然乾脆俐落、結實分明！</a:t>
            </a:r>
          </a:p>
          <a:p>
            <a:endParaRPr/>
          </a:p>
          <a:p>
            <a:r>
              <a:t>但更大的挑戰來了：一張 1872×1404 解析度的全螢幕畫面，如果用單執行緒跑 Atkinson 誤差擴散，算一幀要整整 35 毫秒！35 毫秒意味著系統連 30fps 都跑不滿，翻頁會卡到懷疑人生。</a:t>
            </a:r>
          </a:p>
          <a:p>
            <a:r>
              <a:t>我們做出了兩項震撼性的底層架構重構：</a:t>
            </a:r>
          </a:p>
          <a:p>
            <a:r>
              <a:t>第一，【原位計算（In-Place Computation）】：直接在 Android 底層的 GraphicBuffer 實體記憶體上原地覆寫，零動態記憶體分配，零額外記憶體拷貝！</a:t>
            </a:r>
          </a:p>
          <a:p>
            <a:r>
              <a:t>第二，【10 執行緒切片平行加速（10-Thread Parallel Tiling）】：我們將螢幕水平切割為 10 個獨立的切片，充分壓榨 MediaTek 八核心 CPU 的多執行緒算力。透過重疊邊界預計算（Overlap Pre-computation），徹底消除了切片縫合處的接縫瑕疵！</a:t>
            </a:r>
          </a:p>
          <a:p>
            <a:r>
              <a:t>最終成績——單幀 Dither 耗時從 35 毫秒暴力壓縮到『3.8 毫秒』！</a:t>
            </a:r>
          </a:p>
          <a:p>
            <a:r>
              <a:t>3.8 毫秒是什麼概念？它完全隱藏在系統的垂直刷新間隙內，Android 上層 App 甚至完全不知道底層發生了 Dither，所有漸層與照片就已經變得無比細膩流暢！</a:t>
            </a:r>
          </a:p>
          <a:p>
            <a:r>
              <a:t>接下來，我們正式進入全場最硬核的篇章——手寫 28ms 極致直通！請看 Slide 15。」</a:t>
            </a:r>
          </a:p>
          <a:p>
            <a:endParaRPr/>
          </a:p>
          <a:p>
            <a:r>
              <a:t>🔄 翻頁轉場提示：</a:t>
            </a:r>
          </a:p>
          <a:p>
            <a:r>
              <a:t>【點擊切換至 Slide 15：突破 80~120ms 雙重 Bypass 架構】</a:t>
            </a:r>
          </a:p>
        </p:txBody>
      </p:sp>
      <p:sp>
        <p:nvSpPr>
          <p:cNvPr id="422" name="Google Shape;422;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15：05 / 突破 80~120ms 傳統延遲：雙重 Bypass 手寫直通架構】</a:t>
            </a:r>
          </a:p>
          <a:p>
            <a:r>
              <a:t>⏱️ 建議時長：2.0 min（時間軸：26:30 - 28:30）</a:t>
            </a:r>
          </a:p>
          <a:p>
            <a:endParaRPr/>
          </a:p>
          <a:p>
            <a:r>
              <a:t>📌 投影片畫面核心重點：</a:t>
            </a:r>
          </a:p>
          <a:p>
            <a:r>
              <a:t>• 傳統 Android 手寫瓶頸：Touch Driver ➔ InputReader ➔ InputDispatcher ➔ View.onTouchEvent ➔ SurfaceFlinger ➔ HWC ➔ MIPI (端到端延遲 80~120ms)</a:t>
            </a:r>
          </a:p>
          <a:p>
            <a:r>
              <a:t>• 雙重 Bypass 破局：上行觸控直採 (Bypass Android Input) + 下行繪圖直刷 (Bypass SurfaceFlinger)</a:t>
            </a:r>
          </a:p>
          <a:p>
            <a:r>
              <a:t>• 硬核量化指標：整體端到端延遲成功壓縮至 &lt;28ms，達成如同真實紙筆般的跟手感</a:t>
            </a:r>
          </a:p>
          <a:p>
            <a:endParaRPr/>
          </a:p>
          <a:p>
            <a:r>
              <a:t>🎙️ 講者逐字講稿（Speaker Script）：</a:t>
            </a:r>
          </a:p>
          <a:p>
            <a:r>
              <a:t>「請大家看這張對比圖。這是我們在專案立項第一天，貼在白板上的『延遲作戰圖』。</a:t>
            </a:r>
          </a:p>
          <a:p>
            <a:r>
              <a:t>傳統 Android 系統在設計之初，是為了通用智慧型手機設計的。一個手寫筆觸控事件產生後，命運非常坎坷：</a:t>
            </a:r>
          </a:p>
          <a:p>
            <a:r>
              <a:t>它必須先經過 Linux Touch Driver，送到 Android 的 `InputReader`、再傳給 `InputDispatcher`、跨行程 Binder 拋給 App 的 `View.onTouchEvent`、App 呼叫 Canvas 繪製、提交給 SurfaceFlinger 做圖層合成、等待硬體 VSync 中斷、交給 HWC、最後才透過 MIPI 送到螢幕……</a:t>
            </a:r>
          </a:p>
          <a:p>
            <a:r>
              <a:t>這一整趟漫長的西天取經走下來，即使主頻再高，端到端延遲最少也要 80 到 100 毫秒，遇到系統忙碌時甚至高達 120 毫秒！</a:t>
            </a:r>
          </a:p>
          <a:p>
            <a:r>
              <a:t>80 毫秒在視覺上是什麼概念？當你的筆尖在玻璃上飛快畫過時，墨水離你的筆尖整整落後了將近一公分！這種延遲感直接判了電子紙手寫設備的死刑。</a:t>
            </a:r>
          </a:p>
          <a:p>
            <a:endParaRPr/>
          </a:p>
          <a:p>
            <a:r>
              <a:t>我們團隊提出的解決方案非常決絕——【雙重 Bypass 直通旁路架構】：</a:t>
            </a:r>
          </a:p>
          <a:p>
            <a:r>
              <a:t>上行觸控路徑：我們不在 Framework 裡等事件，而是由守護進程直接在 Linux 底層攔截觸控事件，完全【Bypass Android Input 系統】；</a:t>
            </a:r>
          </a:p>
          <a:p>
            <a:r>
              <a:t>下行繪圖路徑：App 算出筆跡點陣後，不交給 SurfaceFlinger 合成，而是直接透過單向 Binder 塞進專用 SPI DMA 通道，直接將點陣送入 T-Con 晶片，完全【Bypass Android SurfaceFlinger 顯示管線】！</a:t>
            </a:r>
          </a:p>
          <a:p>
            <a:r>
              <a:t>透過這兩道外科手術式的旁路直通，我們把原本 80 毫秒的系統軟體延遲直接砍到了 6 毫秒以內，加上電子紙 DU 模式的 20 毫秒物理出墨，整體端到端延遲正式突破『Sub-28ms』極致大關！</a:t>
            </a:r>
          </a:p>
          <a:p>
            <a:r>
              <a:t>那麼這兩條旁路在底層是怎麼實現的？請看 Slide 16。」</a:t>
            </a:r>
          </a:p>
          <a:p>
            <a:endParaRPr/>
          </a:p>
          <a:p>
            <a:r>
              <a:t>🔄 翻頁轉場提示：</a:t>
            </a:r>
          </a:p>
          <a:p>
            <a:r>
              <a:t>【點擊切換至 Slide 16：上行觸控直採與實時調度】</a:t>
            </a:r>
          </a:p>
        </p:txBody>
      </p:sp>
      <p:sp>
        <p:nvSpPr>
          <p:cNvPr id="433" name="Google Shape;43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16：05 / </a:t>
            </a:r>
            <a:r>
              <a:rPr dirty="0" err="1"/>
              <a:t>上行觸控直採：SCHED_FIFO</a:t>
            </a:r>
            <a:r>
              <a:rPr dirty="0"/>
              <a:t> </a:t>
            </a:r>
            <a:r>
              <a:rPr dirty="0" err="1"/>
              <a:t>實時執行緒與單向</a:t>
            </a:r>
            <a:r>
              <a:rPr dirty="0"/>
              <a:t> Binder IPC】</a:t>
            </a:r>
          </a:p>
          <a:p>
            <a:r>
              <a:rPr dirty="0"/>
              <a:t>⏱️ 建議時長：2.0 min（時間軸：28:30 - 30:30）</a:t>
            </a:r>
          </a:p>
          <a:p>
            <a:endParaRPr dirty="0"/>
          </a:p>
          <a:p>
            <a:r>
              <a:rPr dirty="0"/>
              <a:t>📌 </a:t>
            </a:r>
            <a:r>
              <a:rPr dirty="0" err="1"/>
              <a:t>投影片畫面核心重點</a:t>
            </a:r>
            <a:r>
              <a:rPr dirty="0"/>
              <a:t>：</a:t>
            </a:r>
          </a:p>
          <a:p>
            <a:r>
              <a:rPr dirty="0"/>
              <a:t>• Linux </a:t>
            </a:r>
            <a:r>
              <a:rPr dirty="0" err="1"/>
              <a:t>實時調度核心：SCHED_FIFO</a:t>
            </a:r>
            <a:r>
              <a:rPr dirty="0"/>
              <a:t> </a:t>
            </a:r>
            <a:r>
              <a:rPr dirty="0" err="1"/>
              <a:t>策略，優先級設為</a:t>
            </a:r>
            <a:r>
              <a:rPr dirty="0"/>
              <a:t> 98 (</a:t>
            </a:r>
            <a:r>
              <a:rPr dirty="0" err="1"/>
              <a:t>僅次於硬體中斷</a:t>
            </a:r>
            <a:r>
              <a:rPr dirty="0"/>
              <a:t>)，</a:t>
            </a:r>
            <a:r>
              <a:rPr dirty="0" err="1"/>
              <a:t>杜絕</a:t>
            </a:r>
            <a:r>
              <a:rPr dirty="0"/>
              <a:t> CPU </a:t>
            </a:r>
            <a:r>
              <a:rPr dirty="0" err="1"/>
              <a:t>頻率調節與行程排程抖動</a:t>
            </a:r>
            <a:endParaRPr dirty="0"/>
          </a:p>
          <a:p>
            <a:r>
              <a:rPr dirty="0"/>
              <a:t>• </a:t>
            </a:r>
            <a:r>
              <a:rPr dirty="0" err="1"/>
              <a:t>直讀</a:t>
            </a:r>
            <a:r>
              <a:rPr dirty="0"/>
              <a:t> `/dev/input/event*`：</a:t>
            </a:r>
            <a:r>
              <a:rPr dirty="0" err="1"/>
              <a:t>繞過</a:t>
            </a:r>
            <a:r>
              <a:rPr dirty="0"/>
              <a:t> Android </a:t>
            </a:r>
            <a:r>
              <a:rPr dirty="0" err="1"/>
              <a:t>InputFlinger</a:t>
            </a:r>
            <a:r>
              <a:rPr dirty="0"/>
              <a:t> </a:t>
            </a:r>
            <a:r>
              <a:rPr dirty="0" err="1"/>
              <a:t>的批次聚合與沉重分發邏輯</a:t>
            </a:r>
            <a:endParaRPr dirty="0"/>
          </a:p>
          <a:p>
            <a:r>
              <a:rPr dirty="0"/>
              <a:t>• </a:t>
            </a:r>
            <a:r>
              <a:rPr dirty="0" err="1"/>
              <a:t>單向</a:t>
            </a:r>
            <a:r>
              <a:rPr dirty="0"/>
              <a:t> Binder IPC (</a:t>
            </a:r>
            <a:r>
              <a:rPr dirty="0" err="1"/>
              <a:t>oneway</a:t>
            </a:r>
            <a:r>
              <a:rPr dirty="0"/>
              <a:t>)：</a:t>
            </a:r>
            <a:r>
              <a:rPr dirty="0" err="1"/>
              <a:t>非阻塞式拋送座標點陣，端到端傳輸延遲壓縮至</a:t>
            </a:r>
            <a:r>
              <a:rPr dirty="0"/>
              <a:t> &lt;1.5ms</a:t>
            </a:r>
          </a:p>
          <a:p>
            <a:endParaRPr dirty="0"/>
          </a:p>
          <a:p>
            <a:r>
              <a:rPr dirty="0"/>
              <a:t>🎙️ </a:t>
            </a:r>
            <a:r>
              <a:rPr dirty="0" err="1"/>
              <a:t>講者逐字講稿（Speaker</a:t>
            </a:r>
            <a:r>
              <a:rPr dirty="0"/>
              <a:t> Script）：</a:t>
            </a:r>
          </a:p>
          <a:p>
            <a:r>
              <a:rPr dirty="0"/>
              <a:t>「</a:t>
            </a:r>
            <a:r>
              <a:rPr dirty="0" err="1"/>
              <a:t>我們先來看上行路徑：如何讓筆尖的座標以最快速度被系統感知</a:t>
            </a:r>
            <a:r>
              <a:rPr dirty="0"/>
              <a:t>。</a:t>
            </a:r>
          </a:p>
          <a:p>
            <a:r>
              <a:rPr dirty="0" err="1"/>
              <a:t>在一般</a:t>
            </a:r>
            <a:r>
              <a:rPr dirty="0"/>
              <a:t> Linux </a:t>
            </a:r>
            <a:r>
              <a:rPr dirty="0" err="1"/>
              <a:t>系統中，所有的</a:t>
            </a:r>
            <a:r>
              <a:rPr dirty="0"/>
              <a:t> App </a:t>
            </a:r>
            <a:r>
              <a:rPr dirty="0" err="1"/>
              <a:t>和後台服務預設都採用</a:t>
            </a:r>
            <a:r>
              <a:rPr dirty="0"/>
              <a:t> `SCHED_OTHER` </a:t>
            </a:r>
            <a:r>
              <a:rPr dirty="0" err="1"/>
              <a:t>完全公平排程策略（CFS</a:t>
            </a:r>
            <a:r>
              <a:rPr dirty="0"/>
              <a:t>）。</a:t>
            </a:r>
            <a:r>
              <a:rPr dirty="0" err="1"/>
              <a:t>這意味著當</a:t>
            </a:r>
            <a:r>
              <a:rPr dirty="0"/>
              <a:t> CPU </a:t>
            </a:r>
            <a:r>
              <a:rPr dirty="0" err="1"/>
              <a:t>負載升高或溫控降頻時，你的觸控執行緒隨時會被作業系統暫停讓步，造成嚴重的延遲抖動（Jitter</a:t>
            </a:r>
            <a:r>
              <a:rPr dirty="0"/>
              <a:t>）。</a:t>
            </a:r>
          </a:p>
          <a:p>
            <a:endParaRPr dirty="0"/>
          </a:p>
          <a:p>
            <a:r>
              <a:rPr dirty="0" err="1"/>
              <a:t>我們在核心層與守護進程做了三項硬核改造</a:t>
            </a:r>
            <a:r>
              <a:rPr dirty="0"/>
              <a:t>：</a:t>
            </a:r>
          </a:p>
          <a:p>
            <a:r>
              <a:rPr dirty="0" err="1"/>
              <a:t>第一</a:t>
            </a:r>
            <a:r>
              <a:rPr dirty="0"/>
              <a:t>，【</a:t>
            </a:r>
            <a:r>
              <a:rPr dirty="0" err="1"/>
              <a:t>綁定</a:t>
            </a:r>
            <a:r>
              <a:rPr dirty="0"/>
              <a:t> SCHED_FIFO </a:t>
            </a:r>
            <a:r>
              <a:rPr dirty="0" err="1"/>
              <a:t>實時調度策略</a:t>
            </a:r>
            <a:r>
              <a:rPr dirty="0"/>
              <a:t>】：</a:t>
            </a:r>
          </a:p>
          <a:p>
            <a:r>
              <a:rPr dirty="0" err="1"/>
              <a:t>我們將手寫直通執行緒的排程策略強制提升為</a:t>
            </a:r>
            <a:r>
              <a:rPr dirty="0"/>
              <a:t> Linux </a:t>
            </a:r>
            <a:r>
              <a:rPr dirty="0" err="1"/>
              <a:t>即時排程器</a:t>
            </a:r>
            <a:r>
              <a:rPr dirty="0"/>
              <a:t> `SCHED_FIFO`，優先級直接拉滿到『98』！</a:t>
            </a:r>
            <a:r>
              <a:rPr dirty="0" err="1"/>
              <a:t>在整個作業系統中，除了硬體中斷處理常式（ISR</a:t>
            </a:r>
            <a:r>
              <a:rPr dirty="0"/>
              <a:t>），</a:t>
            </a:r>
            <a:r>
              <a:rPr dirty="0" err="1"/>
              <a:t>沒有任何行程可以搶佔它的</a:t>
            </a:r>
            <a:r>
              <a:rPr dirty="0"/>
              <a:t> CPU </a:t>
            </a:r>
            <a:r>
              <a:rPr dirty="0" err="1"/>
              <a:t>時間，即使背景正在瘋狂安裝</a:t>
            </a:r>
            <a:r>
              <a:rPr dirty="0"/>
              <a:t> </a:t>
            </a:r>
            <a:r>
              <a:rPr dirty="0" err="1"/>
              <a:t>App，手寫執行緒依然穩如泰山</a:t>
            </a:r>
            <a:r>
              <a:rPr dirty="0"/>
              <a:t>！</a:t>
            </a:r>
          </a:p>
          <a:p>
            <a:r>
              <a:rPr dirty="0" err="1"/>
              <a:t>第二</a:t>
            </a:r>
            <a:r>
              <a:rPr dirty="0"/>
              <a:t>，【</a:t>
            </a:r>
            <a:r>
              <a:rPr dirty="0" err="1"/>
              <a:t>直讀</a:t>
            </a:r>
            <a:r>
              <a:rPr dirty="0"/>
              <a:t> `/dev/input/event*` </a:t>
            </a:r>
            <a:r>
              <a:rPr dirty="0" err="1"/>
              <a:t>原始字元裝置</a:t>
            </a:r>
            <a:r>
              <a:rPr dirty="0"/>
              <a:t>】：</a:t>
            </a:r>
          </a:p>
          <a:p>
            <a:r>
              <a:rPr dirty="0" err="1"/>
              <a:t>我們在底層直接</a:t>
            </a:r>
            <a:r>
              <a:rPr dirty="0"/>
              <a:t> `open` </a:t>
            </a:r>
            <a:r>
              <a:rPr dirty="0" err="1"/>
              <a:t>觸控裝置節點，在核心驅動發出中斷的第一時間，直接從環形緩衝區讀取最原始的</a:t>
            </a:r>
            <a:r>
              <a:rPr dirty="0"/>
              <a:t> X, Y 與 Pressure </a:t>
            </a:r>
            <a:r>
              <a:rPr dirty="0" err="1"/>
              <a:t>壓力值，徹底繞過了</a:t>
            </a:r>
            <a:r>
              <a:rPr dirty="0"/>
              <a:t> Android `</a:t>
            </a:r>
            <a:r>
              <a:rPr dirty="0" err="1"/>
              <a:t>InputReader</a:t>
            </a:r>
            <a:r>
              <a:rPr dirty="0"/>
              <a:t>` </a:t>
            </a:r>
            <a:r>
              <a:rPr dirty="0" err="1"/>
              <a:t>的批次累積機制</a:t>
            </a:r>
            <a:r>
              <a:rPr dirty="0"/>
              <a:t>；</a:t>
            </a:r>
          </a:p>
          <a:p>
            <a:r>
              <a:rPr dirty="0" err="1"/>
              <a:t>第三</a:t>
            </a:r>
            <a:r>
              <a:rPr dirty="0"/>
              <a:t>，【</a:t>
            </a:r>
            <a:r>
              <a:rPr dirty="0" err="1"/>
              <a:t>單向</a:t>
            </a:r>
            <a:r>
              <a:rPr dirty="0"/>
              <a:t> Binder </a:t>
            </a:r>
            <a:r>
              <a:rPr dirty="0" err="1"/>
              <a:t>IPC（oneway</a:t>
            </a:r>
            <a:r>
              <a:rPr dirty="0"/>
              <a:t>）】：</a:t>
            </a:r>
          </a:p>
          <a:p>
            <a:r>
              <a:rPr dirty="0"/>
              <a:t>在 Android 的 IPC </a:t>
            </a:r>
            <a:r>
              <a:rPr dirty="0" err="1"/>
              <a:t>通訊中，標準的</a:t>
            </a:r>
            <a:r>
              <a:rPr dirty="0"/>
              <a:t> Binder </a:t>
            </a:r>
            <a:r>
              <a:rPr dirty="0" err="1"/>
              <a:t>調用是同步阻塞的（RPC</a:t>
            </a:r>
            <a:r>
              <a:rPr dirty="0"/>
              <a:t> </a:t>
            </a:r>
            <a:r>
              <a:rPr dirty="0" err="1"/>
              <a:t>必須等待對方返回結果</a:t>
            </a:r>
            <a:r>
              <a:rPr dirty="0"/>
              <a:t>）。</a:t>
            </a:r>
            <a:r>
              <a:rPr dirty="0" err="1"/>
              <a:t>我們將</a:t>
            </a:r>
            <a:r>
              <a:rPr dirty="0"/>
              <a:t> AIDL </a:t>
            </a:r>
            <a:r>
              <a:rPr dirty="0" err="1"/>
              <a:t>介面標註為</a:t>
            </a:r>
            <a:r>
              <a:rPr dirty="0"/>
              <a:t> `</a:t>
            </a:r>
            <a:r>
              <a:rPr dirty="0" err="1"/>
              <a:t>oneway</a:t>
            </a:r>
            <a:r>
              <a:rPr dirty="0"/>
              <a:t>`——</a:t>
            </a:r>
            <a:r>
              <a:rPr dirty="0" err="1"/>
              <a:t>發送端把座標封包丟進</a:t>
            </a:r>
            <a:r>
              <a:rPr dirty="0"/>
              <a:t> Binder </a:t>
            </a:r>
            <a:r>
              <a:rPr dirty="0" err="1"/>
              <a:t>共享記憶體後立刻轉身返回，耗時不到</a:t>
            </a:r>
            <a:r>
              <a:rPr dirty="0"/>
              <a:t> 0.2 </a:t>
            </a:r>
            <a:r>
              <a:rPr dirty="0" err="1"/>
              <a:t>毫秒</a:t>
            </a:r>
            <a:r>
              <a:rPr dirty="0"/>
              <a:t>！</a:t>
            </a:r>
          </a:p>
          <a:p>
            <a:r>
              <a:rPr dirty="0" err="1"/>
              <a:t>整條上行直採鏈路，從電磁筆感應到座標送達繪圖模組，總耗時不到</a:t>
            </a:r>
            <a:r>
              <a:rPr dirty="0"/>
              <a:t> 1.5 </a:t>
            </a:r>
            <a:r>
              <a:rPr dirty="0" err="1"/>
              <a:t>毫秒</a:t>
            </a:r>
            <a:r>
              <a:rPr dirty="0"/>
              <a:t>！</a:t>
            </a:r>
          </a:p>
          <a:p>
            <a:r>
              <a:rPr dirty="0" err="1"/>
              <a:t>有了飛速的座標，繪圖演算法又是如何即時生成精準筆跡的？請看</a:t>
            </a:r>
            <a:r>
              <a:rPr dirty="0"/>
              <a:t> Slide 17。」</a:t>
            </a:r>
          </a:p>
          <a:p>
            <a:endParaRPr dirty="0"/>
          </a:p>
          <a:p>
            <a:r>
              <a:rPr dirty="0"/>
              <a:t>🔄 </a:t>
            </a:r>
            <a:r>
              <a:rPr dirty="0" err="1"/>
              <a:t>翻頁轉場提示</a:t>
            </a:r>
            <a:r>
              <a:rPr dirty="0"/>
              <a:t>：</a:t>
            </a:r>
          </a:p>
          <a:p>
            <a:r>
              <a:rPr dirty="0"/>
              <a:t>【</a:t>
            </a:r>
            <a:r>
              <a:rPr dirty="0" err="1"/>
              <a:t>點擊切換至</a:t>
            </a:r>
            <a:r>
              <a:rPr dirty="0"/>
              <a:t> Slide 17：CanvasDraw </a:t>
            </a:r>
            <a:r>
              <a:rPr dirty="0" err="1"/>
              <a:t>邊距外擴與網格演算法</a:t>
            </a:r>
            <a:r>
              <a:rPr dirty="0"/>
              <a:t>】</a:t>
            </a:r>
          </a:p>
        </p:txBody>
      </p:sp>
      <p:sp>
        <p:nvSpPr>
          <p:cNvPr id="440" name="Google Shape;440;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r>
              <a:rPr lang="en-US" altLang="zh-TW" dirty="0"/>
              <a:t>【Slide 18</a:t>
            </a:r>
            <a:r>
              <a:rPr lang="zh-TW" altLang="en-US" dirty="0"/>
              <a:t>：</a:t>
            </a:r>
            <a:r>
              <a:rPr lang="en-US" altLang="zh-TW" dirty="0"/>
              <a:t>05 / </a:t>
            </a:r>
            <a:r>
              <a:rPr lang="zh-TW" altLang="en-US" dirty="0"/>
              <a:t>演算法 </a:t>
            </a:r>
            <a:r>
              <a:rPr lang="en-US" altLang="zh-TW" dirty="0"/>
              <a:t>3</a:t>
            </a:r>
            <a:r>
              <a:rPr lang="zh-TW" altLang="en-US" dirty="0"/>
              <a:t>：三層解耦追趕佇列與抬筆向量無縫交接</a:t>
            </a:r>
            <a:r>
              <a:rPr lang="en-US" altLang="zh-TW" dirty="0"/>
              <a:t>】</a:t>
            </a:r>
          </a:p>
          <a:p>
            <a:r>
              <a:rPr lang="en-US" altLang="zh-TW" dirty="0"/>
              <a:t>⏱️ </a:t>
            </a:r>
            <a:r>
              <a:rPr lang="zh-TW" altLang="en-US" dirty="0"/>
              <a:t>建議時長：</a:t>
            </a:r>
            <a:r>
              <a:rPr lang="en-US" altLang="zh-TW" dirty="0"/>
              <a:t>2.0 min</a:t>
            </a:r>
            <a:r>
              <a:rPr lang="zh-TW" altLang="en-US" dirty="0"/>
              <a:t>（時間軸：</a:t>
            </a:r>
            <a:r>
              <a:rPr lang="en-US" altLang="zh-TW" dirty="0"/>
              <a:t>33:00 - 35:00</a:t>
            </a:r>
            <a:r>
              <a:rPr lang="zh-TW" altLang="en-US" dirty="0"/>
              <a:t>）</a:t>
            </a:r>
          </a:p>
          <a:p>
            <a:endParaRPr lang="zh-TW" altLang="en-US" dirty="0"/>
          </a:p>
          <a:p>
            <a:r>
              <a:rPr lang="zh-TW" altLang="en-US" dirty="0"/>
              <a:t>📌 投影片畫面核心重點：</a:t>
            </a:r>
          </a:p>
          <a:p>
            <a:r>
              <a:rPr lang="en-US" altLang="zh-TW" dirty="0"/>
              <a:t>• </a:t>
            </a:r>
            <a:r>
              <a:rPr lang="zh-TW" altLang="en-US" dirty="0"/>
              <a:t>落筆直通態 </a:t>
            </a:r>
            <a:r>
              <a:rPr lang="en-US" altLang="zh-TW" dirty="0"/>
              <a:t>(Direct Mode)</a:t>
            </a:r>
            <a:r>
              <a:rPr lang="zh-TW" altLang="en-US" dirty="0"/>
              <a:t>：</a:t>
            </a:r>
            <a:r>
              <a:rPr lang="en-US" altLang="zh-TW" dirty="0"/>
              <a:t>28ms </a:t>
            </a:r>
            <a:r>
              <a:rPr lang="zh-TW" altLang="en-US" dirty="0"/>
              <a:t>極速響應，直接在面板上噴射點陣，追求極致出墨速度</a:t>
            </a:r>
          </a:p>
          <a:p>
            <a:r>
              <a:rPr lang="en-US" altLang="zh-TW" dirty="0"/>
              <a:t>• </a:t>
            </a:r>
            <a:r>
              <a:rPr lang="zh-TW" altLang="en-US" dirty="0"/>
              <a:t>三層解耦追趕佇列 </a:t>
            </a:r>
            <a:r>
              <a:rPr lang="en-US" altLang="zh-TW" dirty="0"/>
              <a:t>(Catch-up Queue)</a:t>
            </a:r>
            <a:r>
              <a:rPr lang="zh-TW" altLang="en-US" dirty="0"/>
              <a:t>：底層噴射點陣的同時，原始高精度向量座標非同步排入追趕佇列</a:t>
            </a:r>
          </a:p>
          <a:p>
            <a:r>
              <a:rPr lang="en-US" altLang="zh-TW" dirty="0"/>
              <a:t>• </a:t>
            </a:r>
            <a:r>
              <a:rPr lang="zh-TW" altLang="en-US" dirty="0"/>
              <a:t>抬筆平滑交接 </a:t>
            </a:r>
            <a:r>
              <a:rPr lang="en-US" altLang="zh-TW" dirty="0"/>
              <a:t>(Commit &amp; Reconcile)</a:t>
            </a:r>
            <a:r>
              <a:rPr lang="zh-TW" altLang="en-US" dirty="0"/>
              <a:t>：停筆 </a:t>
            </a:r>
            <a:r>
              <a:rPr lang="en-US" altLang="zh-TW" dirty="0"/>
              <a:t>500ms </a:t>
            </a:r>
            <a:r>
              <a:rPr lang="zh-TW" altLang="en-US" dirty="0"/>
              <a:t>後，背景以 </a:t>
            </a:r>
            <a:r>
              <a:rPr lang="en-US" altLang="zh-TW" dirty="0" err="1"/>
              <a:t>Skia</a:t>
            </a:r>
            <a:r>
              <a:rPr lang="zh-TW" altLang="en-US" dirty="0"/>
              <a:t> 引擎生成精緻向量筆跡，原子替換直通點陣，零視覺跳動</a:t>
            </a:r>
          </a:p>
          <a:p>
            <a:endParaRPr lang="zh-TW" altLang="en-US" dirty="0"/>
          </a:p>
          <a:p>
            <a:r>
              <a:rPr lang="zh-TW" altLang="en-US" dirty="0"/>
              <a:t>🎙️ 講者逐字講稿（</a:t>
            </a:r>
            <a:r>
              <a:rPr lang="en-US" altLang="zh-TW" dirty="0"/>
              <a:t>Speaker</a:t>
            </a:r>
            <a:r>
              <a:rPr lang="zh-TW" altLang="en-US" dirty="0"/>
              <a:t> </a:t>
            </a:r>
            <a:r>
              <a:rPr lang="en-US" altLang="zh-TW" dirty="0"/>
              <a:t>Script</a:t>
            </a:r>
            <a:r>
              <a:rPr lang="zh-TW" altLang="en-US" dirty="0"/>
              <a:t>）：</a:t>
            </a:r>
          </a:p>
          <a:p>
            <a:r>
              <a:rPr lang="zh-TW" altLang="en-US" dirty="0"/>
              <a:t>「這是我們手寫系統中最具藝術感的一個設計</a:t>
            </a:r>
            <a:r>
              <a:rPr lang="en-US" altLang="zh-TW" dirty="0"/>
              <a:t>——【</a:t>
            </a:r>
            <a:r>
              <a:rPr lang="zh-TW" altLang="en-US" dirty="0"/>
              <a:t>三層解耦追趕佇列與抬筆向量交接</a:t>
            </a:r>
            <a:r>
              <a:rPr lang="en-US" altLang="zh-TW" dirty="0"/>
              <a:t>】</a:t>
            </a:r>
            <a:r>
              <a:rPr lang="zh-TW" altLang="en-US" dirty="0"/>
              <a:t>。</a:t>
            </a:r>
          </a:p>
          <a:p>
            <a:r>
              <a:rPr lang="zh-TW" altLang="en-US" dirty="0"/>
              <a:t>大家思考一個問題：手寫直通為了追求 </a:t>
            </a:r>
            <a:r>
              <a:rPr lang="en-US" altLang="zh-TW" dirty="0"/>
              <a:t>28ms </a:t>
            </a:r>
            <a:r>
              <a:rPr lang="zh-TW" altLang="en-US" dirty="0"/>
              <a:t>的極速，送到面板上的是 </a:t>
            </a:r>
            <a:r>
              <a:rPr lang="en-US" altLang="zh-TW" dirty="0"/>
              <a:t>1-bit </a:t>
            </a:r>
            <a:r>
              <a:rPr lang="zh-TW" altLang="en-US" dirty="0"/>
              <a:t>的 </a:t>
            </a:r>
            <a:r>
              <a:rPr lang="en-US" altLang="zh-TW" dirty="0"/>
              <a:t>DU </a:t>
            </a:r>
            <a:r>
              <a:rPr lang="zh-TW" altLang="en-US" dirty="0"/>
              <a:t>點陣，它很快，但邊緣缺少抗鋸齒（</a:t>
            </a:r>
            <a:r>
              <a:rPr lang="en-US" altLang="zh-TW" dirty="0"/>
              <a:t>Anti-aliasing</a:t>
            </a:r>
            <a:r>
              <a:rPr lang="zh-TW" altLang="en-US" dirty="0"/>
              <a:t>），如果使用者寫完一整頁筆記，回頭看全是帶鋸齒的點陣，筆記的美觀度就大打折扣了。</a:t>
            </a:r>
          </a:p>
          <a:p>
            <a:r>
              <a:rPr lang="zh-TW" altLang="en-US" dirty="0"/>
              <a:t>傳統架構如果想即時算抗鋸齒向量曲線，延遲立刻飆破 </a:t>
            </a:r>
            <a:r>
              <a:rPr lang="en-US" altLang="zh-TW" dirty="0"/>
              <a:t>80 </a:t>
            </a:r>
            <a:r>
              <a:rPr lang="zh-TW" altLang="en-US" dirty="0"/>
              <a:t>毫秒；如果只用點陣，畫質又太差。這是一個經典的魚與熊掌不可兼得的死局！</a:t>
            </a:r>
          </a:p>
          <a:p>
            <a:endParaRPr lang="zh-TW" altLang="en-US" dirty="0"/>
          </a:p>
          <a:p>
            <a:r>
              <a:rPr lang="zh-TW" altLang="en-US" dirty="0"/>
              <a:t>我們團隊用了一套極其精妙的</a:t>
            </a:r>
            <a:r>
              <a:rPr lang="en-US" altLang="zh-TW" dirty="0"/>
              <a:t>『</a:t>
            </a:r>
            <a:r>
              <a:rPr lang="zh-TW" altLang="en-US" dirty="0"/>
              <a:t>時間差接力</a:t>
            </a:r>
            <a:r>
              <a:rPr lang="en-US" altLang="zh-TW" dirty="0"/>
              <a:t>』</a:t>
            </a:r>
            <a:r>
              <a:rPr lang="zh-TW" altLang="en-US" dirty="0"/>
              <a:t>破解了這個死局：</a:t>
            </a:r>
          </a:p>
          <a:p>
            <a:r>
              <a:rPr lang="zh-TW" altLang="en-US" dirty="0"/>
              <a:t>當使用者筆尖接觸螢幕時，系統進入</a:t>
            </a:r>
            <a:r>
              <a:rPr lang="en-US" altLang="zh-TW" dirty="0"/>
              <a:t>【</a:t>
            </a:r>
            <a:r>
              <a:rPr lang="zh-TW" altLang="en-US" dirty="0"/>
              <a:t>落筆直通態</a:t>
            </a:r>
            <a:r>
              <a:rPr lang="en-US" altLang="zh-TW" dirty="0"/>
              <a:t>】</a:t>
            </a:r>
            <a:r>
              <a:rPr lang="zh-TW" altLang="en-US" dirty="0"/>
              <a:t>：我們不管什麼抗鋸齒，直接用直通旁路把黑白點陣以 </a:t>
            </a:r>
            <a:r>
              <a:rPr lang="en-US" altLang="zh-TW" dirty="0"/>
              <a:t>28ms </a:t>
            </a:r>
            <a:r>
              <a:rPr lang="zh-TW" altLang="en-US" dirty="0"/>
              <a:t>的極速噴射到螢幕上，給使用者最純粹、最爽快的即時出墨反饋！</a:t>
            </a:r>
          </a:p>
          <a:p>
            <a:r>
              <a:rPr lang="zh-TW" altLang="en-US" dirty="0"/>
              <a:t>但在背景，我們同時開闢了一條</a:t>
            </a:r>
            <a:r>
              <a:rPr lang="en-US" altLang="zh-TW" dirty="0"/>
              <a:t>【</a:t>
            </a:r>
            <a:r>
              <a:rPr lang="zh-TW" altLang="en-US" dirty="0"/>
              <a:t>三層解耦追趕佇列（</a:t>
            </a:r>
            <a:r>
              <a:rPr lang="en-US" altLang="zh-TW" dirty="0"/>
              <a:t>Catch-up</a:t>
            </a:r>
            <a:r>
              <a:rPr lang="zh-TW" altLang="en-US" dirty="0"/>
              <a:t> </a:t>
            </a:r>
            <a:r>
              <a:rPr lang="en-US" altLang="zh-TW" dirty="0"/>
              <a:t>Queue</a:t>
            </a:r>
            <a:r>
              <a:rPr lang="zh-TW" altLang="en-US" dirty="0"/>
              <a:t>）</a:t>
            </a:r>
            <a:r>
              <a:rPr lang="en-US" altLang="zh-TW" dirty="0"/>
              <a:t>】</a:t>
            </a:r>
            <a:r>
              <a:rPr lang="zh-TW" altLang="en-US" dirty="0"/>
              <a:t>：</a:t>
            </a:r>
          </a:p>
          <a:p>
            <a:r>
              <a:rPr lang="zh-TW" altLang="en-US" dirty="0"/>
              <a:t>所有的原始高精度觸控座標被非同步餵給 </a:t>
            </a:r>
            <a:r>
              <a:rPr lang="en-US" altLang="zh-TW" dirty="0"/>
              <a:t>Android </a:t>
            </a:r>
            <a:r>
              <a:rPr lang="zh-TW" altLang="en-US" dirty="0"/>
              <a:t>原生的 </a:t>
            </a:r>
            <a:r>
              <a:rPr lang="en-US" altLang="zh-TW" dirty="0" err="1"/>
              <a:t>Skia</a:t>
            </a:r>
            <a:r>
              <a:rPr lang="zh-TW" altLang="en-US" dirty="0"/>
              <a:t> 向量圖形引擎。</a:t>
            </a:r>
            <a:r>
              <a:rPr lang="en-US" altLang="zh-TW" dirty="0" err="1"/>
              <a:t>Skia</a:t>
            </a:r>
            <a:r>
              <a:rPr lang="zh-TW" altLang="en-US" dirty="0"/>
              <a:t> 引擎在背景慢條斯理地計算三次貝茲曲線、邊緣抗鋸齒與筆鋒漸層；</a:t>
            </a:r>
          </a:p>
          <a:p>
            <a:r>
              <a:rPr lang="zh-TW" altLang="en-US" dirty="0"/>
              <a:t>當使用者停筆、筆尖抬起超過 </a:t>
            </a:r>
            <a:r>
              <a:rPr lang="en-US" altLang="zh-TW" dirty="0"/>
              <a:t>500 </a:t>
            </a:r>
            <a:r>
              <a:rPr lang="zh-TW" altLang="en-US" dirty="0"/>
              <a:t>毫秒時，系統判定當前筆劃已書寫完畢，啟動</a:t>
            </a:r>
            <a:r>
              <a:rPr lang="en-US" altLang="zh-TW" dirty="0"/>
              <a:t>【</a:t>
            </a:r>
            <a:r>
              <a:rPr lang="zh-TW" altLang="en-US" dirty="0"/>
              <a:t>平滑交接機制（</a:t>
            </a:r>
            <a:r>
              <a:rPr lang="en-US" altLang="zh-TW" dirty="0"/>
              <a:t>Commit</a:t>
            </a:r>
            <a:r>
              <a:rPr lang="zh-TW" altLang="en-US" dirty="0"/>
              <a:t> </a:t>
            </a:r>
            <a:r>
              <a:rPr lang="en-US" altLang="zh-TW" dirty="0"/>
              <a:t>&amp; Reconcile</a:t>
            </a:r>
            <a:r>
              <a:rPr lang="zh-TW" altLang="en-US" dirty="0"/>
              <a:t>）</a:t>
            </a:r>
            <a:r>
              <a:rPr lang="en-US" altLang="zh-TW" dirty="0"/>
              <a:t>】</a:t>
            </a:r>
            <a:r>
              <a:rPr lang="zh-TW" altLang="en-US" dirty="0"/>
              <a:t>：</a:t>
            </a:r>
          </a:p>
          <a:p>
            <a:r>
              <a:rPr lang="en-US" altLang="zh-TW" dirty="0" err="1"/>
              <a:t>Skia</a:t>
            </a:r>
            <a:r>
              <a:rPr lang="zh-TW" altLang="en-US" dirty="0"/>
              <a:t> 在背景把渲染好的精緻向量圖形寫入常規 </a:t>
            </a:r>
            <a:r>
              <a:rPr lang="en-US" altLang="zh-TW" dirty="0"/>
              <a:t>View </a:t>
            </a:r>
            <a:r>
              <a:rPr lang="zh-TW" altLang="en-US" dirty="0"/>
              <a:t>的 </a:t>
            </a:r>
            <a:r>
              <a:rPr lang="en-US" altLang="zh-TW" dirty="0"/>
              <a:t>Framebuffer</a:t>
            </a:r>
            <a:r>
              <a:rPr lang="zh-TW" altLang="en-US" dirty="0"/>
              <a:t>，同時驅動發動一次優雅的局部 </a:t>
            </a:r>
            <a:r>
              <a:rPr lang="en-US" altLang="zh-TW" dirty="0"/>
              <a:t>GL16 </a:t>
            </a:r>
            <a:r>
              <a:rPr lang="zh-TW" altLang="en-US" dirty="0"/>
              <a:t>刷新，將直通點陣原子替換為精緻的向量筆跡！</a:t>
            </a:r>
          </a:p>
          <a:p>
            <a:r>
              <a:rPr lang="zh-TW" altLang="en-US" dirty="0"/>
              <a:t>在使用者眼裡看來：寫的時候快如閃電，停筆沉思的瞬間，筆跡又自動變得無比平滑圓潤，完全看不出一絲接縫與跳動！</a:t>
            </a:r>
          </a:p>
          <a:p>
            <a:r>
              <a:rPr lang="zh-TW" altLang="en-US" dirty="0"/>
              <a:t>講完了手寫，接下來看系統可靠性工程。請看 </a:t>
            </a:r>
            <a:r>
              <a:rPr lang="en-US" altLang="zh-TW" dirty="0"/>
              <a:t>Slide 19</a:t>
            </a:r>
            <a:r>
              <a:rPr lang="zh-TW" altLang="en-US" dirty="0"/>
              <a:t>。」</a:t>
            </a:r>
          </a:p>
          <a:p>
            <a:endParaRPr lang="zh-TW" altLang="en-US" dirty="0"/>
          </a:p>
          <a:p>
            <a:r>
              <a:rPr lang="zh-TW" altLang="en-US" dirty="0"/>
              <a:t>🔄 翻頁轉場提示：</a:t>
            </a:r>
          </a:p>
          <a:p>
            <a:r>
              <a:rPr lang="en-US" altLang="zh-TW" dirty="0"/>
              <a:t>【</a:t>
            </a:r>
            <a:r>
              <a:rPr lang="zh-TW" altLang="en-US" dirty="0"/>
              <a:t>點擊切換至 </a:t>
            </a:r>
            <a:r>
              <a:rPr lang="en-US" altLang="zh-TW" dirty="0"/>
              <a:t>Slide 19</a:t>
            </a:r>
            <a:r>
              <a:rPr lang="zh-TW" altLang="en-US" dirty="0"/>
              <a:t>：三級電源狀態機與時序</a:t>
            </a:r>
            <a:r>
              <a:rPr lang="en-US" altLang="zh-TW" dirty="0"/>
              <a:t>】</a:t>
            </a:r>
          </a:p>
          <a:p>
            <a:endParaRPr lang="zh-TW" altLang="en-US" dirty="0"/>
          </a:p>
        </p:txBody>
      </p:sp>
    </p:spTree>
    <p:extLst>
      <p:ext uri="{BB962C8B-B14F-4D97-AF65-F5344CB8AC3E}">
        <p14:creationId xmlns:p14="http://schemas.microsoft.com/office/powerpoint/2010/main" val="28175882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19：06 / </a:t>
            </a:r>
            <a:r>
              <a:rPr dirty="0" err="1"/>
              <a:t>三級電源狀態機與硬體嚴格上電</a:t>
            </a:r>
            <a:r>
              <a:rPr dirty="0"/>
              <a:t>/</a:t>
            </a:r>
            <a:r>
              <a:rPr dirty="0" err="1"/>
              <a:t>喚醒時序</a:t>
            </a:r>
            <a:r>
              <a:rPr dirty="0"/>
              <a:t>】</a:t>
            </a:r>
          </a:p>
          <a:p>
            <a:r>
              <a:rPr dirty="0"/>
              <a:t>⏱️ 建議時長：2.0 min（時間軸：35:00 - 37:00）</a:t>
            </a:r>
          </a:p>
          <a:p>
            <a:endParaRPr dirty="0"/>
          </a:p>
          <a:p>
            <a:r>
              <a:rPr dirty="0"/>
              <a:t>📌 </a:t>
            </a:r>
            <a:r>
              <a:rPr dirty="0" err="1"/>
              <a:t>投影片畫面核心重點</a:t>
            </a:r>
            <a:r>
              <a:rPr dirty="0"/>
              <a:t>：</a:t>
            </a:r>
          </a:p>
          <a:p>
            <a:r>
              <a:rPr dirty="0"/>
              <a:t>• </a:t>
            </a:r>
            <a:r>
              <a:rPr dirty="0" err="1"/>
              <a:t>三級電源狀態機：Active</a:t>
            </a:r>
            <a:r>
              <a:rPr dirty="0"/>
              <a:t> (800mW, </a:t>
            </a:r>
            <a:r>
              <a:rPr dirty="0" err="1"/>
              <a:t>全速刷新</a:t>
            </a:r>
            <a:r>
              <a:rPr dirty="0"/>
              <a:t>) ➔ Normal Sleep (35mW, </a:t>
            </a:r>
            <a:r>
              <a:rPr dirty="0" err="1"/>
              <a:t>關閉高壓但保留</a:t>
            </a:r>
            <a:r>
              <a:rPr dirty="0"/>
              <a:t> SRAM) ➔ Deep Sleep (3mW, </a:t>
            </a:r>
            <a:r>
              <a:rPr dirty="0" err="1"/>
              <a:t>關閉主電源只留微弱喚醒電路</a:t>
            </a:r>
            <a:r>
              <a:rPr dirty="0"/>
              <a:t>)</a:t>
            </a:r>
          </a:p>
          <a:p>
            <a:r>
              <a:rPr dirty="0"/>
              <a:t>• </a:t>
            </a:r>
            <a:r>
              <a:rPr dirty="0" err="1"/>
              <a:t>動態降級時間窗：無操作</a:t>
            </a:r>
            <a:r>
              <a:rPr dirty="0"/>
              <a:t> 5 </a:t>
            </a:r>
            <a:r>
              <a:rPr dirty="0" err="1"/>
              <a:t>秒進入</a:t>
            </a:r>
            <a:r>
              <a:rPr dirty="0"/>
              <a:t> Normal Sleep (150ms </a:t>
            </a:r>
            <a:r>
              <a:rPr dirty="0" err="1"/>
              <a:t>快速喚醒</a:t>
            </a:r>
            <a:r>
              <a:rPr dirty="0"/>
              <a:t>)；</a:t>
            </a:r>
            <a:r>
              <a:rPr dirty="0" err="1"/>
              <a:t>無操作</a:t>
            </a:r>
            <a:r>
              <a:rPr dirty="0"/>
              <a:t> 10 </a:t>
            </a:r>
            <a:r>
              <a:rPr dirty="0" err="1"/>
              <a:t>分鐘進入</a:t>
            </a:r>
            <a:r>
              <a:rPr dirty="0"/>
              <a:t> Deep Sleep (3000ms </a:t>
            </a:r>
            <a:r>
              <a:rPr dirty="0" err="1"/>
              <a:t>完整開機</a:t>
            </a:r>
            <a:r>
              <a:rPr dirty="0"/>
              <a:t>)</a:t>
            </a:r>
          </a:p>
          <a:p>
            <a:r>
              <a:rPr dirty="0"/>
              <a:t>• </a:t>
            </a:r>
            <a:r>
              <a:rPr dirty="0" err="1"/>
              <a:t>硬體上電嚴格時序：VDD</a:t>
            </a:r>
            <a:r>
              <a:rPr dirty="0"/>
              <a:t> ➔ VDDIO ➔ VCOM ➔ VPOS/</a:t>
            </a:r>
            <a:r>
              <a:rPr dirty="0" err="1"/>
              <a:t>VNEG，逆序斷電，防止背板微短路燒毀</a:t>
            </a:r>
            <a:endParaRPr dirty="0"/>
          </a:p>
          <a:p>
            <a:endParaRPr dirty="0"/>
          </a:p>
          <a:p>
            <a:r>
              <a:rPr dirty="0"/>
              <a:t>🎙️ </a:t>
            </a:r>
            <a:r>
              <a:rPr dirty="0" err="1"/>
              <a:t>講者逐字講稿（Speaker</a:t>
            </a:r>
            <a:r>
              <a:rPr dirty="0"/>
              <a:t> Script）：</a:t>
            </a:r>
          </a:p>
          <a:p>
            <a:r>
              <a:rPr dirty="0"/>
              <a:t>「</a:t>
            </a:r>
            <a:r>
              <a:rPr dirty="0" err="1"/>
              <a:t>進入第六章，系統可靠性與電源管理</a:t>
            </a:r>
            <a:r>
              <a:rPr dirty="0"/>
              <a:t>。</a:t>
            </a:r>
          </a:p>
          <a:p>
            <a:r>
              <a:rPr dirty="0" err="1"/>
              <a:t>電子紙智慧裝置最大的賣點就是續航力。如果電源管理做得差，機器放兩天就沒電，這絕對是失敗的產品</a:t>
            </a:r>
            <a:r>
              <a:rPr dirty="0"/>
              <a:t>。</a:t>
            </a:r>
          </a:p>
          <a:p>
            <a:r>
              <a:rPr dirty="0" err="1"/>
              <a:t>我們為</a:t>
            </a:r>
            <a:r>
              <a:rPr dirty="0"/>
              <a:t> T-Con 與 EPD </a:t>
            </a:r>
            <a:r>
              <a:rPr dirty="0" err="1"/>
              <a:t>系統量身打造了一套【三級電源狀態機</a:t>
            </a:r>
            <a:r>
              <a:rPr dirty="0"/>
              <a:t>】：</a:t>
            </a:r>
          </a:p>
          <a:p>
            <a:endParaRPr dirty="0"/>
          </a:p>
          <a:p>
            <a:r>
              <a:rPr dirty="0" err="1"/>
              <a:t>第一級是【Active</a:t>
            </a:r>
            <a:r>
              <a:rPr dirty="0"/>
              <a:t> </a:t>
            </a:r>
            <a:r>
              <a:rPr dirty="0" err="1"/>
              <a:t>運作態</a:t>
            </a:r>
            <a:r>
              <a:rPr dirty="0"/>
              <a:t>（~800mW）】：</a:t>
            </a:r>
            <a:r>
              <a:rPr dirty="0" err="1"/>
              <a:t>所有</a:t>
            </a:r>
            <a:r>
              <a:rPr dirty="0"/>
              <a:t> PMIC </a:t>
            </a:r>
            <a:r>
              <a:rPr dirty="0" err="1"/>
              <a:t>高壓偏置全開，SPI</a:t>
            </a:r>
            <a:r>
              <a:rPr dirty="0"/>
              <a:t>/MIPI </a:t>
            </a:r>
            <a:r>
              <a:rPr dirty="0" err="1"/>
              <a:t>匯流排隨時待命，專門應對連續書寫與翻頁</a:t>
            </a:r>
            <a:r>
              <a:rPr dirty="0"/>
              <a:t>；</a:t>
            </a:r>
          </a:p>
          <a:p>
            <a:r>
              <a:rPr dirty="0" err="1"/>
              <a:t>第二級是【Normal</a:t>
            </a:r>
            <a:r>
              <a:rPr dirty="0"/>
              <a:t> Sleep </a:t>
            </a:r>
            <a:r>
              <a:rPr dirty="0" err="1"/>
              <a:t>淺休眠</a:t>
            </a:r>
            <a:r>
              <a:rPr dirty="0"/>
              <a:t>（~35mW）】：</a:t>
            </a:r>
            <a:r>
              <a:rPr dirty="0" err="1"/>
              <a:t>當系統偵測到使用者停止操作滿</a:t>
            </a:r>
            <a:r>
              <a:rPr dirty="0"/>
              <a:t> 5 </a:t>
            </a:r>
            <a:r>
              <a:rPr dirty="0" err="1"/>
              <a:t>秒鐘，立刻切換至此模式。此時切斷所有</a:t>
            </a:r>
            <a:r>
              <a:rPr dirty="0"/>
              <a:t> ±15V </a:t>
            </a:r>
            <a:r>
              <a:rPr dirty="0" err="1"/>
              <a:t>的高壓輸出，徹底杜絕上一章提到的橫向串擾（Crosstalk</a:t>
            </a:r>
            <a:r>
              <a:rPr dirty="0"/>
              <a:t>），</a:t>
            </a:r>
            <a:r>
              <a:rPr dirty="0" err="1"/>
              <a:t>但保留</a:t>
            </a:r>
            <a:r>
              <a:rPr dirty="0"/>
              <a:t> T-Con </a:t>
            </a:r>
            <a:r>
              <a:rPr dirty="0" err="1"/>
              <a:t>內部的</a:t>
            </a:r>
            <a:r>
              <a:rPr dirty="0"/>
              <a:t> SRAM </a:t>
            </a:r>
            <a:r>
              <a:rPr dirty="0" err="1"/>
              <a:t>記憶體與暫存器配置。這個模式的喚醒時間只需要</a:t>
            </a:r>
            <a:r>
              <a:rPr dirty="0"/>
              <a:t> 150 </a:t>
            </a:r>
            <a:r>
              <a:rPr dirty="0" err="1"/>
              <a:t>毫秒，使用者再次觸控時完全感覺不到喚醒等待</a:t>
            </a:r>
            <a:r>
              <a:rPr dirty="0"/>
              <a:t>；</a:t>
            </a:r>
          </a:p>
          <a:p>
            <a:r>
              <a:rPr dirty="0" err="1"/>
              <a:t>第三級是【Deep</a:t>
            </a:r>
            <a:r>
              <a:rPr dirty="0"/>
              <a:t> Sleep </a:t>
            </a:r>
            <a:r>
              <a:rPr dirty="0" err="1"/>
              <a:t>深度休眠</a:t>
            </a:r>
            <a:r>
              <a:rPr dirty="0"/>
              <a:t>（~3mW）】：</a:t>
            </a:r>
            <a:r>
              <a:rPr dirty="0" err="1"/>
              <a:t>如果靜置超過</a:t>
            </a:r>
            <a:r>
              <a:rPr dirty="0"/>
              <a:t> 10 </a:t>
            </a:r>
            <a:r>
              <a:rPr dirty="0" err="1"/>
              <a:t>分鐘，系統進入極致省電模式，切斷</a:t>
            </a:r>
            <a:r>
              <a:rPr dirty="0"/>
              <a:t> T-Con </a:t>
            </a:r>
            <a:r>
              <a:rPr dirty="0" err="1"/>
              <a:t>主電源，僅保留主控微弱的喚醒中斷腳位。整機待機電流低至微安級，純待機可以輕鬆維持數週以上</a:t>
            </a:r>
            <a:r>
              <a:rPr dirty="0"/>
              <a:t>！</a:t>
            </a:r>
          </a:p>
          <a:p>
            <a:endParaRPr dirty="0"/>
          </a:p>
          <a:p>
            <a:r>
              <a:rPr dirty="0" err="1"/>
              <a:t>更關鍵的是下方的【硬體上電</a:t>
            </a:r>
            <a:r>
              <a:rPr dirty="0"/>
              <a:t>/</a:t>
            </a:r>
            <a:r>
              <a:rPr dirty="0" err="1"/>
              <a:t>斷電時序防護</a:t>
            </a:r>
            <a:r>
              <a:rPr dirty="0"/>
              <a:t>】：</a:t>
            </a:r>
          </a:p>
          <a:p>
            <a:r>
              <a:rPr dirty="0" err="1"/>
              <a:t>電子紙背板是由極其脆弱的非晶矽薄膜電晶體（a-Si</a:t>
            </a:r>
            <a:r>
              <a:rPr dirty="0"/>
              <a:t> </a:t>
            </a:r>
            <a:r>
              <a:rPr dirty="0" err="1"/>
              <a:t>TFT）組成的。在物理上，上電必須嚴格遵守</a:t>
            </a:r>
            <a:r>
              <a:rPr dirty="0"/>
              <a:t>：</a:t>
            </a:r>
          </a:p>
          <a:p>
            <a:r>
              <a:rPr dirty="0"/>
              <a:t>『</a:t>
            </a:r>
            <a:r>
              <a:rPr dirty="0" err="1"/>
              <a:t>數位邏輯電源</a:t>
            </a:r>
            <a:r>
              <a:rPr dirty="0"/>
              <a:t> VDD ➔ IO </a:t>
            </a:r>
            <a:r>
              <a:rPr dirty="0" err="1"/>
              <a:t>電源</a:t>
            </a:r>
            <a:r>
              <a:rPr dirty="0"/>
              <a:t> VDDIO ➔ </a:t>
            </a:r>
            <a:r>
              <a:rPr dirty="0" err="1"/>
              <a:t>基底共模電壓</a:t>
            </a:r>
            <a:r>
              <a:rPr dirty="0"/>
              <a:t> VCOM ➔ </a:t>
            </a:r>
            <a:r>
              <a:rPr dirty="0" err="1"/>
              <a:t>最後才能開啟高壓偏置</a:t>
            </a:r>
            <a:r>
              <a:rPr dirty="0"/>
              <a:t> VPOS / VNEG！』</a:t>
            </a:r>
          </a:p>
          <a:p>
            <a:r>
              <a:rPr dirty="0" err="1"/>
              <a:t>而斷電時必須完全逆序關閉</a:t>
            </a:r>
            <a:r>
              <a:rPr dirty="0"/>
              <a:t>！</a:t>
            </a:r>
          </a:p>
          <a:p>
            <a:r>
              <a:rPr dirty="0" err="1"/>
              <a:t>如果上電時序錯亂，哪怕只有</a:t>
            </a:r>
            <a:r>
              <a:rPr dirty="0"/>
              <a:t> 1 </a:t>
            </a:r>
            <a:r>
              <a:rPr dirty="0" err="1"/>
              <a:t>毫秒的高壓倒灌，TFT</a:t>
            </a:r>
            <a:r>
              <a:rPr dirty="0"/>
              <a:t> </a:t>
            </a:r>
            <a:r>
              <a:rPr dirty="0" err="1"/>
              <a:t>陣列就會發生微短路擊穿，面板直接報廢</a:t>
            </a:r>
            <a:r>
              <a:rPr dirty="0"/>
              <a:t>！</a:t>
            </a:r>
          </a:p>
          <a:p>
            <a:r>
              <a:rPr dirty="0" err="1"/>
              <a:t>我們在</a:t>
            </a:r>
            <a:r>
              <a:rPr dirty="0"/>
              <a:t> Linux PMIC </a:t>
            </a:r>
            <a:r>
              <a:rPr dirty="0" err="1"/>
              <a:t>驅動中將這套時序用硬體計時器鎖死，杜絕了任何軟體重啟導致硬體燒毀的風險。那麼如果遇到靜電衝擊怎麼辦？請看</a:t>
            </a:r>
            <a:r>
              <a:rPr dirty="0"/>
              <a:t> Slide 20。」</a:t>
            </a:r>
          </a:p>
          <a:p>
            <a:endParaRPr dirty="0"/>
          </a:p>
          <a:p>
            <a:r>
              <a:rPr dirty="0"/>
              <a:t>🔄 </a:t>
            </a:r>
            <a:r>
              <a:rPr dirty="0" err="1"/>
              <a:t>翻頁轉場提示</a:t>
            </a:r>
            <a:r>
              <a:rPr dirty="0"/>
              <a:t>：</a:t>
            </a:r>
          </a:p>
          <a:p>
            <a:r>
              <a:rPr dirty="0"/>
              <a:t>【</a:t>
            </a:r>
            <a:r>
              <a:rPr dirty="0" err="1"/>
              <a:t>點擊切換至</a:t>
            </a:r>
            <a:r>
              <a:rPr dirty="0"/>
              <a:t> Slide 20：ESD </a:t>
            </a:r>
            <a:r>
              <a:rPr dirty="0" err="1"/>
              <a:t>靜電無感自動自癒機制</a:t>
            </a:r>
            <a:r>
              <a:rPr dirty="0"/>
              <a:t>】</a:t>
            </a:r>
          </a:p>
        </p:txBody>
      </p:sp>
      <p:sp>
        <p:nvSpPr>
          <p:cNvPr id="503" name="Google Shape;50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20：06 / </a:t>
            </a:r>
            <a:r>
              <a:rPr dirty="0" err="1"/>
              <a:t>對抗</a:t>
            </a:r>
            <a:r>
              <a:rPr dirty="0"/>
              <a:t> ±15kV 靜電衝擊：1.5 </a:t>
            </a:r>
            <a:r>
              <a:rPr dirty="0" err="1"/>
              <a:t>秒無感自動自癒閉環</a:t>
            </a:r>
            <a:r>
              <a:rPr dirty="0"/>
              <a:t>】</a:t>
            </a:r>
          </a:p>
          <a:p>
            <a:r>
              <a:rPr dirty="0"/>
              <a:t>⏱️ 建議時長：2.0 min（時間軸：37:00 - 39:00）</a:t>
            </a:r>
          </a:p>
          <a:p>
            <a:endParaRPr dirty="0"/>
          </a:p>
          <a:p>
            <a:r>
              <a:rPr dirty="0"/>
              <a:t>📌 </a:t>
            </a:r>
            <a:r>
              <a:rPr dirty="0" err="1"/>
              <a:t>投影片畫面核心重點</a:t>
            </a:r>
            <a:r>
              <a:rPr dirty="0"/>
              <a:t>：</a:t>
            </a:r>
          </a:p>
          <a:p>
            <a:r>
              <a:rPr dirty="0"/>
              <a:t>• </a:t>
            </a:r>
            <a:r>
              <a:rPr dirty="0" err="1"/>
              <a:t>嚴苛測試標準：IEC</a:t>
            </a:r>
            <a:r>
              <a:rPr dirty="0"/>
              <a:t> 61000-4-2 </a:t>
            </a:r>
            <a:r>
              <a:rPr dirty="0" err="1"/>
              <a:t>空氣放電</a:t>
            </a:r>
            <a:r>
              <a:rPr dirty="0"/>
              <a:t> ±15kV、接觸放電 ±8kV </a:t>
            </a:r>
            <a:r>
              <a:rPr dirty="0" err="1"/>
              <a:t>靜電槍衝擊測試</a:t>
            </a:r>
            <a:endParaRPr dirty="0"/>
          </a:p>
          <a:p>
            <a:r>
              <a:rPr dirty="0"/>
              <a:t>• </a:t>
            </a:r>
            <a:r>
              <a:rPr dirty="0" err="1"/>
              <a:t>靜電致命危害：強靜電引發</a:t>
            </a:r>
            <a:r>
              <a:rPr dirty="0"/>
              <a:t> T-Con 內部暫存器數值翻轉、I2C </a:t>
            </a:r>
            <a:r>
              <a:rPr dirty="0" err="1"/>
              <a:t>匯流排掛死</a:t>
            </a:r>
            <a:r>
              <a:rPr dirty="0"/>
              <a:t> (Bus Lockup)、</a:t>
            </a:r>
            <a:r>
              <a:rPr dirty="0" err="1"/>
              <a:t>顯示畫面凍結</a:t>
            </a:r>
            <a:endParaRPr dirty="0"/>
          </a:p>
          <a:p>
            <a:r>
              <a:rPr dirty="0"/>
              <a:t>• </a:t>
            </a:r>
            <a:r>
              <a:rPr dirty="0" err="1"/>
              <a:t>自研</a:t>
            </a:r>
            <a:r>
              <a:rPr dirty="0"/>
              <a:t> Watchdog </a:t>
            </a:r>
            <a:r>
              <a:rPr dirty="0" err="1"/>
              <a:t>探針閉環：心跳檢測</a:t>
            </a:r>
            <a:r>
              <a:rPr dirty="0"/>
              <a:t> ➔ </a:t>
            </a:r>
            <a:r>
              <a:rPr dirty="0" err="1"/>
              <a:t>異常判定</a:t>
            </a:r>
            <a:r>
              <a:rPr dirty="0"/>
              <a:t> ➔ </a:t>
            </a:r>
            <a:r>
              <a:rPr dirty="0" err="1"/>
              <a:t>硬體</a:t>
            </a:r>
            <a:r>
              <a:rPr dirty="0"/>
              <a:t> GPIO </a:t>
            </a:r>
            <a:r>
              <a:rPr dirty="0" err="1"/>
              <a:t>脈衝復位</a:t>
            </a:r>
            <a:r>
              <a:rPr dirty="0"/>
              <a:t> ➔ </a:t>
            </a:r>
            <a:r>
              <a:rPr dirty="0" err="1"/>
              <a:t>記憶體原位重放</a:t>
            </a:r>
            <a:r>
              <a:rPr dirty="0"/>
              <a:t> ➔ 1.5 </a:t>
            </a:r>
            <a:r>
              <a:rPr dirty="0" err="1"/>
              <a:t>秒無感復原</a:t>
            </a:r>
            <a:endParaRPr dirty="0"/>
          </a:p>
          <a:p>
            <a:endParaRPr dirty="0"/>
          </a:p>
          <a:p>
            <a:r>
              <a:rPr dirty="0"/>
              <a:t>🎙️ </a:t>
            </a:r>
            <a:r>
              <a:rPr dirty="0" err="1"/>
              <a:t>講者逐字講稿（Speaker</a:t>
            </a:r>
            <a:r>
              <a:rPr dirty="0"/>
              <a:t> Script）：</a:t>
            </a:r>
          </a:p>
          <a:p>
            <a:r>
              <a:rPr dirty="0"/>
              <a:t>「</a:t>
            </a:r>
            <a:r>
              <a:rPr dirty="0" err="1"/>
              <a:t>在實驗室裡跑得很完美的機器，一拿到北方乾燥冬天的產線或者用戶手中，常常莫名其妙螢幕凍結死機，這就是靜電放電（ESD）的破壞</a:t>
            </a:r>
            <a:r>
              <a:rPr dirty="0"/>
              <a:t>！</a:t>
            </a:r>
          </a:p>
          <a:p>
            <a:r>
              <a:rPr dirty="0" err="1"/>
              <a:t>在產品認證中，我們必須通過</a:t>
            </a:r>
            <a:r>
              <a:rPr dirty="0"/>
              <a:t> IEC 61000-4-2 </a:t>
            </a:r>
            <a:r>
              <a:rPr dirty="0" err="1"/>
              <a:t>國際標準</a:t>
            </a:r>
            <a:r>
              <a:rPr dirty="0"/>
              <a:t>——</a:t>
            </a:r>
            <a:r>
              <a:rPr dirty="0" err="1"/>
              <a:t>高達『空氣放電</a:t>
            </a:r>
            <a:r>
              <a:rPr dirty="0"/>
              <a:t> ±15kV、接觸放電 ±8kV』的靜電槍暴力連續衝擊！</a:t>
            </a:r>
          </a:p>
          <a:p>
            <a:r>
              <a:rPr dirty="0"/>
              <a:t>當 ±15kV </a:t>
            </a:r>
            <a:r>
              <a:rPr dirty="0" err="1"/>
              <a:t>的高壓靜電打在金屬邊框或螢幕表面時，強烈的電磁脈衝會灌入</a:t>
            </a:r>
            <a:r>
              <a:rPr dirty="0"/>
              <a:t> </a:t>
            </a:r>
            <a:r>
              <a:rPr dirty="0" err="1"/>
              <a:t>PCB，瞬間引發</a:t>
            </a:r>
            <a:r>
              <a:rPr dirty="0"/>
              <a:t> T-Con </a:t>
            </a:r>
            <a:r>
              <a:rPr dirty="0" err="1"/>
              <a:t>晶片內部暫存器單元發生位元翻轉（Bit</a:t>
            </a:r>
            <a:r>
              <a:rPr dirty="0"/>
              <a:t> Flip），I2C </a:t>
            </a:r>
            <a:r>
              <a:rPr dirty="0" err="1"/>
              <a:t>匯流排的</a:t>
            </a:r>
            <a:r>
              <a:rPr dirty="0"/>
              <a:t> SDA </a:t>
            </a:r>
            <a:r>
              <a:rPr dirty="0" err="1"/>
              <a:t>信號線被直接拉低卡死，整個晶片陷入假死狀態</a:t>
            </a:r>
            <a:r>
              <a:rPr dirty="0"/>
              <a:t>！</a:t>
            </a:r>
          </a:p>
          <a:p>
            <a:endParaRPr dirty="0"/>
          </a:p>
          <a:p>
            <a:r>
              <a:rPr dirty="0" err="1"/>
              <a:t>傳統系統遇到這種情況，只能等使用者發現螢幕不動了，長按電源鍵</a:t>
            </a:r>
            <a:r>
              <a:rPr dirty="0"/>
              <a:t> 10 </a:t>
            </a:r>
            <a:r>
              <a:rPr dirty="0" err="1"/>
              <a:t>秒強制重啟，體驗極度崩潰</a:t>
            </a:r>
            <a:r>
              <a:rPr dirty="0"/>
              <a:t>。</a:t>
            </a:r>
          </a:p>
          <a:p>
            <a:r>
              <a:rPr dirty="0"/>
              <a:t>我們團隊設計了一套【1.5 </a:t>
            </a:r>
            <a:r>
              <a:rPr dirty="0" err="1"/>
              <a:t>秒無感自動自癒閉環機制</a:t>
            </a:r>
            <a:r>
              <a:rPr dirty="0"/>
              <a:t>】：</a:t>
            </a:r>
          </a:p>
          <a:p>
            <a:r>
              <a:rPr dirty="0" err="1"/>
              <a:t>首先，我們在本地守護進程</a:t>
            </a:r>
            <a:r>
              <a:rPr dirty="0"/>
              <a:t> `</a:t>
            </a:r>
            <a:r>
              <a:rPr dirty="0" err="1"/>
              <a:t>einkservice</a:t>
            </a:r>
            <a:r>
              <a:rPr dirty="0"/>
              <a:t>` </a:t>
            </a:r>
            <a:r>
              <a:rPr dirty="0" err="1"/>
              <a:t>內部植入了一根『高頻</a:t>
            </a:r>
            <a:r>
              <a:rPr dirty="0"/>
              <a:t> Watchdog </a:t>
            </a:r>
            <a:r>
              <a:rPr dirty="0" err="1"/>
              <a:t>探針</a:t>
            </a:r>
            <a:r>
              <a:rPr dirty="0"/>
              <a:t>』，</a:t>
            </a:r>
            <a:r>
              <a:rPr dirty="0" err="1"/>
              <a:t>每隔</a:t>
            </a:r>
            <a:r>
              <a:rPr dirty="0"/>
              <a:t> 500 </a:t>
            </a:r>
            <a:r>
              <a:rPr dirty="0" err="1"/>
              <a:t>毫秒向</a:t>
            </a:r>
            <a:r>
              <a:rPr dirty="0"/>
              <a:t> T-Con </a:t>
            </a:r>
            <a:r>
              <a:rPr dirty="0" err="1"/>
              <a:t>發送一條輕量的心跳健康檢查指令</a:t>
            </a:r>
            <a:r>
              <a:rPr dirty="0"/>
              <a:t>；</a:t>
            </a:r>
          </a:p>
          <a:p>
            <a:r>
              <a:rPr dirty="0" err="1"/>
              <a:t>一旦連續兩次心跳逾時（確認硬體已被靜電擊昏</a:t>
            </a:r>
            <a:r>
              <a:rPr dirty="0"/>
              <a:t>），</a:t>
            </a:r>
            <a:r>
              <a:rPr dirty="0" err="1"/>
              <a:t>自癒狀態機立刻被啟動</a:t>
            </a:r>
            <a:r>
              <a:rPr dirty="0"/>
              <a:t>：</a:t>
            </a:r>
          </a:p>
          <a:p>
            <a:r>
              <a:rPr dirty="0" err="1"/>
              <a:t>第一步：透過</a:t>
            </a:r>
            <a:r>
              <a:rPr dirty="0"/>
              <a:t> Linux GPIO 向 T-Con 的 `RESET_N` </a:t>
            </a:r>
            <a:r>
              <a:rPr dirty="0" err="1"/>
              <a:t>腳位灌入一個</a:t>
            </a:r>
            <a:r>
              <a:rPr dirty="0"/>
              <a:t> 20ms </a:t>
            </a:r>
            <a:r>
              <a:rPr dirty="0" err="1"/>
              <a:t>的硬體復位脈衝，強制喚醒晶片底層</a:t>
            </a:r>
            <a:r>
              <a:rPr dirty="0"/>
              <a:t>；</a:t>
            </a:r>
          </a:p>
          <a:p>
            <a:r>
              <a:rPr dirty="0" err="1"/>
              <a:t>第二步：重新初始化</a:t>
            </a:r>
            <a:r>
              <a:rPr dirty="0"/>
              <a:t> I2C </a:t>
            </a:r>
            <a:r>
              <a:rPr dirty="0" err="1"/>
              <a:t>匯流排，從</a:t>
            </a:r>
            <a:r>
              <a:rPr dirty="0"/>
              <a:t> SoC </a:t>
            </a:r>
            <a:r>
              <a:rPr dirty="0" err="1"/>
              <a:t>記憶體快取中秒級恢復暫存器配置</a:t>
            </a:r>
            <a:r>
              <a:rPr dirty="0"/>
              <a:t>；</a:t>
            </a:r>
          </a:p>
          <a:p>
            <a:r>
              <a:rPr dirty="0" err="1"/>
              <a:t>第三步：直接從主控記憶體中抓取最後一幀有效的</a:t>
            </a:r>
            <a:r>
              <a:rPr dirty="0"/>
              <a:t> Framebuffer </a:t>
            </a:r>
            <a:r>
              <a:rPr dirty="0" err="1"/>
              <a:t>數據，以</a:t>
            </a:r>
            <a:r>
              <a:rPr dirty="0"/>
              <a:t> DU </a:t>
            </a:r>
            <a:r>
              <a:rPr dirty="0" err="1"/>
              <a:t>高速模式在背景重繪螢幕</a:t>
            </a:r>
            <a:r>
              <a:rPr dirty="0"/>
              <a:t>！</a:t>
            </a:r>
          </a:p>
          <a:p>
            <a:r>
              <a:rPr dirty="0"/>
              <a:t>從靜電擊昏、自檢告警、硬體復位到畫面無縫還原，整個過程在『1.5 </a:t>
            </a:r>
            <a:r>
              <a:rPr dirty="0" err="1"/>
              <a:t>秒內全部靜默完成</a:t>
            </a:r>
            <a:r>
              <a:rPr dirty="0"/>
              <a:t>』！</a:t>
            </a:r>
          </a:p>
          <a:p>
            <a:r>
              <a:rPr dirty="0" err="1"/>
              <a:t>使用者在被靜電電了一下的那一瞬間，螢幕只是微幅閃爍了一下，手中的筆記完好無損，連一個字元都沒有丟失</a:t>
            </a:r>
            <a:r>
              <a:rPr dirty="0"/>
              <a:t>！</a:t>
            </a:r>
          </a:p>
          <a:p>
            <a:r>
              <a:rPr dirty="0" err="1"/>
              <a:t>這套自癒閉環，讓我們順利通過了所有最嚴苛的國際認證！接下來，進入最精彩的實戰經驗</a:t>
            </a:r>
            <a:r>
              <a:rPr dirty="0"/>
              <a:t>——</a:t>
            </a:r>
            <a:r>
              <a:rPr dirty="0" err="1"/>
              <a:t>第七章</a:t>
            </a:r>
            <a:r>
              <a:rPr dirty="0"/>
              <a:t> 11 </a:t>
            </a:r>
            <a:r>
              <a:rPr dirty="0" err="1"/>
              <a:t>大黃金</a:t>
            </a:r>
            <a:r>
              <a:rPr dirty="0"/>
              <a:t> Lesson Learned！」</a:t>
            </a:r>
          </a:p>
          <a:p>
            <a:endParaRPr dirty="0"/>
          </a:p>
          <a:p>
            <a:r>
              <a:rPr dirty="0"/>
              <a:t>🔄 </a:t>
            </a:r>
            <a:r>
              <a:rPr dirty="0" err="1"/>
              <a:t>翻頁轉場提示</a:t>
            </a:r>
            <a:r>
              <a:rPr dirty="0"/>
              <a:t>：</a:t>
            </a:r>
          </a:p>
          <a:p>
            <a:r>
              <a:rPr dirty="0"/>
              <a:t>【</a:t>
            </a:r>
            <a:r>
              <a:rPr dirty="0" err="1"/>
              <a:t>點擊切換至</a:t>
            </a:r>
            <a:r>
              <a:rPr dirty="0"/>
              <a:t> Slide 21：11 大 Lesson Learned </a:t>
            </a:r>
            <a:r>
              <a:rPr dirty="0" err="1"/>
              <a:t>轉場頁</a:t>
            </a:r>
            <a:r>
              <a:rPr dirty="0"/>
              <a:t>】</a:t>
            </a:r>
          </a:p>
        </p:txBody>
      </p:sp>
      <p:sp>
        <p:nvSpPr>
          <p:cNvPr id="531" name="Google Shape;53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21：07 / 【獨立專題】AMD1 量產實戰 11 大黃金 Lesson Learned 轉場】</a:t>
            </a:r>
          </a:p>
          <a:p>
            <a:r>
              <a:t>⏱️ 建議時長：1.0 min（時間軸：39:00 - 40:00）</a:t>
            </a:r>
          </a:p>
          <a:p>
            <a:endParaRPr/>
          </a:p>
          <a:p>
            <a:r>
              <a:t>📌 投影片畫面核心重點：</a:t>
            </a:r>
          </a:p>
          <a:p>
            <a:r>
              <a:t>• 從理論走向實戰：四大實戰模組（手寫延遲、串擾微閃、時序死鎖、除錯工具）</a:t>
            </a:r>
          </a:p>
          <a:p>
            <a:r>
              <a:t>• 架構師金句破題：「沒有在產線示波器與低溫箱抓過死鎖的架構，談不上量產級高可靠性。」</a:t>
            </a:r>
          </a:p>
          <a:p>
            <a:r>
              <a:t>• 引發聽眾共鳴，準備進入乾貨滿滿的血淚故事</a:t>
            </a:r>
          </a:p>
          <a:p>
            <a:endParaRPr/>
          </a:p>
          <a:p>
            <a:r>
              <a:t>🎙️ 講者逐字講稿（Speaker Script）：</a:t>
            </a:r>
          </a:p>
          <a:p>
            <a:r>
              <a:t>「請大家深吸一口氣，我們現在正式進入第七章：AMD1 量產實戰 11 大黃金 Lesson Learned。</a:t>
            </a:r>
          </a:p>
          <a:p>
            <a:endParaRPr/>
          </a:p>
          <a:p>
            <a:r>
              <a:t>大家看畫面中間這句我親手寫下的筆記：</a:t>
            </a:r>
          </a:p>
          <a:p>
            <a:r>
              <a:t>『沒有在產線示波器與低溫箱抓過死鎖的架構，談不上量產級高可靠性。』</a:t>
            </a:r>
          </a:p>
          <a:p>
            <a:r>
              <a:t>在專案從 EVT、DVT 推進到 PVT 量產的這半年多裡，我們團隊幾乎把所有能踩的坑全部踩了一遍。這 11 個黃金經驗，不是在冷氣房裡看手冊想出來的，而是我們工程師無數個夜晚在工廠產線、拿著示波器探棒一根根量測波形、在零下 10 度的低溫箱旁邊抓死鎖抓出來的。</a:t>
            </a:r>
          </a:p>
          <a:p>
            <a:endParaRPr/>
          </a:p>
          <a:p>
            <a:r>
              <a:t>我把它們濃縮歸納為四大模組：</a:t>
            </a:r>
          </a:p>
          <a:p>
            <a:r>
              <a:t>模組一：手寫延遲與幾何對齊（Lessons 1, 2, 3, 11）；</a:t>
            </a:r>
          </a:p>
          <a:p>
            <a:r>
              <a:t>模組二：串擾與微閃抑制（Lessons 5, 6）；</a:t>
            </a:r>
          </a:p>
          <a:p>
            <a:r>
              <a:t>模組三：時序隔離與防死鎖（Lessons 4, 7）；</a:t>
            </a:r>
          </a:p>
          <a:p>
            <a:r>
              <a:t>模組四：跨團隊三大視覺化除錯工具鏈（Lessons 8, 9, 10）。</a:t>
            </a:r>
          </a:p>
          <a:p>
            <a:r>
              <a:t>接下來的 10 分鐘，我會把問題現象、我們怎麼追蹤到根因、以及最後用什麼神妙解法破局的故事，毫無保留地講給大家聽！請看 Slide 22。」</a:t>
            </a:r>
          </a:p>
          <a:p>
            <a:endParaRPr/>
          </a:p>
          <a:p>
            <a:r>
              <a:t>🔄 翻頁轉場提示：</a:t>
            </a:r>
          </a:p>
          <a:p>
            <a:r>
              <a:t>【點擊切換至 Slide 22：Lesson 1, 2, 3 手寫延遲極限壓榨三部曲】</a:t>
            </a:r>
          </a:p>
        </p:txBody>
      </p:sp>
      <p:sp>
        <p:nvSpPr>
          <p:cNvPr id="560" name="Google Shape;560;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22：07 / </a:t>
            </a:r>
            <a:r>
              <a:rPr dirty="0" err="1"/>
              <a:t>手寫延遲極限壓榨三部曲：匯流排、節流更新與</a:t>
            </a:r>
            <a:r>
              <a:rPr dirty="0"/>
              <a:t> Framework </a:t>
            </a:r>
            <a:r>
              <a:rPr dirty="0" err="1"/>
              <a:t>繞過</a:t>
            </a:r>
            <a:r>
              <a:rPr dirty="0"/>
              <a:t> (Lessons 1, 2, 3)】</a:t>
            </a:r>
          </a:p>
          <a:p>
            <a:r>
              <a:rPr dirty="0"/>
              <a:t>⏱️ 建議時長：2.0 min（時間軸：40:00 - 42:00）</a:t>
            </a:r>
          </a:p>
          <a:p>
            <a:endParaRPr dirty="0"/>
          </a:p>
          <a:p>
            <a:r>
              <a:rPr dirty="0"/>
              <a:t>📌 </a:t>
            </a:r>
            <a:r>
              <a:rPr dirty="0" err="1"/>
              <a:t>投影片畫面核心重點</a:t>
            </a:r>
            <a:r>
              <a:rPr dirty="0"/>
              <a:t>：</a:t>
            </a:r>
          </a:p>
          <a:p>
            <a:r>
              <a:rPr dirty="0"/>
              <a:t>• Lesson 1 (24MHz HSPI)：</a:t>
            </a:r>
            <a:r>
              <a:rPr dirty="0" err="1"/>
              <a:t>早期預設</a:t>
            </a:r>
            <a:r>
              <a:rPr dirty="0"/>
              <a:t> 1MHz 傳 4KB 需 32ms，主控 SPI </a:t>
            </a:r>
            <a:r>
              <a:rPr dirty="0" err="1"/>
              <a:t>控制器超頻拉滿至</a:t>
            </a:r>
            <a:r>
              <a:rPr dirty="0"/>
              <a:t> 24MHz (1.36ms，提速 24 倍)</a:t>
            </a:r>
          </a:p>
          <a:p>
            <a:r>
              <a:rPr dirty="0"/>
              <a:t>• Lesson 2 (</a:t>
            </a:r>
            <a:r>
              <a:rPr dirty="0" err="1"/>
              <a:t>二筆節流更新</a:t>
            </a:r>
            <a:r>
              <a:rPr dirty="0"/>
              <a:t>)：</a:t>
            </a:r>
            <a:r>
              <a:rPr dirty="0" err="1"/>
              <a:t>電磁筆</a:t>
            </a:r>
            <a:r>
              <a:rPr dirty="0"/>
              <a:t> 200Hz </a:t>
            </a:r>
            <a:r>
              <a:rPr dirty="0" err="1"/>
              <a:t>報點每</a:t>
            </a:r>
            <a:r>
              <a:rPr dirty="0"/>
              <a:t> 5ms </a:t>
            </a:r>
            <a:r>
              <a:rPr dirty="0" err="1"/>
              <a:t>一包，T-Con</a:t>
            </a:r>
            <a:r>
              <a:rPr dirty="0"/>
              <a:t> </a:t>
            </a:r>
            <a:r>
              <a:rPr dirty="0" err="1"/>
              <a:t>佇列飽和丟包，改為『每兩筆聚合為一包</a:t>
            </a:r>
            <a:r>
              <a:rPr dirty="0"/>
              <a:t>』，</a:t>
            </a:r>
            <a:r>
              <a:rPr dirty="0" err="1"/>
              <a:t>完美契合</a:t>
            </a:r>
            <a:r>
              <a:rPr dirty="0"/>
              <a:t> 10ms </a:t>
            </a:r>
            <a:r>
              <a:rPr dirty="0" err="1"/>
              <a:t>刷新節奏</a:t>
            </a:r>
            <a:endParaRPr dirty="0"/>
          </a:p>
          <a:p>
            <a:r>
              <a:rPr dirty="0"/>
              <a:t>• Lesson 3 (</a:t>
            </a:r>
            <a:r>
              <a:rPr dirty="0" err="1"/>
              <a:t>直讀驅動繞過</a:t>
            </a:r>
            <a:r>
              <a:rPr dirty="0"/>
              <a:t> Framework)：</a:t>
            </a:r>
            <a:r>
              <a:rPr dirty="0" err="1"/>
              <a:t>繞過</a:t>
            </a:r>
            <a:r>
              <a:rPr dirty="0"/>
              <a:t> Android Input </a:t>
            </a:r>
            <a:r>
              <a:rPr dirty="0" err="1"/>
              <a:t>累積與</a:t>
            </a:r>
            <a:r>
              <a:rPr dirty="0"/>
              <a:t> </a:t>
            </a:r>
            <a:r>
              <a:rPr dirty="0" err="1"/>
              <a:t>SurfaceFlinger，端到端報點延遲壓縮至</a:t>
            </a:r>
            <a:r>
              <a:rPr dirty="0"/>
              <a:t> &lt;1.5ms</a:t>
            </a:r>
          </a:p>
          <a:p>
            <a:endParaRPr dirty="0"/>
          </a:p>
          <a:p>
            <a:r>
              <a:rPr dirty="0"/>
              <a:t>🎙️ </a:t>
            </a:r>
            <a:r>
              <a:rPr dirty="0" err="1"/>
              <a:t>講者逐字講稿（Speaker</a:t>
            </a:r>
            <a:r>
              <a:rPr dirty="0"/>
              <a:t> Script）：</a:t>
            </a:r>
          </a:p>
          <a:p>
            <a:r>
              <a:rPr dirty="0"/>
              <a:t>「</a:t>
            </a:r>
            <a:r>
              <a:rPr dirty="0" err="1"/>
              <a:t>首先看模組一的第一部分：手寫延遲極限壓榨三部曲。這裡面的前三個教訓，正是我們把延遲一步步壓進</a:t>
            </a:r>
            <a:r>
              <a:rPr dirty="0"/>
              <a:t> 28ms </a:t>
            </a:r>
            <a:r>
              <a:rPr dirty="0" err="1"/>
              <a:t>的關鍵連環套</a:t>
            </a:r>
            <a:r>
              <a:rPr dirty="0"/>
              <a:t>。</a:t>
            </a:r>
          </a:p>
          <a:p>
            <a:endParaRPr dirty="0"/>
          </a:p>
          <a:p>
            <a:r>
              <a:rPr dirty="0" err="1"/>
              <a:t>先看【Lesson</a:t>
            </a:r>
            <a:r>
              <a:rPr dirty="0"/>
              <a:t> 1：Kernel 端 SPI 24MHz </a:t>
            </a:r>
            <a:r>
              <a:rPr dirty="0" err="1"/>
              <a:t>速率拉滿</a:t>
            </a:r>
            <a:r>
              <a:rPr dirty="0"/>
              <a:t>】。</a:t>
            </a:r>
          </a:p>
          <a:p>
            <a:r>
              <a:rPr dirty="0" err="1"/>
              <a:t>專案初期剛開機時，驅動預設的</a:t>
            </a:r>
            <a:r>
              <a:rPr dirty="0"/>
              <a:t> SPI </a:t>
            </a:r>
            <a:r>
              <a:rPr dirty="0" err="1"/>
              <a:t>時鐘只有</a:t>
            </a:r>
            <a:r>
              <a:rPr dirty="0"/>
              <a:t> 1MHz，傳輸一個 4KB </a:t>
            </a:r>
            <a:r>
              <a:rPr dirty="0" err="1"/>
              <a:t>局部點陣封包要整整</a:t>
            </a:r>
            <a:r>
              <a:rPr dirty="0"/>
              <a:t> 32 </a:t>
            </a:r>
            <a:r>
              <a:rPr dirty="0" err="1"/>
              <a:t>毫秒！這光是匯流排傳輸就用掉了三分之一秒，手寫延遲直接破百</a:t>
            </a:r>
            <a:r>
              <a:rPr dirty="0"/>
              <a:t>。</a:t>
            </a:r>
          </a:p>
          <a:p>
            <a:r>
              <a:rPr dirty="0" err="1"/>
              <a:t>我們硬體工程師查閱晶片規格，發現</a:t>
            </a:r>
            <a:r>
              <a:rPr dirty="0"/>
              <a:t> MTK SPI </a:t>
            </a:r>
            <a:r>
              <a:rPr dirty="0" err="1"/>
              <a:t>控制器理論最高支援</a:t>
            </a:r>
            <a:r>
              <a:rPr dirty="0"/>
              <a:t> 24MHz，但原廠工程師警告說：軟排線（FPC）太長，24MHz </a:t>
            </a:r>
            <a:r>
              <a:rPr dirty="0" err="1"/>
              <a:t>很容易訊號完整性衰減、波形變形。我們硬體團隊重新調校了</a:t>
            </a:r>
            <a:r>
              <a:rPr dirty="0"/>
              <a:t> 22Ω </a:t>
            </a:r>
            <a:r>
              <a:rPr dirty="0" err="1"/>
              <a:t>阻抗匹配電阻，在驅動中將</a:t>
            </a:r>
            <a:r>
              <a:rPr dirty="0"/>
              <a:t> SPI </a:t>
            </a:r>
            <a:r>
              <a:rPr dirty="0" err="1"/>
              <a:t>頻率暴力拉滿到</a:t>
            </a:r>
            <a:r>
              <a:rPr dirty="0"/>
              <a:t> 24MHz，並啟用 DMA </a:t>
            </a:r>
            <a:r>
              <a:rPr dirty="0" err="1"/>
              <a:t>突發傳輸，單包傳輸時間直接從</a:t>
            </a:r>
            <a:r>
              <a:rPr dirty="0"/>
              <a:t> 32ms </a:t>
            </a:r>
            <a:r>
              <a:rPr dirty="0" err="1"/>
              <a:t>驟降至</a:t>
            </a:r>
            <a:r>
              <a:rPr dirty="0"/>
              <a:t> 1.36ms，整整提升了 24 倍！</a:t>
            </a:r>
          </a:p>
          <a:p>
            <a:endParaRPr dirty="0"/>
          </a:p>
          <a:p>
            <a:r>
              <a:rPr dirty="0" err="1"/>
              <a:t>但緊接著我們立刻撞上【Lesson</a:t>
            </a:r>
            <a:r>
              <a:rPr dirty="0"/>
              <a:t> 2：二筆批次節流更新演算法】。</a:t>
            </a:r>
          </a:p>
          <a:p>
            <a:r>
              <a:rPr dirty="0" err="1"/>
              <a:t>我們的</a:t>
            </a:r>
            <a:r>
              <a:rPr dirty="0"/>
              <a:t> Wacom </a:t>
            </a:r>
            <a:r>
              <a:rPr dirty="0" err="1"/>
              <a:t>電磁筆報點率高達</a:t>
            </a:r>
            <a:r>
              <a:rPr dirty="0"/>
              <a:t> 200Hz，也就是每 5 </a:t>
            </a:r>
            <a:r>
              <a:rPr dirty="0" err="1"/>
              <a:t>毫秒就會噴出一個座標點。我們興高采烈地把每個點都送進</a:t>
            </a:r>
            <a:r>
              <a:rPr dirty="0"/>
              <a:t> </a:t>
            </a:r>
            <a:r>
              <a:rPr dirty="0" err="1"/>
              <a:t>SPI，結果</a:t>
            </a:r>
            <a:r>
              <a:rPr dirty="0"/>
              <a:t> T-Con </a:t>
            </a:r>
            <a:r>
              <a:rPr dirty="0" err="1"/>
              <a:t>的內部</a:t>
            </a:r>
            <a:r>
              <a:rPr dirty="0"/>
              <a:t> FIFO </a:t>
            </a:r>
            <a:r>
              <a:rPr dirty="0" err="1"/>
              <a:t>佇列在連續書寫兩秒後徹底被灌爆，畫面開始嚴重掉筆</a:t>
            </a:r>
            <a:r>
              <a:rPr dirty="0"/>
              <a:t>！</a:t>
            </a:r>
          </a:p>
          <a:p>
            <a:r>
              <a:rPr dirty="0" err="1"/>
              <a:t>為什麼？因為</a:t>
            </a:r>
            <a:r>
              <a:rPr dirty="0"/>
              <a:t> T-Con </a:t>
            </a:r>
            <a:r>
              <a:rPr dirty="0" err="1"/>
              <a:t>內部的</a:t>
            </a:r>
            <a:r>
              <a:rPr dirty="0"/>
              <a:t> RISC-V </a:t>
            </a:r>
            <a:r>
              <a:rPr dirty="0" err="1"/>
              <a:t>核心處理一個局部更新請求，至少需要</a:t>
            </a:r>
            <a:r>
              <a:rPr dirty="0"/>
              <a:t> 7 到 8 毫秒。5 </a:t>
            </a:r>
            <a:r>
              <a:rPr dirty="0" err="1"/>
              <a:t>毫秒來一個，它根本消化不完</a:t>
            </a:r>
            <a:r>
              <a:rPr dirty="0"/>
              <a:t>！</a:t>
            </a:r>
          </a:p>
          <a:p>
            <a:r>
              <a:rPr dirty="0" err="1"/>
              <a:t>我們的解法極度巧妙：實作『二筆批次節流更新</a:t>
            </a:r>
            <a:r>
              <a:rPr dirty="0"/>
              <a:t>』——</a:t>
            </a:r>
            <a:r>
              <a:rPr dirty="0" err="1"/>
              <a:t>當第</a:t>
            </a:r>
            <a:r>
              <a:rPr dirty="0"/>
              <a:t> 1 </a:t>
            </a:r>
            <a:r>
              <a:rPr dirty="0" err="1"/>
              <a:t>個點進來時，只記錄座標不刷螢幕；當</a:t>
            </a:r>
            <a:r>
              <a:rPr dirty="0"/>
              <a:t> 5 </a:t>
            </a:r>
            <a:r>
              <a:rPr dirty="0" err="1"/>
              <a:t>毫秒後第</a:t>
            </a:r>
            <a:r>
              <a:rPr dirty="0"/>
              <a:t> 2 </a:t>
            </a:r>
            <a:r>
              <a:rPr dirty="0" err="1"/>
              <a:t>個點進來時，立刻將這兩點的外接矩形合併為一個封包，一次性送給</a:t>
            </a:r>
            <a:r>
              <a:rPr dirty="0"/>
              <a:t> T-Con！</a:t>
            </a:r>
          </a:p>
          <a:p>
            <a:r>
              <a:rPr dirty="0" err="1"/>
              <a:t>這樣一來，更新頻率剛好變成了</a:t>
            </a:r>
            <a:r>
              <a:rPr dirty="0"/>
              <a:t> 10 毫秒一次（100Hz），</a:t>
            </a:r>
            <a:r>
              <a:rPr dirty="0" err="1"/>
              <a:t>既完美契合了</a:t>
            </a:r>
            <a:r>
              <a:rPr dirty="0"/>
              <a:t> T-Con </a:t>
            </a:r>
            <a:r>
              <a:rPr dirty="0" err="1"/>
              <a:t>的處理節奏，又完全在人眼動態視覺殘留的時間窗內，書寫流暢度毫無差別，但</a:t>
            </a:r>
            <a:r>
              <a:rPr dirty="0"/>
              <a:t> FIFO </a:t>
            </a:r>
            <a:r>
              <a:rPr dirty="0" err="1"/>
              <a:t>溢位率直接降為零</a:t>
            </a:r>
            <a:r>
              <a:rPr dirty="0"/>
              <a:t>！</a:t>
            </a:r>
          </a:p>
          <a:p>
            <a:endParaRPr dirty="0"/>
          </a:p>
          <a:p>
            <a:r>
              <a:rPr dirty="0" err="1"/>
              <a:t>再看【Lesson</a:t>
            </a:r>
            <a:r>
              <a:rPr dirty="0"/>
              <a:t> 3：直讀驅動繞過 Android Input </a:t>
            </a:r>
            <a:r>
              <a:rPr dirty="0" err="1"/>
              <a:t>累積</a:t>
            </a:r>
            <a:r>
              <a:rPr dirty="0"/>
              <a:t>】。</a:t>
            </a:r>
          </a:p>
          <a:p>
            <a:r>
              <a:rPr dirty="0"/>
              <a:t>Android </a:t>
            </a:r>
            <a:r>
              <a:rPr dirty="0" err="1"/>
              <a:t>原生的</a:t>
            </a:r>
            <a:r>
              <a:rPr dirty="0"/>
              <a:t> </a:t>
            </a:r>
            <a:r>
              <a:rPr dirty="0" err="1"/>
              <a:t>InputReader</a:t>
            </a:r>
            <a:r>
              <a:rPr dirty="0"/>
              <a:t> </a:t>
            </a:r>
            <a:r>
              <a:rPr dirty="0" err="1"/>
              <a:t>為了省電，會故意把相鄰的觸控事件打包批次上報，這對一般點擊沒影響，但在手寫上卻平白增加了</a:t>
            </a:r>
            <a:r>
              <a:rPr dirty="0"/>
              <a:t> 30 到 50 </a:t>
            </a:r>
            <a:r>
              <a:rPr dirty="0" err="1"/>
              <a:t>毫秒的延遲</a:t>
            </a:r>
            <a:r>
              <a:rPr dirty="0"/>
              <a:t>。</a:t>
            </a:r>
          </a:p>
          <a:p>
            <a:r>
              <a:rPr dirty="0" err="1"/>
              <a:t>我們直接在</a:t>
            </a:r>
            <a:r>
              <a:rPr dirty="0"/>
              <a:t> Linux </a:t>
            </a:r>
            <a:r>
              <a:rPr dirty="0" err="1"/>
              <a:t>底層直讀</a:t>
            </a:r>
            <a:r>
              <a:rPr dirty="0"/>
              <a:t> `/dev/input/event*`，</a:t>
            </a:r>
            <a:r>
              <a:rPr dirty="0" err="1"/>
              <a:t>以單向</a:t>
            </a:r>
            <a:r>
              <a:rPr dirty="0"/>
              <a:t> Binder </a:t>
            </a:r>
            <a:r>
              <a:rPr dirty="0" err="1"/>
              <a:t>直傳給</a:t>
            </a:r>
            <a:r>
              <a:rPr dirty="0"/>
              <a:t> </a:t>
            </a:r>
            <a:r>
              <a:rPr dirty="0" err="1"/>
              <a:t>einkservice，端到端報點耗時不到</a:t>
            </a:r>
            <a:r>
              <a:rPr dirty="0"/>
              <a:t> 1.5 </a:t>
            </a:r>
            <a:r>
              <a:rPr dirty="0" err="1"/>
              <a:t>毫秒</a:t>
            </a:r>
            <a:r>
              <a:rPr dirty="0"/>
              <a:t>！</a:t>
            </a:r>
          </a:p>
          <a:p>
            <a:r>
              <a:rPr dirty="0" err="1"/>
              <a:t>這三部曲下來，我們把系統延遲壓到了極致。但隨後我們在產線上遇到了另一個意想不到的靈異殺手</a:t>
            </a:r>
            <a:r>
              <a:rPr dirty="0"/>
              <a:t>——</a:t>
            </a:r>
            <a:r>
              <a:rPr dirty="0" err="1"/>
              <a:t>畫面微幅</a:t>
            </a:r>
            <a:r>
              <a:rPr dirty="0"/>
              <a:t> </a:t>
            </a:r>
            <a:r>
              <a:rPr dirty="0" err="1"/>
              <a:t>Shift！請看</a:t>
            </a:r>
            <a:r>
              <a:rPr dirty="0"/>
              <a:t> Slide 23。」</a:t>
            </a:r>
          </a:p>
          <a:p>
            <a:endParaRPr dirty="0"/>
          </a:p>
          <a:p>
            <a:r>
              <a:rPr dirty="0"/>
              <a:t>🔄 </a:t>
            </a:r>
            <a:r>
              <a:rPr dirty="0" err="1"/>
              <a:t>翻頁轉場提示</a:t>
            </a:r>
            <a:r>
              <a:rPr dirty="0"/>
              <a:t>：</a:t>
            </a:r>
          </a:p>
          <a:p>
            <a:r>
              <a:rPr dirty="0"/>
              <a:t>【</a:t>
            </a:r>
            <a:r>
              <a:rPr dirty="0" err="1"/>
              <a:t>點擊切換至</a:t>
            </a:r>
            <a:r>
              <a:rPr dirty="0"/>
              <a:t> Slide 23：幾何 Test Pattern </a:t>
            </a:r>
            <a:r>
              <a:rPr dirty="0" err="1"/>
              <a:t>快速驗證法與消除</a:t>
            </a:r>
            <a:r>
              <a:rPr dirty="0"/>
              <a:t> Shift </a:t>
            </a:r>
            <a:r>
              <a:rPr dirty="0" err="1"/>
              <a:t>延遲劣化</a:t>
            </a:r>
            <a:r>
              <a:rPr dirty="0"/>
              <a:t>】</a:t>
            </a:r>
          </a:p>
        </p:txBody>
      </p:sp>
      <p:sp>
        <p:nvSpPr>
          <p:cNvPr id="579" name="Google Shape;57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ltLang="zh-TW" dirty="0"/>
              <a:t>【Slide 23</a:t>
            </a:r>
            <a:r>
              <a:rPr lang="zh-TW" altLang="en-US" dirty="0"/>
              <a:t>：</a:t>
            </a:r>
            <a:r>
              <a:rPr lang="en-US" altLang="zh-TW" dirty="0"/>
              <a:t>07 / </a:t>
            </a:r>
            <a:r>
              <a:rPr lang="zh-TW" altLang="en-US" dirty="0"/>
              <a:t>幾何 </a:t>
            </a:r>
            <a:r>
              <a:rPr lang="en-US" altLang="zh-TW" dirty="0"/>
              <a:t>Test Pattern </a:t>
            </a:r>
            <a:r>
              <a:rPr lang="zh-TW" altLang="en-US" dirty="0"/>
              <a:t>快速驗證法：消除畫面 </a:t>
            </a:r>
            <a:r>
              <a:rPr lang="en-US" altLang="zh-TW" dirty="0"/>
              <a:t>Shift </a:t>
            </a:r>
            <a:r>
              <a:rPr lang="zh-TW" altLang="en-US" dirty="0"/>
              <a:t>偏移，杜絕手寫 </a:t>
            </a:r>
            <a:r>
              <a:rPr lang="en-US" altLang="zh-TW" dirty="0"/>
              <a:t>Latency </a:t>
            </a:r>
            <a:r>
              <a:rPr lang="zh-TW" altLang="en-US" dirty="0"/>
              <a:t>劣化 </a:t>
            </a:r>
            <a:r>
              <a:rPr lang="en-US" altLang="zh-TW" dirty="0"/>
              <a:t>(Lesson 11)】</a:t>
            </a:r>
          </a:p>
          <a:p>
            <a:r>
              <a:rPr lang="en-US" altLang="zh-TW" dirty="0"/>
              <a:t>⏱️ </a:t>
            </a:r>
            <a:r>
              <a:rPr lang="zh-TW" altLang="en-US" dirty="0"/>
              <a:t>建議時長：</a:t>
            </a:r>
            <a:r>
              <a:rPr lang="en-US" altLang="zh-TW" dirty="0"/>
              <a:t>2.0 min</a:t>
            </a:r>
            <a:r>
              <a:rPr lang="zh-TW" altLang="en-US" dirty="0"/>
              <a:t>（時間軸：</a:t>
            </a:r>
            <a:r>
              <a:rPr lang="en-US" altLang="zh-TW" dirty="0"/>
              <a:t>42:00 - 44:00</a:t>
            </a:r>
            <a:r>
              <a:rPr lang="zh-TW" altLang="en-US" dirty="0"/>
              <a:t>）</a:t>
            </a:r>
          </a:p>
          <a:p>
            <a:endParaRPr lang="zh-TW" altLang="en-US" dirty="0"/>
          </a:p>
          <a:p>
            <a:r>
              <a:rPr lang="zh-TW" altLang="en-US" dirty="0"/>
              <a:t>📌 投影片畫面核心重點：</a:t>
            </a:r>
          </a:p>
          <a:p>
            <a:r>
              <a:rPr lang="en-US" altLang="zh-TW" dirty="0"/>
              <a:t>• Lesson 11 (</a:t>
            </a:r>
            <a:r>
              <a:rPr lang="zh-TW" altLang="en-US" dirty="0"/>
              <a:t>畫面 </a:t>
            </a:r>
            <a:r>
              <a:rPr lang="en-US" altLang="zh-TW" dirty="0"/>
              <a:t>Shift </a:t>
            </a:r>
            <a:r>
              <a:rPr lang="zh-TW" altLang="en-US" dirty="0"/>
              <a:t>隱蔽危機</a:t>
            </a:r>
            <a:r>
              <a:rPr lang="en-US" altLang="zh-TW" dirty="0"/>
              <a:t>)</a:t>
            </a:r>
            <a:r>
              <a:rPr lang="zh-TW" altLang="en-US" dirty="0"/>
              <a:t>：產線不同批次主板出現手寫延遲劇烈劣化 </a:t>
            </a:r>
            <a:r>
              <a:rPr lang="en-US" altLang="zh-TW" dirty="0"/>
              <a:t>(</a:t>
            </a:r>
            <a:r>
              <a:rPr lang="zh-TW" altLang="en-US" dirty="0"/>
              <a:t>飆升 </a:t>
            </a:r>
            <a:r>
              <a:rPr lang="en-US" altLang="zh-TW" dirty="0"/>
              <a:t>20~30ms) </a:t>
            </a:r>
            <a:r>
              <a:rPr lang="zh-TW" altLang="en-US" dirty="0"/>
              <a:t>與抬筆筆跡撕裂，肉眼看靜態畫面卻毫無異狀</a:t>
            </a:r>
          </a:p>
          <a:p>
            <a:r>
              <a:rPr lang="en-US" altLang="zh-TW" dirty="0"/>
              <a:t>• </a:t>
            </a:r>
            <a:r>
              <a:rPr lang="zh-TW" altLang="en-US" dirty="0"/>
              <a:t>物理與架構根因：</a:t>
            </a:r>
            <a:r>
              <a:rPr lang="en-US" altLang="zh-TW" dirty="0"/>
              <a:t>MediaTek</a:t>
            </a:r>
            <a:r>
              <a:rPr lang="zh-TW" altLang="en-US" dirty="0"/>
              <a:t> </a:t>
            </a:r>
            <a:r>
              <a:rPr lang="en-US" altLang="zh-TW" dirty="0"/>
              <a:t>MIPI Porch (HFP/HBP) </a:t>
            </a:r>
            <a:r>
              <a:rPr lang="zh-TW" altLang="en-US" dirty="0"/>
              <a:t>微幅時序偏差造成 </a:t>
            </a:r>
            <a:r>
              <a:rPr lang="en-US" altLang="zh-TW" dirty="0"/>
              <a:t>1px Shift</a:t>
            </a:r>
            <a:r>
              <a:rPr lang="zh-TW" altLang="en-US" dirty="0"/>
              <a:t>，破壞 </a:t>
            </a:r>
            <a:r>
              <a:rPr lang="en-US" altLang="zh-TW" dirty="0"/>
              <a:t>T-Con </a:t>
            </a:r>
            <a:r>
              <a:rPr lang="zh-TW" altLang="en-US" dirty="0"/>
              <a:t>局部更新 </a:t>
            </a:r>
            <a:r>
              <a:rPr lang="en-US" altLang="zh-TW" dirty="0"/>
              <a:t>8x8 </a:t>
            </a:r>
            <a:r>
              <a:rPr lang="zh-TW" altLang="en-US" dirty="0"/>
              <a:t>記憶體對齊，強制引發耗時的記憶體非對齊搬移 </a:t>
            </a:r>
            <a:r>
              <a:rPr lang="en-US" altLang="zh-TW" dirty="0"/>
              <a:t>(Unaligned Memory Copy) </a:t>
            </a:r>
            <a:r>
              <a:rPr lang="zh-TW" altLang="en-US" dirty="0"/>
              <a:t>與兩次重繪</a:t>
            </a:r>
          </a:p>
          <a:p>
            <a:r>
              <a:rPr lang="en-US" altLang="zh-TW" dirty="0"/>
              <a:t>• Test Pattern </a:t>
            </a:r>
            <a:r>
              <a:rPr lang="zh-TW" altLang="en-US" dirty="0"/>
              <a:t>破局方案：自研 </a:t>
            </a:r>
            <a:r>
              <a:rPr lang="en-US" altLang="zh-TW" dirty="0"/>
              <a:t>1px </a:t>
            </a:r>
            <a:r>
              <a:rPr lang="zh-TW" altLang="en-US" dirty="0"/>
              <a:t>外框 </a:t>
            </a:r>
            <a:r>
              <a:rPr lang="en-US" altLang="zh-TW" dirty="0"/>
              <a:t>+ </a:t>
            </a:r>
            <a:r>
              <a:rPr lang="zh-TW" altLang="en-US" dirty="0"/>
              <a:t>十字中心線 </a:t>
            </a:r>
            <a:r>
              <a:rPr lang="en-US" altLang="zh-TW" dirty="0"/>
              <a:t>+ 1:1 </a:t>
            </a:r>
            <a:r>
              <a:rPr lang="zh-TW" altLang="en-US" dirty="0"/>
              <a:t>黑白棋盤格莫爾條紋檢測，精調 </a:t>
            </a:r>
            <a:r>
              <a:rPr lang="en-US" altLang="zh-TW" dirty="0"/>
              <a:t>Porch </a:t>
            </a:r>
            <a:r>
              <a:rPr lang="zh-TW" altLang="en-US" dirty="0"/>
              <a:t>達成 </a:t>
            </a:r>
            <a:r>
              <a:rPr lang="en-US" altLang="zh-TW" dirty="0"/>
              <a:t>0-Pixel Shift</a:t>
            </a:r>
            <a:r>
              <a:rPr lang="zh-TW" altLang="en-US" dirty="0"/>
              <a:t>，局部響應提速 </a:t>
            </a:r>
            <a:r>
              <a:rPr lang="en-US" altLang="zh-TW" dirty="0"/>
              <a:t>20% (</a:t>
            </a:r>
            <a:r>
              <a:rPr lang="zh-TW" altLang="en-US" dirty="0"/>
              <a:t>省下 </a:t>
            </a:r>
            <a:r>
              <a:rPr lang="en-US" altLang="zh-TW" dirty="0"/>
              <a:t>20~30ms)</a:t>
            </a:r>
          </a:p>
          <a:p>
            <a:endParaRPr lang="en-US" altLang="zh-TW" dirty="0"/>
          </a:p>
          <a:p>
            <a:r>
              <a:rPr lang="zh-TW" altLang="en-US" dirty="0"/>
              <a:t>🎙️ 講者逐字講稿（</a:t>
            </a:r>
            <a:r>
              <a:rPr lang="en-US" altLang="zh-TW" dirty="0"/>
              <a:t>Speaker</a:t>
            </a:r>
            <a:r>
              <a:rPr lang="zh-TW" altLang="en-US" dirty="0"/>
              <a:t> </a:t>
            </a:r>
            <a:r>
              <a:rPr lang="en-US" altLang="zh-TW" dirty="0"/>
              <a:t>Script</a:t>
            </a:r>
            <a:r>
              <a:rPr lang="zh-TW" altLang="en-US" dirty="0"/>
              <a:t>）：</a:t>
            </a:r>
          </a:p>
          <a:p>
            <a:r>
              <a:rPr lang="zh-TW" altLang="en-US" dirty="0"/>
              <a:t>「這堂課</a:t>
            </a:r>
            <a:r>
              <a:rPr lang="en-US" altLang="zh-TW" dirty="0"/>
              <a:t>——【Lesson 11</a:t>
            </a:r>
            <a:r>
              <a:rPr lang="zh-TW" altLang="en-US" dirty="0"/>
              <a:t>：幾何 </a:t>
            </a:r>
            <a:r>
              <a:rPr lang="en-US" altLang="zh-TW" dirty="0"/>
              <a:t>Test Pattern </a:t>
            </a:r>
            <a:r>
              <a:rPr lang="zh-TW" altLang="en-US" dirty="0"/>
              <a:t>快速驗證法</a:t>
            </a:r>
            <a:r>
              <a:rPr lang="en-US" altLang="zh-TW" dirty="0"/>
              <a:t>】</a:t>
            </a:r>
            <a:r>
              <a:rPr lang="zh-TW" altLang="en-US" dirty="0"/>
              <a:t>，是我們在第一批試產（</a:t>
            </a:r>
            <a:r>
              <a:rPr lang="en-US" altLang="zh-TW" dirty="0"/>
              <a:t>EVT</a:t>
            </a:r>
            <a:r>
              <a:rPr lang="zh-TW" altLang="en-US" dirty="0"/>
              <a:t>）主板上，用無數個通宵換來的最慘痛、也最精彩的破局故事！</a:t>
            </a:r>
          </a:p>
          <a:p>
            <a:endParaRPr lang="zh-TW" altLang="en-US" dirty="0"/>
          </a:p>
          <a:p>
            <a:r>
              <a:rPr lang="zh-TW" altLang="en-US" dirty="0"/>
              <a:t>在 </a:t>
            </a:r>
            <a:r>
              <a:rPr lang="en-US" altLang="zh-TW" dirty="0"/>
              <a:t>EVT </a:t>
            </a:r>
            <a:r>
              <a:rPr lang="zh-TW" altLang="en-US" dirty="0"/>
              <a:t>階段，測試部門回報了一個極度詭異的</a:t>
            </a:r>
            <a:r>
              <a:rPr lang="en-US" altLang="zh-TW" dirty="0"/>
              <a:t>『</a:t>
            </a:r>
            <a:r>
              <a:rPr lang="zh-TW" altLang="en-US" dirty="0"/>
              <a:t>靈異現象</a:t>
            </a:r>
            <a:r>
              <a:rPr lang="en-US" altLang="zh-TW" dirty="0"/>
              <a:t>』</a:t>
            </a:r>
            <a:r>
              <a:rPr lang="zh-TW" altLang="en-US" dirty="0"/>
              <a:t>：</a:t>
            </a:r>
          </a:p>
          <a:p>
            <a:r>
              <a:rPr lang="zh-TW" altLang="en-US" dirty="0"/>
              <a:t>同一套軟體韌體，燒錄在 </a:t>
            </a:r>
            <a:r>
              <a:rPr lang="en-US" altLang="zh-TW" dirty="0"/>
              <a:t>A </a:t>
            </a:r>
            <a:r>
              <a:rPr lang="zh-TW" altLang="en-US" dirty="0"/>
              <a:t>板上順暢無比，出墨只要 </a:t>
            </a:r>
            <a:r>
              <a:rPr lang="en-US" altLang="zh-TW" dirty="0"/>
              <a:t>26 </a:t>
            </a:r>
            <a:r>
              <a:rPr lang="zh-TW" altLang="en-US" dirty="0"/>
              <a:t>毫秒；但換到 </a:t>
            </a:r>
            <a:r>
              <a:rPr lang="en-US" altLang="zh-TW" dirty="0"/>
              <a:t>B </a:t>
            </a:r>
            <a:r>
              <a:rPr lang="zh-TW" altLang="en-US" dirty="0"/>
              <a:t>板上，工程師一拿筆書寫，延遲立刻飆升到 </a:t>
            </a:r>
            <a:r>
              <a:rPr lang="en-US" altLang="zh-TW" dirty="0"/>
              <a:t>50 </a:t>
            </a:r>
            <a:r>
              <a:rPr lang="zh-TW" altLang="en-US" dirty="0"/>
              <a:t>毫秒以上，而且筆尖抬起的時候，筆跡邊界還會出現明顯的</a:t>
            </a:r>
            <a:r>
              <a:rPr lang="en-US" altLang="zh-TW" dirty="0"/>
              <a:t>『</a:t>
            </a:r>
            <a:r>
              <a:rPr lang="zh-TW" altLang="en-US" dirty="0"/>
              <a:t>撕裂二次跳動</a:t>
            </a:r>
            <a:r>
              <a:rPr lang="en-US" altLang="zh-TW" dirty="0"/>
              <a:t>』</a:t>
            </a:r>
            <a:r>
              <a:rPr lang="zh-TW" altLang="en-US" dirty="0"/>
              <a:t>！</a:t>
            </a:r>
          </a:p>
          <a:p>
            <a:r>
              <a:rPr lang="zh-TW" altLang="en-US" dirty="0"/>
              <a:t>當時硬體團隊跟觸控團隊吵翻了天，觸控團隊說電磁屏報點絕對正常，驅動團隊說 </a:t>
            </a:r>
            <a:r>
              <a:rPr lang="en-US" altLang="zh-TW" dirty="0"/>
              <a:t>24MHz SPI </a:t>
            </a:r>
            <a:r>
              <a:rPr lang="zh-TW" altLang="en-US" dirty="0"/>
              <a:t>波形也很漂亮，完全找不到原因。因為靜態看畫面、翻電子書，畫面完全正常，字體也很清晰，肉眼根本看不出任何破綻。</a:t>
            </a:r>
          </a:p>
          <a:p>
            <a:endParaRPr lang="zh-TW" altLang="en-US" dirty="0"/>
          </a:p>
          <a:p>
            <a:r>
              <a:rPr lang="zh-TW" altLang="en-US" dirty="0"/>
              <a:t>最後我們動用了這個關鍵武器</a:t>
            </a:r>
            <a:r>
              <a:rPr lang="en-US" altLang="zh-TW" dirty="0"/>
              <a:t>——</a:t>
            </a:r>
            <a:r>
              <a:rPr lang="zh-TW" altLang="en-US" dirty="0"/>
              <a:t>我們在系統底層灌入了一張專門自研的幾何校驗圖（</a:t>
            </a:r>
            <a:r>
              <a:rPr lang="en-US" altLang="zh-TW" dirty="0"/>
              <a:t>Test</a:t>
            </a:r>
            <a:r>
              <a:rPr lang="zh-TW" altLang="en-US" dirty="0"/>
              <a:t> </a:t>
            </a:r>
            <a:r>
              <a:rPr lang="en-US" altLang="zh-TW" dirty="0"/>
              <a:t>Pattern</a:t>
            </a:r>
            <a:r>
              <a:rPr lang="zh-TW" altLang="en-US" dirty="0"/>
              <a:t>）：</a:t>
            </a:r>
          </a:p>
          <a:p>
            <a:r>
              <a:rPr lang="zh-TW" altLang="en-US" dirty="0"/>
              <a:t>四周帶有 </a:t>
            </a:r>
            <a:r>
              <a:rPr lang="en-US" altLang="zh-TW" dirty="0"/>
              <a:t>1px </a:t>
            </a:r>
            <a:r>
              <a:rPr lang="zh-TW" altLang="en-US" dirty="0"/>
              <a:t>極限純黑邊框、中央帶有十字對齊線，整面鋪滿 </a:t>
            </a:r>
            <a:r>
              <a:rPr lang="en-US" altLang="zh-TW" dirty="0"/>
              <a:t>1:1 </a:t>
            </a:r>
            <a:r>
              <a:rPr lang="zh-TW" altLang="en-US" dirty="0"/>
              <a:t>單像素黑白交錯的棋盤格。</a:t>
            </a:r>
          </a:p>
          <a:p>
            <a:r>
              <a:rPr lang="zh-TW" altLang="en-US" dirty="0"/>
              <a:t>這張圖一灌進去，問題立刻真相大白！在 </a:t>
            </a:r>
            <a:r>
              <a:rPr lang="en-US" altLang="zh-TW" dirty="0"/>
              <a:t>B </a:t>
            </a:r>
            <a:r>
              <a:rPr lang="zh-TW" altLang="en-US" dirty="0"/>
              <a:t>板上，整個螢幕竟然浮現出大面積的莫爾條紋（</a:t>
            </a:r>
            <a:r>
              <a:rPr lang="en-US" altLang="zh-TW" dirty="0"/>
              <a:t>Moiré</a:t>
            </a:r>
            <a:r>
              <a:rPr lang="zh-TW" altLang="en-US" dirty="0"/>
              <a:t> </a:t>
            </a:r>
            <a:r>
              <a:rPr lang="en-US" altLang="zh-TW" dirty="0"/>
              <a:t>Pattern</a:t>
            </a:r>
            <a:r>
              <a:rPr lang="zh-TW" altLang="en-US" dirty="0"/>
              <a:t>），右邊邊框被切掉了 </a:t>
            </a:r>
            <a:r>
              <a:rPr lang="en-US" altLang="zh-TW" dirty="0"/>
              <a:t>1 </a:t>
            </a:r>
            <a:r>
              <a:rPr lang="zh-TW" altLang="en-US" dirty="0"/>
              <a:t>個像素，而左邊則空出了 </a:t>
            </a:r>
            <a:r>
              <a:rPr lang="en-US" altLang="zh-TW" dirty="0"/>
              <a:t>1 </a:t>
            </a:r>
            <a:r>
              <a:rPr lang="zh-TW" altLang="en-US" dirty="0"/>
              <a:t>個像素</a:t>
            </a:r>
            <a:r>
              <a:rPr lang="en-US" altLang="zh-TW" dirty="0"/>
              <a:t>——</a:t>
            </a:r>
            <a:r>
              <a:rPr lang="zh-TW" altLang="en-US" dirty="0"/>
              <a:t>畫面居然水平向左</a:t>
            </a:r>
            <a:r>
              <a:rPr lang="en-US" altLang="zh-TW" dirty="0"/>
              <a:t>『</a:t>
            </a:r>
            <a:r>
              <a:rPr lang="zh-TW" altLang="en-US" dirty="0"/>
              <a:t>微幅 </a:t>
            </a:r>
            <a:r>
              <a:rPr lang="en-US" altLang="zh-TW" dirty="0"/>
              <a:t>Shift </a:t>
            </a:r>
            <a:r>
              <a:rPr lang="zh-TW" altLang="en-US" dirty="0"/>
              <a:t>了整整 </a:t>
            </a:r>
            <a:r>
              <a:rPr lang="en-US" altLang="zh-TW" dirty="0"/>
              <a:t>1 </a:t>
            </a:r>
            <a:r>
              <a:rPr lang="zh-TW" altLang="en-US" dirty="0"/>
              <a:t>個像素</a:t>
            </a:r>
            <a:r>
              <a:rPr lang="en-US" altLang="zh-TW" dirty="0"/>
              <a:t>』</a:t>
            </a:r>
            <a:r>
              <a:rPr lang="zh-TW" altLang="en-US" dirty="0"/>
              <a:t>！</a:t>
            </a:r>
          </a:p>
          <a:p>
            <a:endParaRPr lang="zh-TW" altLang="en-US" dirty="0"/>
          </a:p>
          <a:p>
            <a:r>
              <a:rPr lang="zh-TW" altLang="en-US" dirty="0"/>
              <a:t>大家可能會問：</a:t>
            </a:r>
            <a:r>
              <a:rPr lang="en-US" altLang="zh-TW" dirty="0"/>
              <a:t>『William</a:t>
            </a:r>
            <a:r>
              <a:rPr lang="zh-TW" altLang="en-US" dirty="0"/>
              <a:t>，不過就位移了 </a:t>
            </a:r>
            <a:r>
              <a:rPr lang="en-US" altLang="zh-TW" dirty="0"/>
              <a:t>1 </a:t>
            </a:r>
            <a:r>
              <a:rPr lang="zh-TW" altLang="en-US" dirty="0"/>
              <a:t>個像素，靜態看也沒差，為什麼會讓手寫延遲暴增 </a:t>
            </a:r>
            <a:r>
              <a:rPr lang="en-US" altLang="zh-TW" dirty="0"/>
              <a:t>20 </a:t>
            </a:r>
            <a:r>
              <a:rPr lang="zh-TW" altLang="en-US" dirty="0"/>
              <a:t>到 </a:t>
            </a:r>
            <a:r>
              <a:rPr lang="en-US" altLang="zh-TW" dirty="0"/>
              <a:t>30 </a:t>
            </a:r>
            <a:r>
              <a:rPr lang="zh-TW" altLang="en-US" dirty="0"/>
              <a:t>毫秒？</a:t>
            </a:r>
            <a:r>
              <a:rPr lang="en-US" altLang="zh-TW" dirty="0"/>
              <a:t>』</a:t>
            </a:r>
          </a:p>
          <a:p>
            <a:r>
              <a:rPr lang="zh-TW" altLang="en-US" dirty="0"/>
              <a:t>這就是底層架構最兇險的地方！因為 </a:t>
            </a:r>
            <a:r>
              <a:rPr lang="en-US" altLang="zh-TW" dirty="0"/>
              <a:t>E-Ink T-Con </a:t>
            </a:r>
            <a:r>
              <a:rPr lang="zh-TW" altLang="en-US" dirty="0"/>
              <a:t>控制器的局部更新（</a:t>
            </a:r>
            <a:r>
              <a:rPr lang="en-US" altLang="zh-TW" dirty="0"/>
              <a:t>DU</a:t>
            </a:r>
            <a:r>
              <a:rPr lang="zh-TW" altLang="en-US" dirty="0"/>
              <a:t> 模式），在硬體記憶體定址上是強制按照 </a:t>
            </a:r>
            <a:r>
              <a:rPr lang="en-US" altLang="zh-TW" dirty="0"/>
              <a:t>8x8 </a:t>
            </a:r>
            <a:r>
              <a:rPr lang="zh-TW" altLang="en-US" dirty="0"/>
              <a:t>或 </a:t>
            </a:r>
            <a:r>
              <a:rPr lang="en-US" altLang="zh-TW" dirty="0"/>
              <a:t>16x16 </a:t>
            </a:r>
            <a:r>
              <a:rPr lang="zh-TW" altLang="en-US" dirty="0"/>
              <a:t>像素區塊進行邊界對齊的。</a:t>
            </a:r>
          </a:p>
          <a:p>
            <a:r>
              <a:rPr lang="zh-TW" altLang="en-US" dirty="0"/>
              <a:t>當你的畫面產生了 </a:t>
            </a:r>
            <a:r>
              <a:rPr lang="en-US" altLang="zh-TW" dirty="0"/>
              <a:t>1px </a:t>
            </a:r>
            <a:r>
              <a:rPr lang="zh-TW" altLang="en-US" dirty="0"/>
              <a:t>偏移，手寫直通送到 </a:t>
            </a:r>
            <a:r>
              <a:rPr lang="en-US" altLang="zh-TW" dirty="0"/>
              <a:t>T-Con </a:t>
            </a:r>
            <a:r>
              <a:rPr lang="zh-TW" altLang="en-US" dirty="0"/>
              <a:t>的髒矩形（</a:t>
            </a:r>
            <a:r>
              <a:rPr lang="en-US" altLang="zh-TW" dirty="0"/>
              <a:t>Dirty</a:t>
            </a:r>
            <a:r>
              <a:rPr lang="zh-TW" altLang="en-US" dirty="0"/>
              <a:t> </a:t>
            </a:r>
            <a:r>
              <a:rPr lang="en-US" altLang="zh-TW" dirty="0" err="1"/>
              <a:t>Rect</a:t>
            </a:r>
            <a:r>
              <a:rPr lang="zh-TW" altLang="en-US" dirty="0"/>
              <a:t>），座標就全部被踢出了 </a:t>
            </a:r>
            <a:r>
              <a:rPr lang="en-US" altLang="zh-TW" dirty="0"/>
              <a:t>8 </a:t>
            </a:r>
            <a:r>
              <a:rPr lang="zh-TW" altLang="en-US" dirty="0"/>
              <a:t>像素對齊邊界！</a:t>
            </a:r>
            <a:r>
              <a:rPr lang="en-US" altLang="zh-TW" dirty="0"/>
              <a:t>T-Con</a:t>
            </a:r>
            <a:r>
              <a:rPr lang="zh-TW" altLang="en-US" dirty="0"/>
              <a:t> 內部的 </a:t>
            </a:r>
            <a:r>
              <a:rPr lang="en-US" altLang="zh-TW" dirty="0"/>
              <a:t>RISC-V </a:t>
            </a:r>
            <a:r>
              <a:rPr lang="zh-TW" altLang="en-US" dirty="0"/>
              <a:t>核心不得不觸發代價極高的</a:t>
            </a:r>
            <a:r>
              <a:rPr lang="en-US" altLang="zh-TW" dirty="0"/>
              <a:t>『</a:t>
            </a:r>
            <a:r>
              <a:rPr lang="zh-TW" altLang="en-US" dirty="0"/>
              <a:t>記憶體非對齊搬移（</a:t>
            </a:r>
            <a:r>
              <a:rPr lang="en-US" altLang="zh-TW" dirty="0"/>
              <a:t>Unaligned</a:t>
            </a:r>
            <a:r>
              <a:rPr lang="zh-TW" altLang="en-US" dirty="0"/>
              <a:t> </a:t>
            </a:r>
            <a:r>
              <a:rPr lang="en-US" altLang="zh-TW" dirty="0"/>
              <a:t>Memory Copy</a:t>
            </a:r>
            <a:r>
              <a:rPr lang="zh-TW" altLang="en-US" dirty="0"/>
              <a:t>）</a:t>
            </a:r>
            <a:r>
              <a:rPr lang="en-US" altLang="zh-TW" dirty="0"/>
              <a:t>』</a:t>
            </a:r>
            <a:r>
              <a:rPr lang="zh-TW" altLang="en-US" dirty="0"/>
              <a:t>，原本一個區塊就能刷完的筆跡，被硬生生拆成跨區塊的兩次渲染拼貼，出墨延遲直接翻倍！</a:t>
            </a:r>
          </a:p>
          <a:p>
            <a:endParaRPr lang="zh-TW" altLang="en-US" dirty="0"/>
          </a:p>
          <a:p>
            <a:r>
              <a:rPr lang="zh-TW" altLang="en-US" dirty="0"/>
              <a:t>找到了這個物理根因，破局方法就乾脆俐落了。我們立刻回頭檢查 </a:t>
            </a:r>
            <a:r>
              <a:rPr lang="en-US" altLang="zh-TW" dirty="0"/>
              <a:t>MediaTek SoC </a:t>
            </a:r>
            <a:r>
              <a:rPr lang="zh-TW" altLang="en-US" dirty="0"/>
              <a:t>的 </a:t>
            </a:r>
            <a:r>
              <a:rPr lang="en-US" altLang="zh-TW" dirty="0"/>
              <a:t>MIPI </a:t>
            </a:r>
            <a:r>
              <a:rPr lang="zh-TW" altLang="en-US" dirty="0"/>
              <a:t>時序，發現是驅動工程師在配置 </a:t>
            </a:r>
            <a:r>
              <a:rPr lang="en-US" altLang="zh-TW" dirty="0"/>
              <a:t>MIPI Porch </a:t>
            </a:r>
            <a:r>
              <a:rPr lang="zh-TW" altLang="en-US" dirty="0"/>
              <a:t>時，</a:t>
            </a:r>
            <a:r>
              <a:rPr lang="en-US" altLang="zh-TW" dirty="0"/>
              <a:t>HFP</a:t>
            </a:r>
            <a:r>
              <a:rPr lang="zh-TW" altLang="en-US" dirty="0"/>
              <a:t> 和 </a:t>
            </a:r>
            <a:r>
              <a:rPr lang="en-US" altLang="zh-TW" dirty="0"/>
              <a:t>HBP </a:t>
            </a:r>
            <a:r>
              <a:rPr lang="zh-TW" altLang="en-US" dirty="0"/>
              <a:t>的參數微幅偏差了幾個 </a:t>
            </a:r>
            <a:r>
              <a:rPr lang="en-US" altLang="zh-TW" dirty="0"/>
              <a:t>Clock</a:t>
            </a:r>
            <a:r>
              <a:rPr lang="zh-TW" altLang="en-US" dirty="0"/>
              <a:t>。我們透過 </a:t>
            </a:r>
            <a:r>
              <a:rPr lang="en-US" altLang="zh-TW" dirty="0"/>
              <a:t>Test Pattern </a:t>
            </a:r>
            <a:r>
              <a:rPr lang="zh-TW" altLang="en-US" dirty="0"/>
              <a:t>實時微調 </a:t>
            </a:r>
            <a:r>
              <a:rPr lang="en-US" altLang="zh-TW" dirty="0"/>
              <a:t>Porch </a:t>
            </a:r>
            <a:r>
              <a:rPr lang="zh-TW" altLang="en-US" dirty="0"/>
              <a:t>參數，將畫面精確校準為</a:t>
            </a:r>
            <a:r>
              <a:rPr lang="en-US" altLang="zh-TW" dirty="0"/>
              <a:t>『0-Pixel Shift』</a:t>
            </a:r>
            <a:r>
              <a:rPr lang="zh-TW" altLang="en-US" dirty="0"/>
              <a:t>！</a:t>
            </a:r>
          </a:p>
          <a:p>
            <a:r>
              <a:rPr lang="zh-TW" altLang="en-US" dirty="0"/>
              <a:t>幾何一對齊，</a:t>
            </a:r>
            <a:r>
              <a:rPr lang="en-US" altLang="zh-TW" dirty="0"/>
              <a:t>T-Con</a:t>
            </a:r>
            <a:r>
              <a:rPr lang="zh-TW" altLang="en-US" dirty="0"/>
              <a:t> 的記憶體非對齊搬移開銷瞬間歸零，手寫局部響應延遲直接下降了 </a:t>
            </a:r>
            <a:r>
              <a:rPr lang="en-US" altLang="zh-TW" dirty="0"/>
              <a:t>20% </a:t>
            </a:r>
            <a:r>
              <a:rPr lang="zh-TW" altLang="en-US" dirty="0"/>
              <a:t>到 </a:t>
            </a:r>
            <a:r>
              <a:rPr lang="en-US" altLang="zh-TW" dirty="0"/>
              <a:t>30%</a:t>
            </a:r>
            <a:r>
              <a:rPr lang="zh-TW" altLang="en-US" dirty="0"/>
              <a:t>（立省 </a:t>
            </a:r>
            <a:r>
              <a:rPr lang="en-US" altLang="zh-TW" dirty="0"/>
              <a:t>20~30ms</a:t>
            </a:r>
            <a:r>
              <a:rPr lang="zh-TW" altLang="en-US" dirty="0"/>
              <a:t>），撕裂重影徹底消失！</a:t>
            </a:r>
          </a:p>
          <a:p>
            <a:r>
              <a:rPr lang="zh-TW" altLang="en-US" dirty="0"/>
              <a:t>後來我們把這套 </a:t>
            </a:r>
            <a:r>
              <a:rPr lang="en-US" altLang="zh-TW" dirty="0"/>
              <a:t>1px </a:t>
            </a:r>
            <a:r>
              <a:rPr lang="zh-TW" altLang="en-US" dirty="0"/>
              <a:t>棋盤格 </a:t>
            </a:r>
            <a:r>
              <a:rPr lang="en-US" altLang="zh-TW" dirty="0"/>
              <a:t>Test Pattern </a:t>
            </a:r>
            <a:r>
              <a:rPr lang="zh-TW" altLang="en-US" dirty="0"/>
              <a:t>列為產線 </a:t>
            </a:r>
            <a:r>
              <a:rPr lang="en-US" altLang="zh-TW" dirty="0"/>
              <a:t>AOI </a:t>
            </a:r>
            <a:r>
              <a:rPr lang="zh-TW" altLang="en-US" dirty="0"/>
              <a:t>自動光學檢驗的強制測試項，任何主板出廠前只要 </a:t>
            </a:r>
            <a:r>
              <a:rPr lang="en-US" altLang="zh-TW" dirty="0"/>
              <a:t>5 </a:t>
            </a:r>
            <a:r>
              <a:rPr lang="zh-TW" altLang="en-US" dirty="0"/>
              <a:t>秒鐘，就能確保幾何絕對對齊，徹底杜絕了手寫延遲的量產隱患！</a:t>
            </a:r>
          </a:p>
          <a:p>
            <a:r>
              <a:rPr lang="zh-TW" altLang="en-US" dirty="0"/>
              <a:t>搞定了幾何與手寫，接下來我們來看量產階段另外兩個折磨人的畫面問題：串擾殘影與異常微閃。請看 </a:t>
            </a:r>
            <a:r>
              <a:rPr lang="en-US" altLang="zh-TW" dirty="0"/>
              <a:t>Slide 24</a:t>
            </a:r>
            <a:r>
              <a:rPr lang="zh-TW" altLang="en-US" dirty="0"/>
              <a:t>。」</a:t>
            </a:r>
          </a:p>
          <a:p>
            <a:endParaRPr lang="zh-TW" altLang="en-US" dirty="0"/>
          </a:p>
          <a:p>
            <a:r>
              <a:rPr lang="zh-TW" altLang="en-US" dirty="0"/>
              <a:t>🔄 翻頁轉場提示：</a:t>
            </a:r>
          </a:p>
          <a:p>
            <a:r>
              <a:rPr lang="en-US" altLang="zh-TW" dirty="0"/>
              <a:t>【</a:t>
            </a:r>
            <a:r>
              <a:rPr lang="zh-TW" altLang="en-US" dirty="0"/>
              <a:t>點擊切換至 </a:t>
            </a:r>
            <a:r>
              <a:rPr lang="en-US" altLang="zh-TW" dirty="0"/>
              <a:t>Slide 24</a:t>
            </a:r>
            <a:r>
              <a:rPr lang="zh-TW" altLang="en-US" dirty="0"/>
              <a:t>：</a:t>
            </a:r>
            <a:r>
              <a:rPr lang="en-US" altLang="zh-TW" dirty="0"/>
              <a:t>Lesson 5, 6 </a:t>
            </a:r>
            <a:r>
              <a:rPr lang="zh-TW" altLang="en-US" dirty="0"/>
              <a:t>串擾與微閃抑制</a:t>
            </a:r>
            <a:r>
              <a:rPr lang="en-US" altLang="zh-TW" dirty="0"/>
              <a:t>】</a:t>
            </a:r>
          </a:p>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24：07 / </a:t>
            </a:r>
            <a:r>
              <a:rPr dirty="0" err="1"/>
              <a:t>消除靜態串擾殘影與畫面異常微閃根治方案</a:t>
            </a:r>
            <a:r>
              <a:rPr dirty="0"/>
              <a:t> (Lessons 5, 6)】</a:t>
            </a:r>
          </a:p>
          <a:p>
            <a:r>
              <a:rPr dirty="0"/>
              <a:t>⏱️ 建議時長：2.0 min（時間軸：44:00 - 46:00）</a:t>
            </a:r>
          </a:p>
          <a:p>
            <a:endParaRPr dirty="0"/>
          </a:p>
          <a:p>
            <a:r>
              <a:rPr dirty="0"/>
              <a:t>📌 </a:t>
            </a:r>
            <a:r>
              <a:rPr dirty="0" err="1"/>
              <a:t>投影片畫面核心重點</a:t>
            </a:r>
            <a:r>
              <a:rPr dirty="0"/>
              <a:t>：</a:t>
            </a:r>
          </a:p>
          <a:p>
            <a:r>
              <a:rPr dirty="0"/>
              <a:t>• Lesson 5 (Crosstalk </a:t>
            </a:r>
            <a:r>
              <a:rPr dirty="0" err="1"/>
              <a:t>串擾殘影</a:t>
            </a:r>
            <a:r>
              <a:rPr dirty="0"/>
              <a:t>)：</a:t>
            </a:r>
            <a:r>
              <a:rPr dirty="0" err="1"/>
              <a:t>停留在某一畫面</a:t>
            </a:r>
            <a:r>
              <a:rPr dirty="0"/>
              <a:t> 10 </a:t>
            </a:r>
            <a:r>
              <a:rPr dirty="0" err="1"/>
              <a:t>分鐘以上，背景浮現整排橫向暗影；根因是</a:t>
            </a:r>
            <a:r>
              <a:rPr dirty="0"/>
              <a:t> Active </a:t>
            </a:r>
            <a:r>
              <a:rPr dirty="0" err="1"/>
              <a:t>狀態高壓持續偏置造成電容微漏電，解法是無操作滿</a:t>
            </a:r>
            <a:r>
              <a:rPr dirty="0"/>
              <a:t> 5 </a:t>
            </a:r>
            <a:r>
              <a:rPr dirty="0" err="1"/>
              <a:t>秒自動降級至</a:t>
            </a:r>
            <a:r>
              <a:rPr dirty="0"/>
              <a:t> Normal Sleep (35mW)</a:t>
            </a:r>
          </a:p>
          <a:p>
            <a:r>
              <a:rPr dirty="0"/>
              <a:t>• Lesson 6 (Screen Abnormal Flick </a:t>
            </a:r>
            <a:r>
              <a:rPr dirty="0" err="1"/>
              <a:t>異常微閃</a:t>
            </a:r>
            <a:r>
              <a:rPr dirty="0"/>
              <a:t>)：</a:t>
            </a:r>
            <a:r>
              <a:rPr dirty="0" err="1"/>
              <a:t>靜態閱讀或對話框出現時螢幕每隔幾秒神經質微閃；根因是</a:t>
            </a:r>
            <a:r>
              <a:rPr dirty="0"/>
              <a:t> MTK </a:t>
            </a:r>
            <a:r>
              <a:rPr dirty="0" err="1"/>
              <a:t>平台的動態畫質增強、Temporal</a:t>
            </a:r>
            <a:r>
              <a:rPr dirty="0"/>
              <a:t> Dither 與 HWC Overlay </a:t>
            </a:r>
            <a:r>
              <a:rPr dirty="0" err="1"/>
              <a:t>微調了</a:t>
            </a:r>
            <a:r>
              <a:rPr dirty="0"/>
              <a:t> ±1 </a:t>
            </a:r>
            <a:r>
              <a:rPr dirty="0" err="1"/>
              <a:t>LSB，觸發電子紙全屏重繪</a:t>
            </a:r>
            <a:endParaRPr dirty="0"/>
          </a:p>
          <a:p>
            <a:r>
              <a:rPr dirty="0"/>
              <a:t>• </a:t>
            </a:r>
            <a:r>
              <a:rPr dirty="0" err="1"/>
              <a:t>解法：在平台層強制關閉</a:t>
            </a:r>
            <a:r>
              <a:rPr dirty="0"/>
              <a:t> MTK </a:t>
            </a:r>
            <a:r>
              <a:rPr dirty="0" err="1"/>
              <a:t>PQ、時間抖動與</a:t>
            </a:r>
            <a:r>
              <a:rPr dirty="0"/>
              <a:t> HWC </a:t>
            </a:r>
            <a:r>
              <a:rPr dirty="0" err="1"/>
              <a:t>覆蓋圖層，畫面徹底靜止如水</a:t>
            </a:r>
            <a:endParaRPr dirty="0"/>
          </a:p>
          <a:p>
            <a:endParaRPr dirty="0"/>
          </a:p>
          <a:p>
            <a:r>
              <a:rPr dirty="0"/>
              <a:t>🎙️ </a:t>
            </a:r>
            <a:r>
              <a:rPr dirty="0" err="1"/>
              <a:t>講者逐字講稿（Speaker</a:t>
            </a:r>
            <a:r>
              <a:rPr dirty="0"/>
              <a:t> Script）：</a:t>
            </a:r>
          </a:p>
          <a:p>
            <a:r>
              <a:rPr dirty="0"/>
              <a:t>「</a:t>
            </a:r>
            <a:r>
              <a:rPr dirty="0" err="1"/>
              <a:t>這兩堂課是我們在畫質純淨度上最經典的『抓鬼行動</a:t>
            </a:r>
            <a:r>
              <a:rPr dirty="0"/>
              <a:t>』。</a:t>
            </a:r>
          </a:p>
          <a:p>
            <a:endParaRPr dirty="0"/>
          </a:p>
          <a:p>
            <a:r>
              <a:rPr dirty="0" err="1"/>
              <a:t>先說【Lesson</a:t>
            </a:r>
            <a:r>
              <a:rPr dirty="0"/>
              <a:t> 5：Crosstalk </a:t>
            </a:r>
            <a:r>
              <a:rPr dirty="0" err="1"/>
              <a:t>串擾與</a:t>
            </a:r>
            <a:r>
              <a:rPr dirty="0"/>
              <a:t> 5 </a:t>
            </a:r>
            <a:r>
              <a:rPr dirty="0" err="1"/>
              <a:t>秒自動休眠</a:t>
            </a:r>
            <a:r>
              <a:rPr dirty="0"/>
              <a:t>】。</a:t>
            </a:r>
          </a:p>
          <a:p>
            <a:r>
              <a:rPr dirty="0" err="1"/>
              <a:t>測試部門在</a:t>
            </a:r>
            <a:r>
              <a:rPr dirty="0"/>
              <a:t> DVT </a:t>
            </a:r>
            <a:r>
              <a:rPr dirty="0" err="1"/>
              <a:t>階段回報了一個靈異</a:t>
            </a:r>
            <a:r>
              <a:rPr dirty="0"/>
              <a:t> </a:t>
            </a:r>
            <a:r>
              <a:rPr dirty="0" err="1"/>
              <a:t>Bug：當設備停留在某個筆記畫面超過</a:t>
            </a:r>
            <a:r>
              <a:rPr dirty="0"/>
              <a:t> 10 </a:t>
            </a:r>
            <a:r>
              <a:rPr dirty="0" err="1"/>
              <a:t>分鐘、完全沒有任何人去碰它時，文字兩側會漸漸浮現出一整道橫向的灰色光暈暗條，非常難看</a:t>
            </a:r>
            <a:r>
              <a:rPr dirty="0"/>
              <a:t>。</a:t>
            </a:r>
          </a:p>
          <a:p>
            <a:r>
              <a:rPr dirty="0" err="1"/>
              <a:t>大家一開始懷疑是面板漏液，但換了幾批面板依然存在</a:t>
            </a:r>
            <a:r>
              <a:rPr dirty="0"/>
              <a:t>。</a:t>
            </a:r>
          </a:p>
          <a:p>
            <a:r>
              <a:rPr dirty="0" err="1"/>
              <a:t>最後我們用熱像儀和高阻抗電壓表深入排查，終於找到根因：電子紙面板的行電極（Source</a:t>
            </a:r>
            <a:r>
              <a:rPr dirty="0"/>
              <a:t> </a:t>
            </a:r>
            <a:r>
              <a:rPr dirty="0" err="1"/>
              <a:t>Line）長達數千個像素，如果系統長時間停留在</a:t>
            </a:r>
            <a:r>
              <a:rPr dirty="0"/>
              <a:t> Active </a:t>
            </a:r>
            <a:r>
              <a:rPr dirty="0" err="1"/>
              <a:t>運作態，TFT</a:t>
            </a:r>
            <a:r>
              <a:rPr dirty="0"/>
              <a:t> </a:t>
            </a:r>
            <a:r>
              <a:rPr dirty="0" err="1"/>
              <a:t>驅動晶片持續輸出高壓偏置，微小電容產生的微漏電與耦合效應，會把多餘電荷滲透到相鄰像素，引發了微膠囊粒子的微幅位移</a:t>
            </a:r>
            <a:r>
              <a:rPr dirty="0"/>
              <a:t>——</a:t>
            </a:r>
            <a:r>
              <a:rPr dirty="0" err="1"/>
              <a:t>這就是物理上的『橫向串擾（Crosstalk</a:t>
            </a:r>
            <a:r>
              <a:rPr dirty="0"/>
              <a:t>）』！</a:t>
            </a:r>
          </a:p>
          <a:p>
            <a:r>
              <a:rPr dirty="0" err="1"/>
              <a:t>既然持續維持高壓會漏電，解法很乾脆</a:t>
            </a:r>
            <a:r>
              <a:rPr dirty="0"/>
              <a:t>：『</a:t>
            </a:r>
            <a:r>
              <a:rPr dirty="0" err="1"/>
              <a:t>沒事就別開高壓</a:t>
            </a:r>
            <a:r>
              <a:rPr dirty="0"/>
              <a:t>！』</a:t>
            </a:r>
          </a:p>
          <a:p>
            <a:r>
              <a:rPr dirty="0" err="1"/>
              <a:t>我們在系統層實作了</a:t>
            </a:r>
            <a:r>
              <a:rPr dirty="0"/>
              <a:t> 5 </a:t>
            </a:r>
            <a:r>
              <a:rPr dirty="0" err="1"/>
              <a:t>秒無操作自動降級機制</a:t>
            </a:r>
            <a:r>
              <a:rPr dirty="0"/>
              <a:t>——</a:t>
            </a:r>
            <a:r>
              <a:rPr dirty="0" err="1"/>
              <a:t>只要偵測到</a:t>
            </a:r>
            <a:r>
              <a:rPr dirty="0"/>
              <a:t> 5 </a:t>
            </a:r>
            <a:r>
              <a:rPr dirty="0" err="1"/>
              <a:t>秒內沒有任何觸控或按鈕，系統立刻命令</a:t>
            </a:r>
            <a:r>
              <a:rPr dirty="0"/>
              <a:t> PMIC </a:t>
            </a:r>
            <a:r>
              <a:rPr dirty="0" err="1"/>
              <a:t>關閉類比高壓，切入</a:t>
            </a:r>
            <a:r>
              <a:rPr dirty="0"/>
              <a:t> 35mW 的 Normal Sleep </a:t>
            </a:r>
            <a:r>
              <a:rPr dirty="0" err="1"/>
              <a:t>淺休眠</a:t>
            </a:r>
            <a:r>
              <a:rPr dirty="0"/>
              <a:t>。</a:t>
            </a:r>
          </a:p>
          <a:p>
            <a:r>
              <a:rPr dirty="0" err="1"/>
              <a:t>高壓一切斷，電荷串擾完全消失，螢幕放上三天三夜也依然雪白乾淨</a:t>
            </a:r>
            <a:r>
              <a:rPr dirty="0"/>
              <a:t>！</a:t>
            </a:r>
          </a:p>
          <a:p>
            <a:endParaRPr dirty="0"/>
          </a:p>
          <a:p>
            <a:r>
              <a:rPr dirty="0" err="1"/>
              <a:t>再看【Lesson</a:t>
            </a:r>
            <a:r>
              <a:rPr dirty="0"/>
              <a:t> 6：畫面異常微閃與 MTK </a:t>
            </a:r>
            <a:r>
              <a:rPr dirty="0" err="1"/>
              <a:t>三大模組關閉</a:t>
            </a:r>
            <a:r>
              <a:rPr dirty="0"/>
              <a:t>】。</a:t>
            </a:r>
          </a:p>
          <a:p>
            <a:r>
              <a:rPr dirty="0" err="1"/>
              <a:t>有一次我們在閱讀</a:t>
            </a:r>
            <a:r>
              <a:rPr dirty="0"/>
              <a:t> App </a:t>
            </a:r>
            <a:r>
              <a:rPr dirty="0" err="1"/>
              <a:t>裡看書，明明沒有翻頁，螢幕每隔三到五秒就會突然神經質地微弱閃爍一下，雖然很微弱，但在安靜閱讀時極度惱人</a:t>
            </a:r>
            <a:r>
              <a:rPr dirty="0"/>
              <a:t>。</a:t>
            </a:r>
          </a:p>
          <a:p>
            <a:r>
              <a:rPr dirty="0" err="1"/>
              <a:t>我們掛上</a:t>
            </a:r>
            <a:r>
              <a:rPr dirty="0"/>
              <a:t> logcat 和 </a:t>
            </a:r>
            <a:r>
              <a:rPr dirty="0" err="1"/>
              <a:t>Systrace，發現系統根本沒有任何</a:t>
            </a:r>
            <a:r>
              <a:rPr dirty="0"/>
              <a:t> App </a:t>
            </a:r>
            <a:r>
              <a:rPr dirty="0" err="1"/>
              <a:t>在發動刷新，但</a:t>
            </a:r>
            <a:r>
              <a:rPr dirty="0"/>
              <a:t> T-Con </a:t>
            </a:r>
            <a:r>
              <a:rPr dirty="0" err="1"/>
              <a:t>卻不斷收到</a:t>
            </a:r>
            <a:r>
              <a:rPr dirty="0"/>
              <a:t> MIPI </a:t>
            </a:r>
            <a:r>
              <a:rPr dirty="0" err="1"/>
              <a:t>影格中斷</a:t>
            </a:r>
            <a:r>
              <a:rPr dirty="0"/>
              <a:t>！</a:t>
            </a:r>
          </a:p>
          <a:p>
            <a:r>
              <a:rPr dirty="0" err="1"/>
              <a:t>最後我們一層層往上追查，抓出了元凶</a:t>
            </a:r>
            <a:r>
              <a:rPr dirty="0"/>
              <a:t>——MediaTek </a:t>
            </a:r>
            <a:r>
              <a:rPr dirty="0" err="1"/>
              <a:t>晶片自帶的『動態畫質增強引擎（PQ</a:t>
            </a:r>
            <a:r>
              <a:rPr dirty="0"/>
              <a:t>, Picture Quality）』！</a:t>
            </a:r>
          </a:p>
          <a:p>
            <a:r>
              <a:rPr dirty="0" err="1"/>
              <a:t>在一般的手機</a:t>
            </a:r>
            <a:r>
              <a:rPr dirty="0"/>
              <a:t> LCD </a:t>
            </a:r>
            <a:r>
              <a:rPr dirty="0" err="1"/>
              <a:t>上，MTK</a:t>
            </a:r>
            <a:r>
              <a:rPr dirty="0"/>
              <a:t> PQ </a:t>
            </a:r>
            <a:r>
              <a:rPr dirty="0" err="1"/>
              <a:t>會根據環境光動態微調像素的亮度與對比度，有時甚至會引入『時間抖動（Temporal</a:t>
            </a:r>
            <a:r>
              <a:rPr dirty="0"/>
              <a:t> Dither）』，</a:t>
            </a:r>
            <a:r>
              <a:rPr dirty="0" err="1"/>
              <a:t>讓某個像素在兩個灰階之間來回切換以呈現更豐富的色彩。這在</a:t>
            </a:r>
            <a:r>
              <a:rPr dirty="0"/>
              <a:t> 60Hz 的 LCD </a:t>
            </a:r>
            <a:r>
              <a:rPr dirty="0" err="1"/>
              <a:t>上人眼完全看不出變化，但電子紙的微膠囊對任何一個像素的電壓變動都極其敏感，只要</a:t>
            </a:r>
            <a:r>
              <a:rPr dirty="0"/>
              <a:t> RGB </a:t>
            </a:r>
            <a:r>
              <a:rPr dirty="0" err="1"/>
              <a:t>數值跳動了僅僅</a:t>
            </a:r>
            <a:r>
              <a:rPr dirty="0"/>
              <a:t>『±1 LSB』，T-Con </a:t>
            </a:r>
            <a:r>
              <a:rPr dirty="0" err="1"/>
              <a:t>就會判定畫面改變、啟動波形重繪，螢幕就閃爍一次</a:t>
            </a:r>
            <a:r>
              <a:rPr dirty="0"/>
              <a:t>！</a:t>
            </a:r>
          </a:p>
          <a:p>
            <a:r>
              <a:rPr dirty="0" err="1"/>
              <a:t>我們在</a:t>
            </a:r>
            <a:r>
              <a:rPr dirty="0"/>
              <a:t> HAL </a:t>
            </a:r>
            <a:r>
              <a:rPr dirty="0" err="1"/>
              <a:t>層與驅動層大刀闊斧，直接強制關閉</a:t>
            </a:r>
            <a:r>
              <a:rPr dirty="0"/>
              <a:t> MTK PQ </a:t>
            </a:r>
            <a:r>
              <a:rPr dirty="0" err="1"/>
              <a:t>畫質增強、關閉硬體</a:t>
            </a:r>
            <a:r>
              <a:rPr dirty="0"/>
              <a:t> Temporal </a:t>
            </a:r>
            <a:r>
              <a:rPr dirty="0" err="1"/>
              <a:t>Dither、並停用</a:t>
            </a:r>
            <a:r>
              <a:rPr dirty="0"/>
              <a:t> HWC Overlay </a:t>
            </a:r>
            <a:r>
              <a:rPr dirty="0" err="1"/>
              <a:t>覆蓋，讓</a:t>
            </a:r>
            <a:r>
              <a:rPr dirty="0"/>
              <a:t> Framebuffer </a:t>
            </a:r>
            <a:r>
              <a:rPr dirty="0" err="1"/>
              <a:t>的數值達到絕對靜態</a:t>
            </a:r>
            <a:r>
              <a:rPr dirty="0"/>
              <a:t>！</a:t>
            </a:r>
          </a:p>
          <a:p>
            <a:r>
              <a:rPr dirty="0" err="1"/>
              <a:t>從此，微閃徹底根除，畫面安靜得就像一幅水墨畫</a:t>
            </a:r>
            <a:r>
              <a:rPr dirty="0"/>
              <a:t>！</a:t>
            </a:r>
          </a:p>
          <a:p>
            <a:r>
              <a:rPr dirty="0" err="1"/>
              <a:t>接下來看最可怕的硬體死鎖問題，請看</a:t>
            </a:r>
            <a:r>
              <a:rPr dirty="0"/>
              <a:t> Slide 25。」</a:t>
            </a:r>
          </a:p>
          <a:p>
            <a:endParaRPr dirty="0"/>
          </a:p>
          <a:p>
            <a:r>
              <a:rPr dirty="0"/>
              <a:t>🔄 </a:t>
            </a:r>
            <a:r>
              <a:rPr dirty="0" err="1"/>
              <a:t>翻頁轉場提示</a:t>
            </a:r>
            <a:r>
              <a:rPr dirty="0"/>
              <a:t>：</a:t>
            </a:r>
          </a:p>
          <a:p>
            <a:r>
              <a:rPr dirty="0"/>
              <a:t>【</a:t>
            </a:r>
            <a:r>
              <a:rPr dirty="0" err="1"/>
              <a:t>點擊切換至</a:t>
            </a:r>
            <a:r>
              <a:rPr dirty="0"/>
              <a:t> Slide 25：Lesson 4, 7 </a:t>
            </a:r>
            <a:r>
              <a:rPr dirty="0" err="1"/>
              <a:t>喚醒死鎖與雙</a:t>
            </a:r>
            <a:r>
              <a:rPr dirty="0"/>
              <a:t> Pin </a:t>
            </a:r>
            <a:r>
              <a:rPr dirty="0" err="1"/>
              <a:t>互鎖</a:t>
            </a:r>
            <a:r>
              <a:rPr dirty="0"/>
              <a:t>】</a:t>
            </a:r>
          </a:p>
        </p:txBody>
      </p:sp>
      <p:sp>
        <p:nvSpPr>
          <p:cNvPr id="601" name="Google Shape;60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4"/>
        <p:cNvGrpSpPr/>
        <p:nvPr/>
      </p:nvGrpSpPr>
      <p:grpSpPr>
        <a:xfrm>
          <a:off x="0" y="0"/>
          <a:ext cx="0" cy="0"/>
          <a:chOff x="0" y="0"/>
          <a:chExt cx="0" cy="0"/>
        </a:xfrm>
      </p:grpSpPr>
      <p:sp>
        <p:nvSpPr>
          <p:cNvPr id="625" name="Google Shape;62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25：07 / T-Con 喚醒死鎖防治與雙硬體 Pin 腳併發互鎖 (Lessons 4, 7)】</a:t>
            </a:r>
          </a:p>
          <a:p>
            <a:r>
              <a:t>⏱️ 建議時長：2.0 min（時間軸：46:00 - 48:00）</a:t>
            </a:r>
          </a:p>
          <a:p>
            <a:endParaRPr/>
          </a:p>
          <a:p>
            <a:r>
              <a:t>📌 投影片畫面核心重點：</a:t>
            </a:r>
          </a:p>
          <a:p>
            <a:r>
              <a:t>• Lesson 4 (Wakeup Tcon Fail 喚醒死鎖)：低溫箱測試中螢幕偶發黑屏凍結逾時；根因是主控喚醒時過早送出高速 MIPI 訊號，衝擊 T-Con 內部未穩定的 PLL 鎖相環與 RISC-V 流程引發死鎖</a:t>
            </a:r>
          </a:p>
          <a:p>
            <a:r>
              <a:t>• 解法：嚴格時序隔離——先停止 MIPI 輸出 ➔ 拉低 WAKEUP 脈衝 ➔ 輪詢等待 READY 腳位變 High ➔ 最後才啟動 MIPI 連續時鐘</a:t>
            </a:r>
          </a:p>
          <a:p>
            <a:r>
              <a:t>• Lesson 7 (Tcon Crash 併發崩潰)：高頻手寫時若同時切換波形或旋轉螢幕，晶片突發凍結；根因是 24MHz SPI 大量點陣與 I2C 命令在微秒級窗口內仲裁衝突，解法是發送前雙腳位互鎖 (HRDY + Ready)</a:t>
            </a:r>
          </a:p>
          <a:p>
            <a:endParaRPr/>
          </a:p>
          <a:p>
            <a:r>
              <a:t>🎙️ 講者逐字講稿（Speaker Script）：</a:t>
            </a:r>
          </a:p>
          <a:p>
            <a:r>
              <a:t>「這兩堂課是我們專案最驚心動魄的兩次『救火行動』，每一個 bug 都能讓產品直接卡死在量產產線上。</a:t>
            </a:r>
          </a:p>
          <a:p>
            <a:endParaRPr/>
          </a:p>
          <a:p>
            <a:r>
              <a:t>先說【Lesson 4：T-Con 喚醒失敗與 MIPI 暫停時序隔離】。</a:t>
            </a:r>
          </a:p>
          <a:p>
            <a:r>
              <a:t>在 DVT 階段進行低溫環境測試（-10°C）時，產線回報了一個極具毀滅性的故障：設備在深度休眠喚醒時，有大約 5% 的機率螢幕直接黑屏，驅動跳出『T-Con Timeout』，整台機器直接當死，必須拔電池重啟！</a:t>
            </a:r>
          </a:p>
          <a:p>
            <a:r>
              <a:t>我們團隊帶著示波器蹲在低溫箱整整三天，抓了數百次喚醒波形，終於抓到了那顆致命的訊號：</a:t>
            </a:r>
          </a:p>
          <a:p>
            <a:r>
              <a:t>在低溫環境下，晶片內部的晶振與 PLL 鎖相環起振變慢，T-Con 內部的 RISC-V 核心需要約 12 毫秒才能跑完開機引導程式。但主控 SoC 的喚醒速度極快，在發出喚醒中斷僅僅 2 毫秒後，就一股腦把數百兆赫茲的高速 MIPI 視訊流灌入晶片的接收端！</a:t>
            </a:r>
          </a:p>
          <a:p>
            <a:r>
              <a:t>這就像一個剛被叫醒、還沒睜開眼睛的人，突然被一記重拳砸在臉上，未就緒的 PLL 邏輯被高頻時鐘直接衝擊至非法狀態，晶片硬體死鎖！</a:t>
            </a:r>
          </a:p>
          <a:p>
            <a:r>
              <a:t>我們立刻在 Linux 核心重構了嚴格的喚醒時序：</a:t>
            </a:r>
          </a:p>
          <a:p>
            <a:r>
              <a:t>『先停止主控端 MIPI 輸出 ➔ 發送 WAKEUP 脈衝 ➔ 核心輪詢等待硬體 READY 腳位變為 High（確認 RISC-V 核心已完全就緒）➔ 最後才重新開啟 MIPI 連續時鐘輸出！』</a:t>
            </a:r>
          </a:p>
          <a:p>
            <a:r>
              <a:t>改完之後，在低溫箱連續執行十萬次休眠喚醒壓力測試，故障率徹底歸零！</a:t>
            </a:r>
          </a:p>
          <a:p>
            <a:endParaRPr/>
          </a:p>
          <a:p>
            <a:r>
              <a:t>再看【Lesson 7：T-Con 併發崩潰與雙 Pin 腳互鎖】。</a:t>
            </a:r>
          </a:p>
          <a:p>
            <a:r>
              <a:t>當使用者一邊高速瘋狂書寫、同時後台又有通知彈窗觸發 I2C 切換模式時，T-Con 會偶發性突然死機。</a:t>
            </a:r>
          </a:p>
          <a:p>
            <a:r>
              <a:t>根因在於：T-Con 內部的匯流排仲裁器在處理 24MHz 高速 SPI DMA 注入時，如果微秒級的窗口內同時灌入一條 I2C 寫入指令，內部匯流排會發生優先級反轉死鎖。</a:t>
            </a:r>
          </a:p>
          <a:p>
            <a:r>
              <a:t>我們在 `eink_spi.c` 驅動中加入了一道堅固的防線：在任何一次啟動 SPI 寫入之前，強制由硬體線路同時讀取 `HRDY` 和 `READY` 兩個實體 Pin 腳，唯有兩者同時處於 High 狀態，才允許啟動傳輸！</a:t>
            </a:r>
          </a:p>
          <a:p>
            <a:r>
              <a:t>只要有一根腳位是 Low，代表晶片正在處理內部邏輯，驅動立刻微秒級讓步等待。這道雙腳位互鎖，徹底消滅了併發崩潰！</a:t>
            </a:r>
          </a:p>
          <a:p>
            <a:endParaRPr/>
          </a:p>
          <a:p>
            <a:r>
              <a:t>但是，在開發過程中，軟體團隊和硬體團隊經常為了畫面瑕疵互相推皮球，我們是怎麼解決的？請看 Slide 26。」</a:t>
            </a:r>
          </a:p>
          <a:p>
            <a:endParaRPr/>
          </a:p>
          <a:p>
            <a:r>
              <a:t>🔄 翻頁轉場提示：</a:t>
            </a:r>
          </a:p>
          <a:p>
            <a:r>
              <a:t>【點擊切換至 Slide 26：Lesson 8, 9, 10 三大視覺化除錯工具】</a:t>
            </a:r>
          </a:p>
        </p:txBody>
      </p:sp>
      <p:sp>
        <p:nvSpPr>
          <p:cNvPr id="626" name="Google Shape;626;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26：07 / 5 </a:t>
            </a:r>
            <a:r>
              <a:rPr dirty="0" err="1"/>
              <a:t>分鐘釐清跨團隊責任邊界：三大視覺化除錯工具鏈</a:t>
            </a:r>
            <a:r>
              <a:rPr dirty="0"/>
              <a:t> (Lessons 8, 9, 10)】</a:t>
            </a:r>
          </a:p>
          <a:p>
            <a:r>
              <a:rPr dirty="0"/>
              <a:t>⏱️ 建議時長：2.0 min（時間軸：48:00 - 50:00）</a:t>
            </a:r>
          </a:p>
          <a:p>
            <a:endParaRPr dirty="0"/>
          </a:p>
          <a:p>
            <a:r>
              <a:rPr dirty="0"/>
              <a:t>📌 </a:t>
            </a:r>
            <a:r>
              <a:rPr dirty="0" err="1"/>
              <a:t>投影片畫面核心重點</a:t>
            </a:r>
            <a:r>
              <a:rPr dirty="0"/>
              <a:t>：</a:t>
            </a:r>
          </a:p>
          <a:p>
            <a:r>
              <a:rPr dirty="0"/>
              <a:t>• </a:t>
            </a:r>
            <a:r>
              <a:rPr dirty="0" err="1"/>
              <a:t>跨團隊協作痛點：畫面上出現斷筆、缺角或殘影時，APP</a:t>
            </a:r>
            <a:r>
              <a:rPr dirty="0"/>
              <a:t> </a:t>
            </a:r>
            <a:r>
              <a:rPr dirty="0" err="1"/>
              <a:t>說驅動丟包，驅動說</a:t>
            </a:r>
            <a:r>
              <a:rPr dirty="0"/>
              <a:t> APP </a:t>
            </a:r>
            <a:r>
              <a:rPr dirty="0" err="1"/>
              <a:t>沒畫好，硬體說軟體給錯數據，互推皮球數週</a:t>
            </a:r>
            <a:endParaRPr dirty="0"/>
          </a:p>
          <a:p>
            <a:r>
              <a:rPr dirty="0"/>
              <a:t>• </a:t>
            </a:r>
            <a:r>
              <a:rPr dirty="0" err="1"/>
              <a:t>工具一</a:t>
            </a:r>
            <a:r>
              <a:rPr dirty="0"/>
              <a:t> (Lesson 9)：</a:t>
            </a:r>
            <a:r>
              <a:rPr dirty="0" err="1"/>
              <a:t>觸控原始點陣視覺化工具，導出</a:t>
            </a:r>
            <a:r>
              <a:rPr dirty="0"/>
              <a:t> `/dev/input/event*` 散點圖，5 </a:t>
            </a:r>
            <a:r>
              <a:rPr dirty="0" err="1"/>
              <a:t>秒判定觸控晶片是否丟點</a:t>
            </a:r>
            <a:endParaRPr dirty="0"/>
          </a:p>
          <a:p>
            <a:r>
              <a:rPr dirty="0"/>
              <a:t>• </a:t>
            </a:r>
            <a:r>
              <a:rPr dirty="0" err="1"/>
              <a:t>工具二</a:t>
            </a:r>
            <a:r>
              <a:rPr dirty="0"/>
              <a:t> (Lesson 8)：Kernel </a:t>
            </a:r>
            <a:r>
              <a:rPr dirty="0" err="1"/>
              <a:t>資料視覺化重現工具，攔截</a:t>
            </a:r>
            <a:r>
              <a:rPr dirty="0"/>
              <a:t> `/</a:t>
            </a:r>
            <a:r>
              <a:rPr dirty="0" err="1"/>
              <a:t>disp_area</a:t>
            </a:r>
            <a:r>
              <a:rPr dirty="0"/>
              <a:t>` </a:t>
            </a:r>
            <a:r>
              <a:rPr dirty="0" err="1"/>
              <a:t>座標與</a:t>
            </a:r>
            <a:r>
              <a:rPr dirty="0"/>
              <a:t> 4BPP </a:t>
            </a:r>
            <a:r>
              <a:rPr dirty="0" err="1"/>
              <a:t>點陣在</a:t>
            </a:r>
            <a:r>
              <a:rPr dirty="0"/>
              <a:t> PC 1:1 </a:t>
            </a:r>
            <a:r>
              <a:rPr dirty="0" err="1"/>
              <a:t>還原，判定驅動輸入是否有瑕疵</a:t>
            </a:r>
            <a:endParaRPr dirty="0"/>
          </a:p>
          <a:p>
            <a:r>
              <a:rPr dirty="0"/>
              <a:t>• </a:t>
            </a:r>
            <a:r>
              <a:rPr dirty="0" err="1"/>
              <a:t>工具三</a:t>
            </a:r>
            <a:r>
              <a:rPr dirty="0"/>
              <a:t> (Lesson 10)：Framebuffer </a:t>
            </a:r>
            <a:r>
              <a:rPr dirty="0" err="1"/>
              <a:t>逐像素差分分析工具，抓取前後兩幀計算</a:t>
            </a:r>
            <a:r>
              <a:rPr dirty="0"/>
              <a:t> </a:t>
            </a:r>
            <a:r>
              <a:rPr dirty="0" err="1"/>
              <a:t>Δ，精準判定是物理微膠囊極化殘影還是</a:t>
            </a:r>
            <a:r>
              <a:rPr dirty="0"/>
              <a:t> APP </a:t>
            </a:r>
            <a:r>
              <a:rPr dirty="0" err="1"/>
              <a:t>軟體沒擦乾淨</a:t>
            </a:r>
            <a:endParaRPr dirty="0"/>
          </a:p>
          <a:p>
            <a:endParaRPr dirty="0"/>
          </a:p>
          <a:p>
            <a:r>
              <a:rPr dirty="0"/>
              <a:t>🎙️ </a:t>
            </a:r>
            <a:r>
              <a:rPr dirty="0" err="1"/>
              <a:t>講者逐字講稿（Speaker</a:t>
            </a:r>
            <a:r>
              <a:rPr dirty="0"/>
              <a:t> Script）：</a:t>
            </a:r>
          </a:p>
          <a:p>
            <a:r>
              <a:rPr dirty="0"/>
              <a:t>「</a:t>
            </a:r>
            <a:r>
              <a:rPr dirty="0" err="1"/>
              <a:t>在座的各位工程師一定都經歷過這種地獄場景</a:t>
            </a:r>
            <a:r>
              <a:rPr dirty="0"/>
              <a:t>：</a:t>
            </a:r>
          </a:p>
          <a:p>
            <a:r>
              <a:rPr dirty="0" err="1"/>
              <a:t>畫面上出現了一道斷筆、或者一個文字殘影，APP</a:t>
            </a:r>
            <a:r>
              <a:rPr dirty="0"/>
              <a:t> </a:t>
            </a:r>
            <a:r>
              <a:rPr dirty="0" err="1"/>
              <a:t>團隊說是</a:t>
            </a:r>
            <a:r>
              <a:rPr dirty="0"/>
              <a:t> Driver </a:t>
            </a:r>
            <a:r>
              <a:rPr dirty="0" err="1"/>
              <a:t>丟包，Driver</a:t>
            </a:r>
            <a:r>
              <a:rPr dirty="0"/>
              <a:t> </a:t>
            </a:r>
            <a:r>
              <a:rPr dirty="0" err="1"/>
              <a:t>團隊說是</a:t>
            </a:r>
            <a:r>
              <a:rPr dirty="0"/>
              <a:t> APP </a:t>
            </a:r>
            <a:r>
              <a:rPr dirty="0" err="1"/>
              <a:t>沒畫好，硬體廠商又跳出來說是你們軟體給錯了波形模式</a:t>
            </a:r>
            <a:r>
              <a:rPr dirty="0"/>
              <a:t>……</a:t>
            </a:r>
            <a:r>
              <a:rPr dirty="0" err="1"/>
              <a:t>三方在週會上吵得不可開交，排查兩三個星期毫無進展</a:t>
            </a:r>
            <a:r>
              <a:rPr dirty="0"/>
              <a:t>。</a:t>
            </a:r>
          </a:p>
          <a:p>
            <a:r>
              <a:rPr dirty="0" err="1"/>
              <a:t>為了徹底終結這種互推皮球的無效內耗，我們自研了這套『三大視覺化除錯工具鏈</a:t>
            </a:r>
            <a:r>
              <a:rPr dirty="0"/>
              <a:t>』，</a:t>
            </a:r>
            <a:r>
              <a:rPr dirty="0" err="1"/>
              <a:t>直接用客觀數據在</a:t>
            </a:r>
            <a:r>
              <a:rPr dirty="0"/>
              <a:t> 5 </a:t>
            </a:r>
            <a:r>
              <a:rPr dirty="0" err="1"/>
              <a:t>分鐘內劃清責任邊界</a:t>
            </a:r>
            <a:r>
              <a:rPr dirty="0"/>
              <a:t>！</a:t>
            </a:r>
          </a:p>
          <a:p>
            <a:endParaRPr dirty="0"/>
          </a:p>
          <a:p>
            <a:r>
              <a:rPr dirty="0" err="1"/>
              <a:t>第一把手術刀</a:t>
            </a:r>
            <a:r>
              <a:rPr dirty="0"/>
              <a:t>——【Lesson 9：觸控原始點陣視覺化工具】：</a:t>
            </a:r>
          </a:p>
          <a:p>
            <a:r>
              <a:rPr dirty="0" err="1"/>
              <a:t>我們在</a:t>
            </a:r>
            <a:r>
              <a:rPr dirty="0"/>
              <a:t> `</a:t>
            </a:r>
            <a:r>
              <a:rPr dirty="0" err="1"/>
              <a:t>handwrite_touch.c</a:t>
            </a:r>
            <a:r>
              <a:rPr dirty="0"/>
              <a:t>` </a:t>
            </a:r>
            <a:r>
              <a:rPr dirty="0" err="1"/>
              <a:t>中掛載日誌鉤子，把最原始的電磁筆</a:t>
            </a:r>
            <a:r>
              <a:rPr dirty="0"/>
              <a:t> X, Y, </a:t>
            </a:r>
            <a:r>
              <a:rPr dirty="0" err="1"/>
              <a:t>壓力值與時間戳全部導出，在</a:t>
            </a:r>
            <a:r>
              <a:rPr dirty="0"/>
              <a:t> PC </a:t>
            </a:r>
            <a:r>
              <a:rPr dirty="0" err="1"/>
              <a:t>端以微秒級解析度重繪散點圖</a:t>
            </a:r>
            <a:r>
              <a:rPr dirty="0"/>
              <a:t>。</a:t>
            </a:r>
          </a:p>
          <a:p>
            <a:r>
              <a:rPr dirty="0" err="1"/>
              <a:t>如果工具顯示原始點陣軌跡完美連續，但螢幕上卻出現了斷筆</a:t>
            </a:r>
            <a:r>
              <a:rPr dirty="0"/>
              <a:t> ➔ 100% </a:t>
            </a:r>
            <a:r>
              <a:rPr dirty="0" err="1"/>
              <a:t>坐實是後面的演算法或驅動問題，觸控晶片團隊立刻洗清嫌疑</a:t>
            </a:r>
            <a:r>
              <a:rPr dirty="0"/>
              <a:t>！</a:t>
            </a:r>
          </a:p>
          <a:p>
            <a:endParaRPr dirty="0"/>
          </a:p>
          <a:p>
            <a:r>
              <a:rPr dirty="0" err="1"/>
              <a:t>第二把手術刀</a:t>
            </a:r>
            <a:r>
              <a:rPr dirty="0"/>
              <a:t>——【Lesson 8：Kernel </a:t>
            </a:r>
            <a:r>
              <a:rPr dirty="0" err="1"/>
              <a:t>資料視覺化重現工具</a:t>
            </a:r>
            <a:r>
              <a:rPr dirty="0"/>
              <a:t>】：</a:t>
            </a:r>
          </a:p>
          <a:p>
            <a:r>
              <a:rPr dirty="0" err="1"/>
              <a:t>我們在核心驅動的</a:t>
            </a:r>
            <a:r>
              <a:rPr dirty="0"/>
              <a:t> `/</a:t>
            </a:r>
            <a:r>
              <a:rPr dirty="0" err="1"/>
              <a:t>disp_area</a:t>
            </a:r>
            <a:r>
              <a:rPr dirty="0"/>
              <a:t>` </a:t>
            </a:r>
            <a:r>
              <a:rPr dirty="0" err="1"/>
              <a:t>節點架設攔截器，直接抓取即將送進</a:t>
            </a:r>
            <a:r>
              <a:rPr dirty="0"/>
              <a:t> SPI </a:t>
            </a:r>
            <a:r>
              <a:rPr dirty="0" err="1"/>
              <a:t>匯流排的</a:t>
            </a:r>
            <a:r>
              <a:rPr dirty="0"/>
              <a:t> 4BPP </a:t>
            </a:r>
            <a:r>
              <a:rPr dirty="0" err="1"/>
              <a:t>局部點陣資料，在</a:t>
            </a:r>
            <a:r>
              <a:rPr dirty="0"/>
              <a:t> PC 端 1:1 </a:t>
            </a:r>
            <a:r>
              <a:rPr dirty="0" err="1"/>
              <a:t>還原成點陣圖片</a:t>
            </a:r>
            <a:r>
              <a:rPr dirty="0"/>
              <a:t>。</a:t>
            </a:r>
          </a:p>
          <a:p>
            <a:r>
              <a:rPr dirty="0" err="1"/>
              <a:t>如果工具還原出的點陣圖上已經有缺角或鋸齒</a:t>
            </a:r>
            <a:r>
              <a:rPr dirty="0"/>
              <a:t> ➔ </a:t>
            </a:r>
            <a:r>
              <a:rPr dirty="0" err="1"/>
              <a:t>鐵證判定是</a:t>
            </a:r>
            <a:r>
              <a:rPr dirty="0"/>
              <a:t> APP </a:t>
            </a:r>
            <a:r>
              <a:rPr dirty="0" err="1"/>
              <a:t>演算法或邊距計算錯誤；如果工具還原的畫面完美無瑕，但螢幕上卻顯示殘缺</a:t>
            </a:r>
            <a:r>
              <a:rPr dirty="0"/>
              <a:t> ➔ </a:t>
            </a:r>
            <a:r>
              <a:rPr dirty="0" err="1"/>
              <a:t>責任立刻鎖定在底層硬體</a:t>
            </a:r>
            <a:r>
              <a:rPr dirty="0"/>
              <a:t> SPI </a:t>
            </a:r>
            <a:r>
              <a:rPr dirty="0" err="1"/>
              <a:t>傳輸或</a:t>
            </a:r>
            <a:r>
              <a:rPr dirty="0"/>
              <a:t> T-Con </a:t>
            </a:r>
            <a:r>
              <a:rPr dirty="0" err="1"/>
              <a:t>飽和</a:t>
            </a:r>
            <a:r>
              <a:rPr dirty="0"/>
              <a:t>！</a:t>
            </a:r>
          </a:p>
          <a:p>
            <a:endParaRPr dirty="0"/>
          </a:p>
          <a:p>
            <a:r>
              <a:rPr dirty="0" err="1"/>
              <a:t>第三把手術刀</a:t>
            </a:r>
            <a:r>
              <a:rPr dirty="0"/>
              <a:t>——【Lesson 10：Framebuffer </a:t>
            </a:r>
            <a:r>
              <a:rPr dirty="0" err="1"/>
              <a:t>逐像素差分分析工具</a:t>
            </a:r>
            <a:r>
              <a:rPr dirty="0"/>
              <a:t>】：</a:t>
            </a:r>
          </a:p>
          <a:p>
            <a:r>
              <a:rPr dirty="0" err="1"/>
              <a:t>當畫面上出現一道影子時，到底是用戶端軟體自己沒擦乾淨，還是電子紙面板物理殘留</a:t>
            </a:r>
            <a:r>
              <a:rPr dirty="0"/>
              <a:t>？</a:t>
            </a:r>
          </a:p>
          <a:p>
            <a:r>
              <a:rPr dirty="0" err="1"/>
              <a:t>我們工具直接從</a:t>
            </a:r>
            <a:r>
              <a:rPr dirty="0"/>
              <a:t> `/dev/graphics/fb0` </a:t>
            </a:r>
            <a:r>
              <a:rPr dirty="0" err="1"/>
              <a:t>攔截異常發生前後相鄰的兩幀影格，逐像素做差分運算</a:t>
            </a:r>
            <a:r>
              <a:rPr dirty="0"/>
              <a:t>：</a:t>
            </a:r>
          </a:p>
          <a:p>
            <a:r>
              <a:rPr dirty="0"/>
              <a:t>`Δ = |</a:t>
            </a:r>
            <a:r>
              <a:rPr dirty="0" err="1"/>
              <a:t>P_current</a:t>
            </a:r>
            <a:r>
              <a:rPr dirty="0"/>
              <a:t>(</a:t>
            </a:r>
            <a:r>
              <a:rPr dirty="0" err="1"/>
              <a:t>x,y</a:t>
            </a:r>
            <a:r>
              <a:rPr dirty="0"/>
              <a:t>) - </a:t>
            </a:r>
            <a:r>
              <a:rPr dirty="0" err="1"/>
              <a:t>P_prev</a:t>
            </a:r>
            <a:r>
              <a:rPr dirty="0"/>
              <a:t>(</a:t>
            </a:r>
            <a:r>
              <a:rPr dirty="0" err="1"/>
              <a:t>x,y</a:t>
            </a:r>
            <a:r>
              <a:rPr dirty="0"/>
              <a:t>)|`，</a:t>
            </a:r>
            <a:r>
              <a:rPr dirty="0" err="1"/>
              <a:t>並以色彩熱圖高亮呈現</a:t>
            </a:r>
            <a:r>
              <a:rPr dirty="0"/>
              <a:t>。</a:t>
            </a:r>
          </a:p>
          <a:p>
            <a:r>
              <a:rPr dirty="0" err="1"/>
              <a:t>如果工具顯示該區域像素值已經完全變成純白（Δ</a:t>
            </a:r>
            <a:r>
              <a:rPr dirty="0"/>
              <a:t> = 0），</a:t>
            </a:r>
            <a:r>
              <a:rPr dirty="0" err="1"/>
              <a:t>但螢幕上肉眼依然能看見一道暗影</a:t>
            </a:r>
            <a:r>
              <a:rPr dirty="0"/>
              <a:t> ➔ </a:t>
            </a:r>
            <a:r>
              <a:rPr dirty="0" err="1"/>
              <a:t>這是無可辯駁的『物理微膠囊極化殘影</a:t>
            </a:r>
            <a:r>
              <a:rPr dirty="0"/>
              <a:t> / VCOM </a:t>
            </a:r>
            <a:r>
              <a:rPr dirty="0" err="1"/>
              <a:t>跑位</a:t>
            </a:r>
            <a:r>
              <a:rPr dirty="0"/>
              <a:t>』，</a:t>
            </a:r>
            <a:r>
              <a:rPr dirty="0" err="1"/>
              <a:t>硬體團隊立刻接單，軟體團隊不必再浪費時間改程式碼</a:t>
            </a:r>
            <a:r>
              <a:rPr dirty="0"/>
              <a:t>！</a:t>
            </a:r>
          </a:p>
          <a:p>
            <a:endParaRPr dirty="0"/>
          </a:p>
          <a:p>
            <a:r>
              <a:rPr dirty="0" err="1"/>
              <a:t>這三把手術刀，把過去動輒以週為單位的跨團隊排查，直接壓縮到</a:t>
            </a:r>
            <a:r>
              <a:rPr dirty="0"/>
              <a:t> 5 </a:t>
            </a:r>
            <a:r>
              <a:rPr dirty="0" err="1"/>
              <a:t>分鐘內精準定案，是我們專案能如期量產的最大功臣</a:t>
            </a:r>
            <a:r>
              <a:rPr dirty="0"/>
              <a:t>！</a:t>
            </a:r>
          </a:p>
          <a:p>
            <a:r>
              <a:rPr dirty="0" err="1"/>
              <a:t>我們把這</a:t>
            </a:r>
            <a:r>
              <a:rPr dirty="0"/>
              <a:t> 11 </a:t>
            </a:r>
            <a:r>
              <a:rPr dirty="0" err="1"/>
              <a:t>個教訓整理成一張速查總表，請看</a:t>
            </a:r>
            <a:r>
              <a:rPr dirty="0"/>
              <a:t> Slide 27。」</a:t>
            </a:r>
          </a:p>
          <a:p>
            <a:endParaRPr dirty="0"/>
          </a:p>
          <a:p>
            <a:r>
              <a:rPr dirty="0"/>
              <a:t>🔄 </a:t>
            </a:r>
            <a:r>
              <a:rPr dirty="0" err="1"/>
              <a:t>翻頁轉場提示</a:t>
            </a:r>
            <a:r>
              <a:rPr dirty="0"/>
              <a:t>：</a:t>
            </a:r>
          </a:p>
          <a:p>
            <a:r>
              <a:rPr dirty="0"/>
              <a:t>【</a:t>
            </a:r>
            <a:r>
              <a:rPr dirty="0" err="1"/>
              <a:t>點擊切換至</a:t>
            </a:r>
            <a:r>
              <a:rPr dirty="0"/>
              <a:t> Slide 27：11 大 Lesson Learned </a:t>
            </a:r>
            <a:r>
              <a:rPr dirty="0" err="1"/>
              <a:t>總覽速查表</a:t>
            </a:r>
            <a:r>
              <a:rPr dirty="0"/>
              <a:t>】</a:t>
            </a:r>
          </a:p>
        </p:txBody>
      </p:sp>
      <p:sp>
        <p:nvSpPr>
          <p:cNvPr id="652" name="Google Shape;652;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altLang="zh-TW" dirty="0"/>
              <a:t>【Slide 27</a:t>
            </a:r>
            <a:r>
              <a:rPr lang="zh-TW" altLang="en-US" dirty="0"/>
              <a:t>：</a:t>
            </a:r>
            <a:r>
              <a:rPr lang="en-US" altLang="zh-TW" dirty="0"/>
              <a:t>07 / AMD1 </a:t>
            </a:r>
            <a:r>
              <a:rPr lang="zh-TW" altLang="en-US" dirty="0"/>
              <a:t>量產 </a:t>
            </a:r>
            <a:r>
              <a:rPr lang="en-US" altLang="zh-TW" dirty="0"/>
              <a:t>11 </a:t>
            </a:r>
            <a:r>
              <a:rPr lang="zh-TW" altLang="en-US" dirty="0"/>
              <a:t>大黃金 </a:t>
            </a:r>
            <a:r>
              <a:rPr lang="en-US" altLang="zh-TW" dirty="0"/>
              <a:t>Lesson Learned </a:t>
            </a:r>
            <a:r>
              <a:rPr lang="zh-TW" altLang="en-US" dirty="0"/>
              <a:t>總覽速查表</a:t>
            </a:r>
            <a:r>
              <a:rPr lang="en-US" altLang="zh-TW" dirty="0"/>
              <a:t>】</a:t>
            </a:r>
          </a:p>
          <a:p>
            <a:r>
              <a:rPr lang="en-US" altLang="zh-TW" dirty="0"/>
              <a:t>⏱️ </a:t>
            </a:r>
            <a:r>
              <a:rPr lang="zh-TW" altLang="en-US" dirty="0"/>
              <a:t>建議時長：</a:t>
            </a:r>
            <a:r>
              <a:rPr lang="en-US" altLang="zh-TW" dirty="0"/>
              <a:t>1.0 min</a:t>
            </a:r>
            <a:r>
              <a:rPr lang="zh-TW" altLang="en-US" dirty="0"/>
              <a:t>（時間軸：</a:t>
            </a:r>
            <a:r>
              <a:rPr lang="en-US" altLang="zh-TW" dirty="0"/>
              <a:t>50:00 - 51:00</a:t>
            </a:r>
            <a:r>
              <a:rPr lang="zh-TW" altLang="en-US" dirty="0"/>
              <a:t>）</a:t>
            </a:r>
          </a:p>
          <a:p>
            <a:endParaRPr lang="zh-TW" altLang="en-US" dirty="0"/>
          </a:p>
          <a:p>
            <a:r>
              <a:rPr lang="zh-TW" altLang="en-US" dirty="0"/>
              <a:t>📌 投影片畫面核心重點：</a:t>
            </a:r>
          </a:p>
          <a:p>
            <a:r>
              <a:rPr lang="en-US" altLang="zh-TW" dirty="0"/>
              <a:t>• </a:t>
            </a:r>
            <a:r>
              <a:rPr lang="zh-TW" altLang="en-US" dirty="0"/>
              <a:t>結構化匯總：四大模組 </a:t>
            </a:r>
            <a:r>
              <a:rPr lang="en-US" altLang="zh-TW" dirty="0"/>
              <a:t>11 </a:t>
            </a:r>
            <a:r>
              <a:rPr lang="zh-TW" altLang="en-US" dirty="0"/>
              <a:t>項核心突破速查矩陣</a:t>
            </a:r>
          </a:p>
          <a:p>
            <a:r>
              <a:rPr lang="en-US" altLang="zh-TW" dirty="0"/>
              <a:t>• </a:t>
            </a:r>
            <a:r>
              <a:rPr lang="zh-TW" altLang="en-US" dirty="0"/>
              <a:t>量化指標對照：</a:t>
            </a:r>
            <a:r>
              <a:rPr lang="en-US" altLang="zh-TW" dirty="0"/>
              <a:t>24MHz SPI (</a:t>
            </a:r>
            <a:r>
              <a:rPr lang="zh-TW" altLang="en-US" dirty="0"/>
              <a:t>提速 </a:t>
            </a:r>
            <a:r>
              <a:rPr lang="en-US" altLang="zh-TW" dirty="0"/>
              <a:t>24 </a:t>
            </a:r>
            <a:r>
              <a:rPr lang="zh-TW" altLang="en-US" dirty="0"/>
              <a:t>倍</a:t>
            </a:r>
            <a:r>
              <a:rPr lang="en-US" altLang="zh-TW" dirty="0"/>
              <a:t>)</a:t>
            </a:r>
            <a:r>
              <a:rPr lang="zh-TW" altLang="en-US" dirty="0"/>
              <a:t>、二筆節流 </a:t>
            </a:r>
            <a:r>
              <a:rPr lang="en-US" altLang="zh-TW" dirty="0"/>
              <a:t>(</a:t>
            </a:r>
            <a:r>
              <a:rPr lang="zh-TW" altLang="en-US" dirty="0"/>
              <a:t>掉筆率歸零</a:t>
            </a:r>
            <a:r>
              <a:rPr lang="en-US" altLang="zh-TW" dirty="0"/>
              <a:t>)</a:t>
            </a:r>
            <a:r>
              <a:rPr lang="zh-TW" altLang="en-US" dirty="0"/>
              <a:t>、</a:t>
            </a:r>
            <a:r>
              <a:rPr lang="en-US" altLang="zh-TW" dirty="0"/>
              <a:t>5</a:t>
            </a:r>
            <a:r>
              <a:rPr lang="zh-TW" altLang="en-US" dirty="0"/>
              <a:t>秒休眠 </a:t>
            </a:r>
            <a:r>
              <a:rPr lang="en-US" altLang="zh-TW" dirty="0"/>
              <a:t>(35mW)</a:t>
            </a:r>
            <a:r>
              <a:rPr lang="zh-TW" altLang="en-US" dirty="0"/>
              <a:t>、</a:t>
            </a:r>
            <a:r>
              <a:rPr lang="en-US" altLang="zh-TW" dirty="0"/>
              <a:t>0-Pixel Shift (</a:t>
            </a:r>
            <a:r>
              <a:rPr lang="zh-TW" altLang="en-US" dirty="0"/>
              <a:t>延遲降 </a:t>
            </a:r>
            <a:r>
              <a:rPr lang="en-US" altLang="zh-TW" dirty="0"/>
              <a:t>20%)</a:t>
            </a:r>
          </a:p>
          <a:p>
            <a:r>
              <a:rPr lang="en-US" altLang="zh-TW" dirty="0"/>
              <a:t>• </a:t>
            </a:r>
            <a:r>
              <a:rPr lang="zh-TW" altLang="en-US" dirty="0"/>
              <a:t>可落地知識資產：標準化 </a:t>
            </a:r>
            <a:r>
              <a:rPr lang="en-US" altLang="zh-TW" dirty="0"/>
              <a:t>SOP </a:t>
            </a:r>
            <a:r>
              <a:rPr lang="zh-TW" altLang="en-US" dirty="0"/>
              <a:t>供未來次世代彩色 </a:t>
            </a:r>
            <a:r>
              <a:rPr lang="en-US" altLang="zh-TW" dirty="0"/>
              <a:t>E-Ink </a:t>
            </a:r>
            <a:r>
              <a:rPr lang="zh-TW" altLang="en-US" dirty="0"/>
              <a:t>專案直接複用</a:t>
            </a:r>
          </a:p>
          <a:p>
            <a:endParaRPr lang="zh-TW" altLang="en-US" dirty="0"/>
          </a:p>
          <a:p>
            <a:r>
              <a:rPr lang="zh-TW" altLang="en-US" dirty="0"/>
              <a:t>🎙️ 講者逐字講稿（</a:t>
            </a:r>
            <a:r>
              <a:rPr lang="en-US" altLang="zh-TW" dirty="0"/>
              <a:t>Speaker</a:t>
            </a:r>
            <a:r>
              <a:rPr lang="zh-TW" altLang="en-US" dirty="0"/>
              <a:t> </a:t>
            </a:r>
            <a:r>
              <a:rPr lang="en-US" altLang="zh-TW" dirty="0"/>
              <a:t>Script</a:t>
            </a:r>
            <a:r>
              <a:rPr lang="zh-TW" altLang="en-US" dirty="0"/>
              <a:t>）：</a:t>
            </a:r>
          </a:p>
          <a:p>
            <a:r>
              <a:rPr lang="zh-TW" altLang="en-US" dirty="0"/>
              <a:t>「這張總表就是我們整個專案在量產維度上的精華速查手冊。</a:t>
            </a:r>
          </a:p>
          <a:p>
            <a:r>
              <a:rPr lang="zh-TW" altLang="en-US" dirty="0"/>
              <a:t>大家可以看到，從手寫延遲極限壓榨（</a:t>
            </a:r>
            <a:r>
              <a:rPr lang="en-US" altLang="zh-TW" dirty="0"/>
              <a:t>Lessons</a:t>
            </a:r>
            <a:r>
              <a:rPr lang="zh-TW" altLang="en-US" dirty="0"/>
              <a:t> </a:t>
            </a:r>
            <a:r>
              <a:rPr lang="en-US" altLang="zh-TW" dirty="0"/>
              <a:t>1, 2, 3</a:t>
            </a:r>
            <a:r>
              <a:rPr lang="zh-TW" altLang="en-US" dirty="0"/>
              <a:t>）、喚醒時序隔離（</a:t>
            </a:r>
            <a:r>
              <a:rPr lang="en-US" altLang="zh-TW" dirty="0"/>
              <a:t>Lesson</a:t>
            </a:r>
            <a:r>
              <a:rPr lang="zh-TW" altLang="en-US" dirty="0"/>
              <a:t> </a:t>
            </a:r>
            <a:r>
              <a:rPr lang="en-US" altLang="zh-TW" dirty="0"/>
              <a:t>4</a:t>
            </a:r>
            <a:r>
              <a:rPr lang="zh-TW" altLang="en-US" dirty="0"/>
              <a:t>）、</a:t>
            </a:r>
            <a:r>
              <a:rPr lang="en-US" altLang="zh-TW" dirty="0"/>
              <a:t>5 </a:t>
            </a:r>
            <a:r>
              <a:rPr lang="zh-TW" altLang="en-US" dirty="0"/>
              <a:t>秒休眠防串擾（</a:t>
            </a:r>
            <a:r>
              <a:rPr lang="en-US" altLang="zh-TW" dirty="0"/>
              <a:t>Lesson</a:t>
            </a:r>
            <a:r>
              <a:rPr lang="zh-TW" altLang="en-US" dirty="0"/>
              <a:t> </a:t>
            </a:r>
            <a:r>
              <a:rPr lang="en-US" altLang="zh-TW" dirty="0"/>
              <a:t>5</a:t>
            </a:r>
            <a:r>
              <a:rPr lang="zh-TW" altLang="en-US" dirty="0"/>
              <a:t>）、關閉 </a:t>
            </a:r>
            <a:r>
              <a:rPr lang="en-US" altLang="zh-TW" dirty="0"/>
              <a:t>MTK </a:t>
            </a:r>
            <a:r>
              <a:rPr lang="zh-TW" altLang="en-US" dirty="0"/>
              <a:t>畫質模組消滅微閃（</a:t>
            </a:r>
            <a:r>
              <a:rPr lang="en-US" altLang="zh-TW" dirty="0"/>
              <a:t>Lesson</a:t>
            </a:r>
            <a:r>
              <a:rPr lang="zh-TW" altLang="en-US" dirty="0"/>
              <a:t> </a:t>
            </a:r>
            <a:r>
              <a:rPr lang="en-US" altLang="zh-TW" dirty="0"/>
              <a:t>6</a:t>
            </a:r>
            <a:r>
              <a:rPr lang="zh-TW" altLang="en-US" dirty="0"/>
              <a:t>）、雙硬體 </a:t>
            </a:r>
            <a:r>
              <a:rPr lang="en-US" altLang="zh-TW" dirty="0"/>
              <a:t>Pin </a:t>
            </a:r>
            <a:r>
              <a:rPr lang="zh-TW" altLang="en-US" dirty="0"/>
              <a:t>腳互鎖防死鎖（</a:t>
            </a:r>
            <a:r>
              <a:rPr lang="en-US" altLang="zh-TW" dirty="0"/>
              <a:t>Lesson</a:t>
            </a:r>
            <a:r>
              <a:rPr lang="zh-TW" altLang="en-US" dirty="0"/>
              <a:t> </a:t>
            </a:r>
            <a:r>
              <a:rPr lang="en-US" altLang="zh-TW" dirty="0"/>
              <a:t>7</a:t>
            </a:r>
            <a:r>
              <a:rPr lang="zh-TW" altLang="en-US" dirty="0"/>
              <a:t>）、三大視覺化診斷工具鏈（</a:t>
            </a:r>
            <a:r>
              <a:rPr lang="en-US" altLang="zh-TW" dirty="0"/>
              <a:t>Lessons</a:t>
            </a:r>
            <a:r>
              <a:rPr lang="zh-TW" altLang="en-US" dirty="0"/>
              <a:t> </a:t>
            </a:r>
            <a:r>
              <a:rPr lang="en-US" altLang="zh-TW" dirty="0"/>
              <a:t>8, 9, 10</a:t>
            </a:r>
            <a:r>
              <a:rPr lang="zh-TW" altLang="en-US" dirty="0"/>
              <a:t>），一直到剛才深入拆解的 </a:t>
            </a:r>
            <a:r>
              <a:rPr lang="en-US" altLang="zh-TW" dirty="0"/>
              <a:t>Test Pattern </a:t>
            </a:r>
            <a:r>
              <a:rPr lang="zh-TW" altLang="en-US" dirty="0"/>
              <a:t>幾何校準防延遲劣化（</a:t>
            </a:r>
            <a:r>
              <a:rPr lang="en-US" altLang="zh-TW" dirty="0"/>
              <a:t>Lesson</a:t>
            </a:r>
            <a:r>
              <a:rPr lang="zh-TW" altLang="en-US" dirty="0"/>
              <a:t> </a:t>
            </a:r>
            <a:r>
              <a:rPr lang="en-US" altLang="zh-TW" dirty="0"/>
              <a:t>11</a:t>
            </a:r>
            <a:r>
              <a:rPr lang="zh-TW" altLang="en-US" dirty="0"/>
              <a:t>）。</a:t>
            </a:r>
          </a:p>
          <a:p>
            <a:r>
              <a:rPr lang="zh-TW" altLang="en-US" dirty="0"/>
              <a:t>每一個條目，左邊是問題現象與物理根因，右邊是我們驗證過、能直接寫進產線 </a:t>
            </a:r>
            <a:r>
              <a:rPr lang="en-US" altLang="zh-TW" dirty="0"/>
              <a:t>SOP </a:t>
            </a:r>
            <a:r>
              <a:rPr lang="zh-TW" altLang="en-US" dirty="0"/>
              <a:t>的標準工程解法與量化效益！</a:t>
            </a:r>
          </a:p>
          <a:p>
            <a:r>
              <a:rPr lang="zh-TW" altLang="en-US" dirty="0"/>
              <a:t>這 </a:t>
            </a:r>
            <a:r>
              <a:rPr lang="en-US" altLang="zh-TW" dirty="0"/>
              <a:t>11 </a:t>
            </a:r>
            <a:r>
              <a:rPr lang="zh-TW" altLang="en-US" dirty="0"/>
              <a:t>大資產，不僅保障了我們這款產品的成功量產，更沉澱為我們團隊下一代產品最堅固的護城河！</a:t>
            </a:r>
          </a:p>
          <a:p>
            <a:r>
              <a:rPr lang="zh-TW" altLang="en-US" dirty="0"/>
              <a:t>最後，我們花 </a:t>
            </a:r>
            <a:r>
              <a:rPr lang="en-US" altLang="zh-TW" dirty="0"/>
              <a:t>2 </a:t>
            </a:r>
            <a:r>
              <a:rPr lang="zh-TW" altLang="en-US" dirty="0"/>
              <a:t>分鐘總結專案價值與未來展望。請看 </a:t>
            </a:r>
            <a:r>
              <a:rPr lang="en-US" altLang="zh-TW" dirty="0"/>
              <a:t>Slide 28</a:t>
            </a:r>
            <a:r>
              <a:rPr lang="zh-TW" altLang="en-US" dirty="0"/>
              <a:t>。」</a:t>
            </a:r>
          </a:p>
          <a:p>
            <a:endParaRPr lang="zh-TW" altLang="en-US" dirty="0"/>
          </a:p>
          <a:p>
            <a:r>
              <a:rPr lang="zh-TW" altLang="en-US" dirty="0"/>
              <a:t>🔄 翻頁轉場提示：</a:t>
            </a:r>
          </a:p>
          <a:p>
            <a:r>
              <a:rPr lang="en-US" altLang="zh-TW" dirty="0"/>
              <a:t>【</a:t>
            </a:r>
            <a:r>
              <a:rPr lang="zh-TW" altLang="en-US" dirty="0"/>
              <a:t>點擊切換至 </a:t>
            </a:r>
            <a:r>
              <a:rPr lang="en-US" altLang="zh-TW" dirty="0"/>
              <a:t>Slide 28</a:t>
            </a:r>
            <a:r>
              <a:rPr lang="zh-TW" altLang="en-US" dirty="0"/>
              <a:t>：專案核心價值總結</a:t>
            </a:r>
            <a:r>
              <a:rPr lang="en-US" altLang="zh-TW" dirty="0"/>
              <a:t>】</a:t>
            </a:r>
          </a:p>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28：08 / </a:t>
            </a:r>
            <a:r>
              <a:rPr dirty="0" err="1"/>
              <a:t>專案核心價值總結：四大技術支柱</a:t>
            </a:r>
            <a:r>
              <a:rPr dirty="0"/>
              <a:t> (Summary &amp; Takeaways)】</a:t>
            </a:r>
          </a:p>
          <a:p>
            <a:r>
              <a:rPr dirty="0"/>
              <a:t>⏱️ 建議時長：1.0 min（時間軸：51:00 - 52:00）</a:t>
            </a:r>
          </a:p>
          <a:p>
            <a:endParaRPr dirty="0"/>
          </a:p>
          <a:p>
            <a:r>
              <a:rPr dirty="0"/>
              <a:t>📌 </a:t>
            </a:r>
            <a:r>
              <a:rPr dirty="0" err="1"/>
              <a:t>投影片畫面核心重點</a:t>
            </a:r>
            <a:r>
              <a:rPr dirty="0"/>
              <a:t>：</a:t>
            </a:r>
          </a:p>
          <a:p>
            <a:r>
              <a:rPr dirty="0"/>
              <a:t>• </a:t>
            </a:r>
            <a:r>
              <a:rPr dirty="0" err="1"/>
              <a:t>支柱一：全棧軟硬體深度協同</a:t>
            </a:r>
            <a:r>
              <a:rPr dirty="0"/>
              <a:t> (I2C/SPI/MIPI </a:t>
            </a:r>
            <a:r>
              <a:rPr dirty="0" err="1"/>
              <a:t>三通道各司其職</a:t>
            </a:r>
            <a:r>
              <a:rPr dirty="0"/>
              <a:t>)</a:t>
            </a:r>
          </a:p>
          <a:p>
            <a:r>
              <a:rPr dirty="0"/>
              <a:t>• </a:t>
            </a:r>
            <a:r>
              <a:rPr dirty="0" err="1"/>
              <a:t>支柱二：雙重</a:t>
            </a:r>
            <a:r>
              <a:rPr dirty="0"/>
              <a:t> Bypass </a:t>
            </a:r>
            <a:r>
              <a:rPr dirty="0" err="1"/>
              <a:t>旁路直通</a:t>
            </a:r>
            <a:r>
              <a:rPr dirty="0"/>
              <a:t> (Sub-28ms </a:t>
            </a:r>
            <a:r>
              <a:rPr dirty="0" err="1"/>
              <a:t>紙筆級手寫體驗</a:t>
            </a:r>
            <a:r>
              <a:rPr dirty="0"/>
              <a:t>)</a:t>
            </a:r>
          </a:p>
          <a:p>
            <a:r>
              <a:rPr dirty="0"/>
              <a:t>• </a:t>
            </a:r>
            <a:r>
              <a:rPr dirty="0" err="1"/>
              <a:t>支柱三：系統級</a:t>
            </a:r>
            <a:r>
              <a:rPr dirty="0"/>
              <a:t> 256階 Dither </a:t>
            </a:r>
            <a:r>
              <a:rPr dirty="0" err="1"/>
              <a:t>突破</a:t>
            </a:r>
            <a:r>
              <a:rPr dirty="0"/>
              <a:t> (3.8ms </a:t>
            </a:r>
            <a:r>
              <a:rPr dirty="0" err="1"/>
              <a:t>平行加速消除色階斷層</a:t>
            </a:r>
            <a:r>
              <a:rPr dirty="0"/>
              <a:t>)</a:t>
            </a:r>
          </a:p>
          <a:p>
            <a:r>
              <a:rPr dirty="0"/>
              <a:t>• 支柱四：11 </a:t>
            </a:r>
            <a:r>
              <a:rPr dirty="0" err="1"/>
              <a:t>大量產血淚閉環</a:t>
            </a:r>
            <a:r>
              <a:rPr dirty="0"/>
              <a:t> (</a:t>
            </a:r>
            <a:r>
              <a:rPr dirty="0" err="1"/>
              <a:t>高可靠性架構與</a:t>
            </a:r>
            <a:r>
              <a:rPr dirty="0"/>
              <a:t> 5 </a:t>
            </a:r>
            <a:r>
              <a:rPr dirty="0" err="1"/>
              <a:t>分鐘除錯工具鏈</a:t>
            </a:r>
            <a:r>
              <a:rPr dirty="0"/>
              <a:t>)</a:t>
            </a:r>
          </a:p>
          <a:p>
            <a:endParaRPr dirty="0"/>
          </a:p>
          <a:p>
            <a:r>
              <a:rPr dirty="0"/>
              <a:t>🎙️ </a:t>
            </a:r>
            <a:r>
              <a:rPr dirty="0" err="1"/>
              <a:t>講者逐字講稿（Speaker</a:t>
            </a:r>
            <a:r>
              <a:rPr dirty="0"/>
              <a:t> Script）：</a:t>
            </a:r>
          </a:p>
          <a:p>
            <a:r>
              <a:rPr dirty="0"/>
              <a:t>「回顧整個專案，我們之所以能將一款看似物理響應極慢的單色電子紙，打造成媲美真實紙筆體驗的旗艦智慧水墨筆記本，核心就在於我們構築的『四大技術支柱』：</a:t>
            </a:r>
          </a:p>
          <a:p>
            <a:endParaRPr dirty="0"/>
          </a:p>
          <a:p>
            <a:r>
              <a:rPr dirty="0" err="1"/>
              <a:t>第一是【軟硬體深度協同</a:t>
            </a:r>
            <a:r>
              <a:rPr dirty="0"/>
              <a:t>】：</a:t>
            </a:r>
            <a:r>
              <a:rPr dirty="0" err="1"/>
              <a:t>我們沒有向硬體妥協，而是自主開闢了</a:t>
            </a:r>
            <a:r>
              <a:rPr dirty="0"/>
              <a:t> I2C、SPI 與 MIPI </a:t>
            </a:r>
            <a:r>
              <a:rPr dirty="0" err="1"/>
              <a:t>三通道架構，實現了控制、手寫與顯示的完全解耦</a:t>
            </a:r>
            <a:r>
              <a:rPr dirty="0"/>
              <a:t>；</a:t>
            </a:r>
          </a:p>
          <a:p>
            <a:r>
              <a:rPr dirty="0" err="1"/>
              <a:t>第二是【雙重</a:t>
            </a:r>
            <a:r>
              <a:rPr dirty="0"/>
              <a:t> Bypass </a:t>
            </a:r>
            <a:r>
              <a:rPr dirty="0" err="1"/>
              <a:t>旁路直通</a:t>
            </a:r>
            <a:r>
              <a:rPr dirty="0"/>
              <a:t>】：</a:t>
            </a:r>
            <a:r>
              <a:rPr dirty="0" err="1"/>
              <a:t>敢於打破</a:t>
            </a:r>
            <a:r>
              <a:rPr dirty="0"/>
              <a:t> Android </a:t>
            </a:r>
            <a:r>
              <a:rPr dirty="0" err="1"/>
              <a:t>框架的陳舊枷鎖，觸控直採加上繪圖直刷，硬核達成</a:t>
            </a:r>
            <a:r>
              <a:rPr dirty="0"/>
              <a:t> Sub-28ms </a:t>
            </a:r>
            <a:r>
              <a:rPr dirty="0" err="1"/>
              <a:t>極致延遲</a:t>
            </a:r>
            <a:r>
              <a:rPr dirty="0"/>
              <a:t>；</a:t>
            </a:r>
          </a:p>
          <a:p>
            <a:r>
              <a:rPr dirty="0" err="1"/>
              <a:t>第三是【系統級</a:t>
            </a:r>
            <a:r>
              <a:rPr dirty="0"/>
              <a:t> 256階 Dither </a:t>
            </a:r>
            <a:r>
              <a:rPr dirty="0" err="1"/>
              <a:t>突破</a:t>
            </a:r>
            <a:r>
              <a:rPr dirty="0"/>
              <a:t>】：在 16 </a:t>
            </a:r>
            <a:r>
              <a:rPr dirty="0" err="1"/>
              <a:t>階硬體上以</a:t>
            </a:r>
            <a:r>
              <a:rPr dirty="0"/>
              <a:t> 3.8 </a:t>
            </a:r>
            <a:r>
              <a:rPr dirty="0" err="1"/>
              <a:t>毫秒的平行運算呈現絲滑漸層</a:t>
            </a:r>
            <a:r>
              <a:rPr dirty="0"/>
              <a:t>；</a:t>
            </a:r>
          </a:p>
          <a:p>
            <a:r>
              <a:rPr dirty="0"/>
              <a:t>第四是【11 </a:t>
            </a:r>
            <a:r>
              <a:rPr dirty="0" err="1"/>
              <a:t>大量產血淚閉環</a:t>
            </a:r>
            <a:r>
              <a:rPr dirty="0"/>
              <a:t>】：</a:t>
            </a:r>
            <a:r>
              <a:rPr dirty="0" err="1"/>
              <a:t>用示波器抓出死鎖、用幾何</a:t>
            </a:r>
            <a:r>
              <a:rPr dirty="0"/>
              <a:t> Test Pattern </a:t>
            </a:r>
            <a:r>
              <a:rPr dirty="0" err="1"/>
              <a:t>消除</a:t>
            </a:r>
            <a:r>
              <a:rPr dirty="0"/>
              <a:t> 1px Shift </a:t>
            </a:r>
            <a:r>
              <a:rPr dirty="0" err="1"/>
              <a:t>延遲劣化、用三大工具鏈劃清責任邊界</a:t>
            </a:r>
            <a:r>
              <a:rPr dirty="0"/>
              <a:t>！</a:t>
            </a:r>
          </a:p>
          <a:p>
            <a:r>
              <a:rPr dirty="0" err="1"/>
              <a:t>正是這四大支柱，共同成就了這項工程的成功。那麼，電子紙技術的未來又將走向何方？請看</a:t>
            </a:r>
            <a:r>
              <a:rPr dirty="0"/>
              <a:t> Slide 29。」</a:t>
            </a:r>
          </a:p>
          <a:p>
            <a:endParaRPr dirty="0"/>
          </a:p>
          <a:p>
            <a:r>
              <a:rPr dirty="0"/>
              <a:t>🔄 </a:t>
            </a:r>
            <a:r>
              <a:rPr dirty="0" err="1"/>
              <a:t>翻頁轉場提示</a:t>
            </a:r>
            <a:r>
              <a:rPr dirty="0"/>
              <a:t>：</a:t>
            </a:r>
          </a:p>
          <a:p>
            <a:r>
              <a:rPr dirty="0"/>
              <a:t>【</a:t>
            </a:r>
            <a:r>
              <a:rPr dirty="0" err="1"/>
              <a:t>點擊切換至</a:t>
            </a:r>
            <a:r>
              <a:rPr dirty="0"/>
              <a:t> Slide 29：次世代電子紙展望】</a:t>
            </a:r>
          </a:p>
        </p:txBody>
      </p:sp>
      <p:sp>
        <p:nvSpPr>
          <p:cNvPr id="684" name="Google Shape;684;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32：感謝聆聽 · 現場 10 分鐘 Q&amp;A 與問答互動 (Thank You &amp; Q&amp;A)】</a:t>
            </a:r>
          </a:p>
          <a:p>
            <a:r>
              <a:t>⏱️ 建議時長：7.0 ~ 10.0 min（時間軸：53:00 - 60:00）</a:t>
            </a:r>
          </a:p>
          <a:p>
            <a:endParaRPr/>
          </a:p>
          <a:p>
            <a:r>
              <a:t>📌 投影片畫面核心重點：</a:t>
            </a:r>
          </a:p>
          <a:p>
            <a:r>
              <a:t>• 致謝開場，感謝現場評審、主管與跨部門同仁的專注聆聽</a:t>
            </a:r>
          </a:p>
          <a:p>
            <a:r>
              <a:t>• 回顧五大核心提問方向：Waveform &amp; VCOM 校準、28ms 手寫直通、Test Pattern 幾何校準、Framework Dither、11 大量產血淚實戰</a:t>
            </a:r>
          </a:p>
          <a:p>
            <a:r>
              <a:t>• 熱情邀請大家展開最深入、最真實的技術探討</a:t>
            </a:r>
          </a:p>
          <a:p>
            <a:endParaRPr/>
          </a:p>
          <a:p>
            <a:r>
              <a:t>🎙️ 講者逐字講稿（Speaker Script）：</a:t>
            </a:r>
          </a:p>
          <a:p>
            <a:r>
              <a:t>「非常感謝各位評審、主管與工程同仁在過去 50 分鐘裡的專注聆聽！</a:t>
            </a:r>
          </a:p>
          <a:p>
            <a:r>
              <a:t>我們這場演講從底層電泳物理、雙通道硬體鏈路、核心驅動、Framework 原位 Dither、手寫 28ms 演算法，一直聊到量產 11 大避坑血淚史與幾何 Test Pattern 0-Pixel Shift 校準。</a:t>
            </a:r>
          </a:p>
          <a:p>
            <a:r>
              <a:t>正如大家所見，電子紙雖然是一個極具挑戰性、充滿物理枷鎖的特殊顯示領域，但只要我們深入理解物理原理、敢於在軟體架構上打破傳統常規，就一定能夠在看似不可能的物理限制中，開拓出極致的產品體驗！</a:t>
            </a:r>
          </a:p>
          <a:p>
            <a:r>
              <a:t>接下來的時間，是現場 Q&amp;A 時間。無論是關於 Waveform 波形調試、VCOM 產線排查、手寫直通的安全性防護、Test Pattern 幾何校準、還是任何量產死鎖問題，歡迎大家盡情提出，我們深入交流！謝謝大家！」</a:t>
            </a:r>
          </a:p>
          <a:p>
            <a:endParaRPr/>
          </a:p>
          <a:p>
            <a:r>
              <a:t>🔄 翻頁轉場提示：</a:t>
            </a:r>
          </a:p>
          <a:p>
            <a:r>
              <a:t>【演講正式圓滿結束，進入現場 Q&amp;A 互動】</a:t>
            </a:r>
          </a:p>
        </p:txBody>
      </p:sp>
      <p:sp>
        <p:nvSpPr>
          <p:cNvPr id="758" name="Google Shape;758;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29：08 / 電子紙技術演進與次世代架構展望 (Technology Roadmap)】</a:t>
            </a:r>
          </a:p>
          <a:p>
            <a:r>
              <a:t>⏱️ 建議時長：1.0 min（時間軸：52:00 - 53:00）</a:t>
            </a:r>
          </a:p>
          <a:p>
            <a:endParaRPr/>
          </a:p>
          <a:p>
            <a:r>
              <a:t>📌 投影片畫面核心重點：</a:t>
            </a:r>
          </a:p>
          <a:p>
            <a:r>
              <a:t>• 技術演進三部曲：傳統單色 Carta ➔ 混色濾光片 Kaleido 3 (4096色) ➔ 次世代全色域微膠囊 Gallery 3 (ACeP 5萬色)</a:t>
            </a:r>
          </a:p>
          <a:p>
            <a:r>
              <a:t>• 架構挑戰升級：粒子更多 (四粒子電泳)、波形序列更長 (500~1500ms)、色彩飽和度與刷新延遲的極限權衡</a:t>
            </a:r>
          </a:p>
          <a:p>
            <a:r>
              <a:t>• 架構延伸價值：今日在單色上建立的雙通道驅動、Dither 引擎與除錯工具鏈，將成為次世代彩色架構的即戰力基石</a:t>
            </a:r>
          </a:p>
          <a:p>
            <a:endParaRPr/>
          </a:p>
          <a:p>
            <a:r>
              <a:t>🎙️ 講者逐字講稿（Speaker Script）：</a:t>
            </a:r>
          </a:p>
          <a:p>
            <a:r>
              <a:t>「這張技術演進圖勾勒了電子紙顯示技術的未來藍圖。</a:t>
            </a:r>
          </a:p>
          <a:p>
            <a:r>
              <a:t>從我們今天深入探討的單色 Carta，到透過彩色濾光片實現 4096 色的 Kaleido 3，再到真正採用四粒子電泳機制的次世代全彩旗艦——Gallery 3（ACeP，先進彩色電子紙）。</a:t>
            </a:r>
          </a:p>
          <a:p>
            <a:r>
              <a:t>Gallery 3 能夠呈現超過 5 萬種飽和色彩，但它的物理驅動比單色複雜數十倍！四種不同荷電特性的彩色粒子在微囊內漂移，全彩刷新時間長達 1 到 1.5 秒。</a:t>
            </a:r>
          </a:p>
          <a:p>
            <a:r>
              <a:t>但是，大家不用擔心！我們今天在這款單色產品上所驗證的『雙重 Bypass 手寫架構』、『多執行緒原位 Dither 引擎』、以及『幾何 Test Pattern 0-Pixel Shift 校準法』，已經為彩色電子紙打下了最堅固的基礎！</a:t>
            </a:r>
          </a:p>
          <a:p>
            <a:r>
              <a:t>未來在全彩架構中，我們依然可以用黑白 DU 模式實現極速手寫，而在背景用非同步佇列調度全彩波形，讓未來的全彩電子紙設備兼具絢麗色彩與紙筆出墨！</a:t>
            </a:r>
          </a:p>
          <a:p>
            <a:r>
              <a:t>投影片後方附有兩頁全彩 Gallery 3 的備用附錄，歡迎有興趣的同仁在 Q&amp;A 時深入探討。</a:t>
            </a:r>
          </a:p>
          <a:p>
            <a:r>
              <a:t>現在，讓我們正式進入最後的現場問答環節！請看 Slide 32。」</a:t>
            </a:r>
          </a:p>
          <a:p>
            <a:endParaRPr/>
          </a:p>
          <a:p>
            <a:r>
              <a:t>🔄 翻頁轉場提示：</a:t>
            </a:r>
          </a:p>
          <a:p>
            <a:r>
              <a:t>【點擊切換至 Slide 32：致謝與現場 Q&amp;A】</a:t>
            </a:r>
          </a:p>
        </p:txBody>
      </p:sp>
      <p:sp>
        <p:nvSpPr>
          <p:cNvPr id="706" name="Google Shape;706;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30：附錄 A / 【附錄 A】全彩 Gallery 3 (ACeP) 四粒子電泳機制 (Backup)】</a:t>
            </a:r>
          </a:p>
          <a:p>
            <a:r>
              <a:t>⏱️ 建議時長：備用（時間軸：Q&amp;A 備援）</a:t>
            </a:r>
          </a:p>
          <a:p>
            <a:endParaRPr/>
          </a:p>
          <a:p>
            <a:r>
              <a:t>📌 投影片畫面核心重點：</a:t>
            </a:r>
          </a:p>
          <a:p>
            <a:r>
              <a:t>• 四粒子電泳系統：青色 (Cyan)、洋紅 (Magenta)、黃色 (Yellow) 與白色 (White) 微粒</a:t>
            </a:r>
          </a:p>
          <a:p>
            <a:r>
              <a:t>• 複雜電壓階梯：利用粒子不同的帶電量 (Charge Level) 與遷移率 (Mobility)，以複雜正負電壓階梯分層沉降</a:t>
            </a:r>
          </a:p>
          <a:p>
            <a:r>
              <a:t>• 色彩過渡清潔：全彩切換純文字時容易出現彩微粒沉降不完全的暗紅血絲殘影，需強制執行色彩清潔波形</a:t>
            </a:r>
          </a:p>
          <a:p>
            <a:endParaRPr/>
          </a:p>
          <a:p>
            <a:r>
              <a:t>🎙️ 講者逐字講稿（Speaker Script）：</a:t>
            </a:r>
          </a:p>
          <a:p>
            <a:r>
              <a:t>「（本頁為 Q&amp;A 備用頁，當評審詢問『全彩電子紙與單色電子紙的物理原理有何差異？』時翻至此頁說明）：</a:t>
            </a:r>
          </a:p>
          <a:p>
            <a:r>
              <a:t>『感謝提問。全彩 Gallery 3（ACeP）不再使用黑白雙微粒，而是在單一微膠囊內放入了青色、洋紅、黃色和白色四種彩色微粒。</a:t>
            </a:r>
          </a:p>
          <a:p>
            <a:r>
              <a:t>每種彩色微粒帶有不同極性與不同帶電量（Charge Mass Ratio）。</a:t>
            </a:r>
          </a:p>
          <a:p>
            <a:r>
              <a:t>為了調出指定的顏色，驅動波形必須像彈鋼琴一樣，施加高達四到五個不同電壓階梯（如 +15V, +5V, -5V, -15V）的連續脈衝，利用微粒漂移速度的物理差異，將目標顏色的微粒精確分層沉降到頂部。</a:t>
            </a:r>
          </a:p>
          <a:p>
            <a:r>
              <a:t>這項技術最大的架構挑戰，在於全彩切換回純文字時容易出現『暗紅血絲殘影』，我們的解法是在切換前強制在後台執行一次『色彩清潔過渡態』，先用原彩波形把彩微粒全部壓回底部，再進入純黑白波形，徹底根除彩色殘影！』」</a:t>
            </a:r>
          </a:p>
          <a:p>
            <a:endParaRPr/>
          </a:p>
          <a:p>
            <a:r>
              <a:t>🔄 翻頁轉場提示：</a:t>
            </a:r>
          </a:p>
          <a:p>
            <a:r>
              <a:t>【Q&amp;A 備用頁面】</a:t>
            </a:r>
          </a:p>
        </p:txBody>
      </p:sp>
      <p:sp>
        <p:nvSpPr>
          <p:cNvPr id="724" name="Google Shape;72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【Slide 31：附錄 B / 【附錄 B】全彩 Waveform 三大模式：飽和度與延遲權衡 (Backup)】</a:t>
            </a:r>
          </a:p>
          <a:p>
            <a:r>
              <a:t>⏱️ 建議時長：備用（時間軸：Q&amp;A 備援）</a:t>
            </a:r>
          </a:p>
          <a:p>
            <a:endParaRPr/>
          </a:p>
          <a:p>
            <a:r>
              <a:t>📌 投影片畫面核心重點：</a:t>
            </a:r>
          </a:p>
          <a:p>
            <a:r>
              <a:t>• 三大彩色模式參數對比：Color Fast (150~300ms, 適合彩墨手寫/滑動), Color Normal (500~800ms, 平衡態), Color High Quality (1000~1500ms, 頂級全彩畫質)</a:t>
            </a:r>
          </a:p>
          <a:p>
            <a:r>
              <a:t>• 工程三角權衡法則：色彩飽和度、刷新延遲、殘影抑制三者互斥，必須依場景動態調度</a:t>
            </a:r>
          </a:p>
          <a:p>
            <a:endParaRPr/>
          </a:p>
          <a:p>
            <a:r>
              <a:t>🎙️ 講者逐字講稿（Speaker Script）：</a:t>
            </a:r>
          </a:p>
          <a:p>
            <a:r>
              <a:t>「（本頁為 Q&amp;A 備用頁，當評審詢問『彩色手寫延遲為什麼比單色慢？如何取捨？』時翻至此頁說明）：</a:t>
            </a:r>
          </a:p>
          <a:p>
            <a:r>
              <a:t>『感謝提問。彩色電子紙在波形調度上，面臨著比單色更嚴苛的三角權衡（速度 vs 飽和度 vs 殘影）。</a:t>
            </a:r>
          </a:p>
          <a:p>
            <a:r>
              <a:t>原廠針對 Gallery 3 提供了三種主要模式：</a:t>
            </a:r>
          </a:p>
          <a:p>
            <a:r>
              <a:t>1. Color Fast 模式（150~300ms）：為了達到可接受的手寫與滑動速度，它允許彩色微粒只進行部分沉降，因此犧牲了大約 30% 的色彩飽和度；</a:t>
            </a:r>
          </a:p>
          <a:p>
            <a:r>
              <a:t>2. Color Normal 模式（500~800ms）：飽和度與延遲的平衡點，適合彩色圖書閱讀；</a:t>
            </a:r>
          </a:p>
          <a:p>
            <a:r>
              <a:t>3. Color High Quality 模式（1000~1500ms）：需要長達 1.5 秒的漫長波形序列，才能讓四種微粒完全定位，呈現最鮮豔的插畫與照片。</a:t>
            </a:r>
          </a:p>
          <a:p>
            <a:r>
              <a:t>我們在軟體架構上的應對策略是：手寫時強制鎖定 Color Fast 或純單色 DU，而在閱讀靜態彩色漫畫時才動態升級至 High Quality，確保使用者在操作時感覺不到笨重！』」</a:t>
            </a:r>
          </a:p>
          <a:p>
            <a:endParaRPr/>
          </a:p>
          <a:p>
            <a:r>
              <a:t>🔄 翻頁轉場提示：</a:t>
            </a:r>
          </a:p>
          <a:p>
            <a:r>
              <a:t>【Q&amp;A 備用頁面】</a:t>
            </a:r>
          </a:p>
        </p:txBody>
      </p:sp>
      <p:sp>
        <p:nvSpPr>
          <p:cNvPr id="737" name="Google Shape;73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17：05 / </a:t>
            </a:r>
            <a:r>
              <a:rPr dirty="0" err="1"/>
              <a:t>CanvasDraw</a:t>
            </a:r>
            <a:r>
              <a:rPr dirty="0"/>
              <a:t> </a:t>
            </a:r>
            <a:r>
              <a:rPr dirty="0" err="1"/>
              <a:t>演算法突破：安全邊距外擴與動態對角線網格</a:t>
            </a:r>
            <a:r>
              <a:rPr dirty="0"/>
              <a:t>】</a:t>
            </a:r>
          </a:p>
          <a:p>
            <a:r>
              <a:rPr dirty="0"/>
              <a:t>⏱️ 建議時長：2.5 min（時間軸：30:30 - 33:00）</a:t>
            </a:r>
          </a:p>
          <a:p>
            <a:endParaRPr dirty="0"/>
          </a:p>
          <a:p>
            <a:r>
              <a:rPr dirty="0"/>
              <a:t>📌 </a:t>
            </a:r>
            <a:r>
              <a:rPr dirty="0" err="1"/>
              <a:t>投影片畫面核心重點</a:t>
            </a:r>
            <a:r>
              <a:rPr dirty="0"/>
              <a:t>：</a:t>
            </a:r>
          </a:p>
          <a:p>
            <a:r>
              <a:rPr dirty="0"/>
              <a:t>• </a:t>
            </a:r>
            <a:r>
              <a:rPr dirty="0" err="1"/>
              <a:t>演算法</a:t>
            </a:r>
            <a:r>
              <a:rPr dirty="0"/>
              <a:t> 1：安全邊距外擴 (Margin Expansion) —— </a:t>
            </a:r>
            <a:r>
              <a:rPr dirty="0" err="1"/>
              <a:t>依筆寬與速度動態外擴</a:t>
            </a:r>
            <a:r>
              <a:rPr dirty="0"/>
              <a:t> 4~8 </a:t>
            </a:r>
            <a:r>
              <a:rPr dirty="0" err="1"/>
              <a:t>像素，徹底消除邊界筆跡截斷</a:t>
            </a:r>
            <a:r>
              <a:rPr dirty="0"/>
              <a:t> (Clipping)</a:t>
            </a:r>
          </a:p>
          <a:p>
            <a:r>
              <a:rPr dirty="0"/>
              <a:t>• </a:t>
            </a:r>
            <a:r>
              <a:rPr dirty="0" err="1"/>
              <a:t>演算法</a:t>
            </a:r>
            <a:r>
              <a:rPr dirty="0"/>
              <a:t> 2：動態對角線網格聚合 (Dynamic Diagonal Grid) —— </a:t>
            </a:r>
            <a:r>
              <a:rPr dirty="0" err="1"/>
              <a:t>將連續筆劃聚合為外接矩形，避免碎裂小包灌爆</a:t>
            </a:r>
            <a:r>
              <a:rPr dirty="0"/>
              <a:t> T-Con FIFO</a:t>
            </a:r>
          </a:p>
          <a:p>
            <a:r>
              <a:rPr dirty="0"/>
              <a:t>• </a:t>
            </a:r>
            <a:r>
              <a:rPr dirty="0" err="1"/>
              <a:t>雙緩衝原子交換</a:t>
            </a:r>
            <a:r>
              <a:rPr dirty="0"/>
              <a:t> (Double-Buffering Swap)：</a:t>
            </a:r>
            <a:r>
              <a:rPr dirty="0" err="1"/>
              <a:t>前台無感書寫，後台非同步遞交，零撕裂感</a:t>
            </a:r>
            <a:endParaRPr dirty="0"/>
          </a:p>
          <a:p>
            <a:endParaRPr dirty="0"/>
          </a:p>
          <a:p>
            <a:r>
              <a:rPr dirty="0"/>
              <a:t>🎙️ </a:t>
            </a:r>
            <a:r>
              <a:rPr dirty="0" err="1"/>
              <a:t>講者逐字講稿（Speaker</a:t>
            </a:r>
            <a:r>
              <a:rPr dirty="0"/>
              <a:t> Script）：</a:t>
            </a:r>
          </a:p>
          <a:p>
            <a:r>
              <a:rPr dirty="0"/>
              <a:t>「</a:t>
            </a:r>
            <a:r>
              <a:rPr dirty="0" err="1"/>
              <a:t>座標進來之後，如果你的幾何繪圖演算法寫得不好，畫面立刻會出現嚴重的鋸齒、斷筆或撕裂。我們自研的</a:t>
            </a:r>
            <a:r>
              <a:rPr dirty="0"/>
              <a:t> `</a:t>
            </a:r>
            <a:r>
              <a:rPr dirty="0" err="1"/>
              <a:t>CanvasDraw</a:t>
            </a:r>
            <a:r>
              <a:rPr dirty="0"/>
              <a:t>` </a:t>
            </a:r>
            <a:r>
              <a:rPr dirty="0" err="1"/>
              <a:t>手寫核心，內部包含了三大經典幾何演算法</a:t>
            </a:r>
            <a:r>
              <a:rPr dirty="0"/>
              <a:t>：</a:t>
            </a:r>
          </a:p>
          <a:p>
            <a:endParaRPr dirty="0"/>
          </a:p>
          <a:p>
            <a:r>
              <a:rPr dirty="0" err="1"/>
              <a:t>首先看【演算法</a:t>
            </a:r>
            <a:r>
              <a:rPr dirty="0"/>
              <a:t> 1：安全邊距動態外擴（Margin Expansion）】。</a:t>
            </a:r>
          </a:p>
          <a:p>
            <a:r>
              <a:rPr dirty="0" err="1"/>
              <a:t>在直通模式下，為了極致速度，我們只能局部刷新髒矩形（Dirty</a:t>
            </a:r>
            <a:r>
              <a:rPr dirty="0"/>
              <a:t> </a:t>
            </a:r>
            <a:r>
              <a:rPr dirty="0" err="1"/>
              <a:t>Rect</a:t>
            </a:r>
            <a:r>
              <a:rPr dirty="0"/>
              <a:t>）。</a:t>
            </a:r>
            <a:r>
              <a:rPr dirty="0" err="1"/>
              <a:t>很多初學者寫的演算法，直接把相鄰兩點的座標作為矩形邊界。但真實的毛筆或鋼筆是有『筆寬（Stroke</a:t>
            </a:r>
            <a:r>
              <a:rPr dirty="0"/>
              <a:t> Width）』的，而且筆尖高速移動時貝茲曲線會向外微幅彎曲。如果你只取座標點，筆跡邊緣就會被生生削掉一條邊，看起來就像被狗啃過一樣（Clipping </a:t>
            </a:r>
            <a:r>
              <a:rPr dirty="0" err="1"/>
              <a:t>瑕疵</a:t>
            </a:r>
            <a:r>
              <a:rPr dirty="0"/>
              <a:t>）！</a:t>
            </a:r>
          </a:p>
          <a:p>
            <a:r>
              <a:rPr dirty="0" err="1"/>
              <a:t>我們的演算法會根據即時筆寬與書寫加速度向量，動態向四周外擴</a:t>
            </a:r>
            <a:r>
              <a:rPr dirty="0"/>
              <a:t> 4 到 8 </a:t>
            </a:r>
            <a:r>
              <a:rPr dirty="0" err="1"/>
              <a:t>個像素的安全邊界，確保每一滴墨水的微觀邊緣都被</a:t>
            </a:r>
            <a:r>
              <a:rPr dirty="0"/>
              <a:t> 100% </a:t>
            </a:r>
            <a:r>
              <a:rPr dirty="0" err="1"/>
              <a:t>完整包裹</a:t>
            </a:r>
            <a:r>
              <a:rPr dirty="0"/>
              <a:t>！</a:t>
            </a:r>
          </a:p>
          <a:p>
            <a:endParaRPr dirty="0"/>
          </a:p>
          <a:p>
            <a:r>
              <a:rPr dirty="0" err="1"/>
              <a:t>再看【演算法</a:t>
            </a:r>
            <a:r>
              <a:rPr dirty="0"/>
              <a:t> 2：動態對角線網格聚合（Dynamic Diagonal Grid）】。</a:t>
            </a:r>
          </a:p>
          <a:p>
            <a:r>
              <a:rPr dirty="0" err="1"/>
              <a:t>當使用者畫出一條很長的對角線時，如果切成一個巨大的矩形，面積太大會導致</a:t>
            </a:r>
            <a:r>
              <a:rPr dirty="0"/>
              <a:t> T-Con </a:t>
            </a:r>
            <a:r>
              <a:rPr dirty="0" err="1"/>
              <a:t>刷新變慢；但如果切成數十個細碎的小矩形，又會灌爆</a:t>
            </a:r>
            <a:r>
              <a:rPr dirty="0"/>
              <a:t> T-Con </a:t>
            </a:r>
            <a:r>
              <a:rPr dirty="0" err="1"/>
              <a:t>的指令佇列</a:t>
            </a:r>
            <a:r>
              <a:rPr dirty="0"/>
              <a:t>。</a:t>
            </a:r>
          </a:p>
          <a:p>
            <a:r>
              <a:rPr dirty="0"/>
              <a:t>我們的演算法動態沿著對角線向量將筆跡智慧切割為若干個大小適中的黃金網格區塊，相鄰區塊在微秒級合併，既保證了傳輸面積最小，又保證了封包數量最少！</a:t>
            </a:r>
          </a:p>
          <a:p>
            <a:r>
              <a:rPr dirty="0"/>
              <a:t>再加上我們在記憶體中維護的雙緩衝原子交換機制，筆跡渲染完全在後台靜默完成，前台看不見一絲撕裂！那麼，當使用者寫完停筆時，又是怎麼交接給系統的？請看下一頁追趕佇列演算法。」</a:t>
            </a:r>
          </a:p>
          <a:p>
            <a:endParaRPr dirty="0"/>
          </a:p>
          <a:p>
            <a:r>
              <a:rPr dirty="0"/>
              <a:t>🔄 </a:t>
            </a:r>
            <a:r>
              <a:rPr dirty="0" err="1"/>
              <a:t>翻頁轉場提示</a:t>
            </a:r>
            <a:r>
              <a:rPr dirty="0"/>
              <a:t>：</a:t>
            </a:r>
          </a:p>
          <a:p>
            <a:r>
              <a:rPr dirty="0"/>
              <a:t>【</a:t>
            </a:r>
            <a:r>
              <a:rPr dirty="0" err="1"/>
              <a:t>點擊切換至</a:t>
            </a:r>
            <a:r>
              <a:rPr dirty="0"/>
              <a:t> Slide 18：三層解耦追趕佇列與抬筆交接】</a:t>
            </a:r>
          </a:p>
        </p:txBody>
      </p:sp>
      <p:sp>
        <p:nvSpPr>
          <p:cNvPr id="477" name="Google Shape;477;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dirty="0"/>
              <a:t>【Slide 18：05 / </a:t>
            </a:r>
            <a:r>
              <a:rPr dirty="0" err="1"/>
              <a:t>演算法</a:t>
            </a:r>
            <a:r>
              <a:rPr dirty="0"/>
              <a:t> 3：三層解耦追趕佇列與抬筆向量無縫交接】</a:t>
            </a:r>
          </a:p>
          <a:p>
            <a:r>
              <a:rPr dirty="0"/>
              <a:t>⏱️ 建議時長：2.0 min（時間軸：33:00 - 35:00）</a:t>
            </a:r>
          </a:p>
          <a:p>
            <a:endParaRPr dirty="0"/>
          </a:p>
          <a:p>
            <a:r>
              <a:rPr dirty="0"/>
              <a:t>📌 </a:t>
            </a:r>
            <a:r>
              <a:rPr dirty="0" err="1"/>
              <a:t>投影片畫面核心重點</a:t>
            </a:r>
            <a:r>
              <a:rPr dirty="0"/>
              <a:t>：</a:t>
            </a:r>
          </a:p>
          <a:p>
            <a:r>
              <a:rPr dirty="0"/>
              <a:t>• </a:t>
            </a:r>
            <a:r>
              <a:rPr dirty="0" err="1"/>
              <a:t>落筆直通態</a:t>
            </a:r>
            <a:r>
              <a:rPr dirty="0"/>
              <a:t> (Direct Mode)：28ms </a:t>
            </a:r>
            <a:r>
              <a:rPr dirty="0" err="1"/>
              <a:t>極速響應，直接在面板上噴射點陣，追求極致出墨速度</a:t>
            </a:r>
            <a:endParaRPr dirty="0"/>
          </a:p>
          <a:p>
            <a:r>
              <a:rPr dirty="0"/>
              <a:t>• </a:t>
            </a:r>
            <a:r>
              <a:rPr dirty="0" err="1"/>
              <a:t>三層解耦追趕佇列</a:t>
            </a:r>
            <a:r>
              <a:rPr dirty="0"/>
              <a:t> (Catch-up Queue)：</a:t>
            </a:r>
            <a:r>
              <a:rPr dirty="0" err="1"/>
              <a:t>底層噴射點陣的同時，原始高精度向量座標非同步排入追趕佇列</a:t>
            </a:r>
            <a:endParaRPr dirty="0"/>
          </a:p>
          <a:p>
            <a:r>
              <a:rPr dirty="0"/>
              <a:t>• </a:t>
            </a:r>
            <a:r>
              <a:rPr dirty="0" err="1"/>
              <a:t>抬筆平滑交接</a:t>
            </a:r>
            <a:r>
              <a:rPr dirty="0"/>
              <a:t> (Commit &amp; Reconcile)：</a:t>
            </a:r>
            <a:r>
              <a:rPr dirty="0" err="1"/>
              <a:t>停筆</a:t>
            </a:r>
            <a:r>
              <a:rPr dirty="0"/>
              <a:t> 500ms </a:t>
            </a:r>
            <a:r>
              <a:rPr dirty="0" err="1"/>
              <a:t>後，背景以</a:t>
            </a:r>
            <a:r>
              <a:rPr dirty="0"/>
              <a:t> </a:t>
            </a:r>
            <a:r>
              <a:rPr dirty="0" err="1"/>
              <a:t>Skia</a:t>
            </a:r>
            <a:r>
              <a:rPr dirty="0"/>
              <a:t> </a:t>
            </a:r>
            <a:r>
              <a:rPr dirty="0" err="1"/>
              <a:t>引擎生成精緻向量筆跡，原子替換直通點陣，零視覺跳動</a:t>
            </a:r>
            <a:endParaRPr dirty="0"/>
          </a:p>
          <a:p>
            <a:endParaRPr dirty="0"/>
          </a:p>
          <a:p>
            <a:r>
              <a:rPr dirty="0"/>
              <a:t>🎙️ </a:t>
            </a:r>
            <a:r>
              <a:rPr dirty="0" err="1"/>
              <a:t>講者逐字講稿（Speaker</a:t>
            </a:r>
            <a:r>
              <a:rPr dirty="0"/>
              <a:t> Script）：</a:t>
            </a:r>
          </a:p>
          <a:p>
            <a:r>
              <a:rPr dirty="0"/>
              <a:t>「</a:t>
            </a:r>
            <a:r>
              <a:rPr dirty="0" err="1"/>
              <a:t>這是我們手寫系統中最具藝術感的一個設計</a:t>
            </a:r>
            <a:r>
              <a:rPr dirty="0"/>
              <a:t>——【</a:t>
            </a:r>
            <a:r>
              <a:rPr dirty="0" err="1"/>
              <a:t>三層解耦追趕佇列與抬筆向量交接</a:t>
            </a:r>
            <a:r>
              <a:rPr dirty="0"/>
              <a:t>】。</a:t>
            </a:r>
          </a:p>
          <a:p>
            <a:r>
              <a:rPr dirty="0" err="1"/>
              <a:t>大家思考一個問題：手寫直通為了追求</a:t>
            </a:r>
            <a:r>
              <a:rPr dirty="0"/>
              <a:t> 28ms </a:t>
            </a:r>
            <a:r>
              <a:rPr dirty="0" err="1"/>
              <a:t>的極速，送到面板上的是</a:t>
            </a:r>
            <a:r>
              <a:rPr dirty="0"/>
              <a:t> 1-bit 的 DU </a:t>
            </a:r>
            <a:r>
              <a:rPr dirty="0" err="1"/>
              <a:t>點陣，它很快，但邊緣缺少抗鋸齒（Anti-aliasing</a:t>
            </a:r>
            <a:r>
              <a:rPr dirty="0"/>
              <a:t>），</a:t>
            </a:r>
            <a:r>
              <a:rPr dirty="0" err="1"/>
              <a:t>如果使用者寫完一整頁筆記，回頭看全是帶鋸齒的點陣，筆記的美觀度就大打折扣了</a:t>
            </a:r>
            <a:r>
              <a:rPr dirty="0"/>
              <a:t>。</a:t>
            </a:r>
          </a:p>
          <a:p>
            <a:r>
              <a:rPr dirty="0" err="1"/>
              <a:t>傳統架構如果想即時算抗鋸齒向量曲線，延遲立刻飆破</a:t>
            </a:r>
            <a:r>
              <a:rPr dirty="0"/>
              <a:t> 80 </a:t>
            </a:r>
            <a:r>
              <a:rPr dirty="0" err="1"/>
              <a:t>毫秒；如果只用點陣，畫質又太差。這是一個經典的魚與熊掌不可兼得的死局</a:t>
            </a:r>
            <a:r>
              <a:rPr dirty="0"/>
              <a:t>！</a:t>
            </a:r>
          </a:p>
          <a:p>
            <a:endParaRPr dirty="0"/>
          </a:p>
          <a:p>
            <a:r>
              <a:rPr dirty="0" err="1"/>
              <a:t>我們團隊用了一套極其精妙的『時間差接力』破解了這個死局</a:t>
            </a:r>
            <a:r>
              <a:rPr dirty="0"/>
              <a:t>：</a:t>
            </a:r>
          </a:p>
          <a:p>
            <a:r>
              <a:rPr dirty="0" err="1"/>
              <a:t>當使用者筆尖接觸螢幕時，系統進入【落筆直通態</a:t>
            </a:r>
            <a:r>
              <a:rPr dirty="0"/>
              <a:t>】：</a:t>
            </a:r>
            <a:r>
              <a:rPr dirty="0" err="1"/>
              <a:t>我們不管什麼抗鋸齒，直接用直通旁路把黑白點陣以</a:t>
            </a:r>
            <a:r>
              <a:rPr dirty="0"/>
              <a:t> 28ms </a:t>
            </a:r>
            <a:r>
              <a:rPr dirty="0" err="1"/>
              <a:t>的極速噴射到螢幕上，給使用者最純粹、最爽快的即時出墨反饋</a:t>
            </a:r>
            <a:r>
              <a:rPr dirty="0"/>
              <a:t>！</a:t>
            </a:r>
          </a:p>
          <a:p>
            <a:r>
              <a:rPr dirty="0" err="1"/>
              <a:t>但在背景，我們同時開闢了一條【三層解耦追趕佇列（Catch-up</a:t>
            </a:r>
            <a:r>
              <a:rPr dirty="0"/>
              <a:t> Queue）】：</a:t>
            </a:r>
          </a:p>
          <a:p>
            <a:r>
              <a:rPr dirty="0" err="1"/>
              <a:t>所有的原始高精度觸控座標被非同步餵給</a:t>
            </a:r>
            <a:r>
              <a:rPr dirty="0"/>
              <a:t> Android </a:t>
            </a:r>
            <a:r>
              <a:rPr dirty="0" err="1"/>
              <a:t>原生的</a:t>
            </a:r>
            <a:r>
              <a:rPr dirty="0"/>
              <a:t> </a:t>
            </a:r>
            <a:r>
              <a:rPr dirty="0" err="1"/>
              <a:t>Skia</a:t>
            </a:r>
            <a:r>
              <a:rPr dirty="0"/>
              <a:t> </a:t>
            </a:r>
            <a:r>
              <a:rPr dirty="0" err="1"/>
              <a:t>向量圖形引擎。Skia</a:t>
            </a:r>
            <a:r>
              <a:rPr dirty="0"/>
              <a:t> </a:t>
            </a:r>
            <a:r>
              <a:rPr dirty="0" err="1"/>
              <a:t>引擎在背景慢條斯理地計算三次貝茲曲線、邊緣抗鋸齒與筆鋒漸層</a:t>
            </a:r>
            <a:r>
              <a:rPr dirty="0"/>
              <a:t>；</a:t>
            </a:r>
          </a:p>
          <a:p>
            <a:r>
              <a:rPr dirty="0" err="1"/>
              <a:t>當使用者停筆、筆尖抬起超過</a:t>
            </a:r>
            <a:r>
              <a:rPr dirty="0"/>
              <a:t> 500 </a:t>
            </a:r>
            <a:r>
              <a:rPr dirty="0" err="1"/>
              <a:t>毫秒時，系統判定當前筆劃已書寫完畢，啟動【平滑交接機制（Commit</a:t>
            </a:r>
            <a:r>
              <a:rPr dirty="0"/>
              <a:t> &amp; Reconcile）】：</a:t>
            </a:r>
          </a:p>
          <a:p>
            <a:r>
              <a:rPr dirty="0" err="1"/>
              <a:t>Skia</a:t>
            </a:r>
            <a:r>
              <a:rPr dirty="0"/>
              <a:t> </a:t>
            </a:r>
            <a:r>
              <a:rPr dirty="0" err="1"/>
              <a:t>在背景把渲染好的精緻向量圖形寫入常規</a:t>
            </a:r>
            <a:r>
              <a:rPr dirty="0"/>
              <a:t> View 的 </a:t>
            </a:r>
            <a:r>
              <a:rPr dirty="0" err="1"/>
              <a:t>Framebuffer，同時驅動發動一次優雅的局部</a:t>
            </a:r>
            <a:r>
              <a:rPr dirty="0"/>
              <a:t> GL16 </a:t>
            </a:r>
            <a:r>
              <a:rPr dirty="0" err="1"/>
              <a:t>刷新，將直通點陣原子替換為精緻的向量筆跡</a:t>
            </a:r>
            <a:r>
              <a:rPr dirty="0"/>
              <a:t>！</a:t>
            </a:r>
          </a:p>
          <a:p>
            <a:r>
              <a:rPr dirty="0" err="1"/>
              <a:t>在使用者眼裡看來：寫的時候快如閃電，停筆沉思的瞬間，筆跡又自動變得無比平滑圓潤，完全看不出一絲接縫與跳動</a:t>
            </a:r>
            <a:r>
              <a:rPr dirty="0"/>
              <a:t>！</a:t>
            </a:r>
          </a:p>
          <a:p>
            <a:r>
              <a:rPr dirty="0" err="1"/>
              <a:t>講完了手寫，接下來看系統可靠性工程。請看</a:t>
            </a:r>
            <a:r>
              <a:rPr dirty="0"/>
              <a:t> Slide 19。」</a:t>
            </a:r>
          </a:p>
          <a:p>
            <a:endParaRPr dirty="0"/>
          </a:p>
          <a:p>
            <a:r>
              <a:rPr dirty="0"/>
              <a:t>🔄 </a:t>
            </a:r>
            <a:r>
              <a:rPr dirty="0" err="1"/>
              <a:t>翻頁轉場提示</a:t>
            </a:r>
            <a:r>
              <a:rPr dirty="0"/>
              <a:t>：</a:t>
            </a:r>
          </a:p>
          <a:p>
            <a:r>
              <a:rPr dirty="0"/>
              <a:t>【</a:t>
            </a:r>
            <a:r>
              <a:rPr dirty="0" err="1"/>
              <a:t>點擊切換至</a:t>
            </a:r>
            <a:r>
              <a:rPr dirty="0"/>
              <a:t> Slide 19：三級電源狀態機與時序】</a:t>
            </a:r>
          </a:p>
        </p:txBody>
      </p:sp>
      <p:sp>
        <p:nvSpPr>
          <p:cNvPr id="487" name="Google Shape;48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預設">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2609280" y="274320"/>
            <a:ext cx="9253920" cy="414360"/>
          </a:xfrm>
          <a:prstGeom prst="rect">
            <a:avLst/>
          </a:prstGeom>
          <a:noFill/>
          <a:ln w="0">
            <a:noFill/>
          </a:ln>
        </p:spPr>
        <p:txBody>
          <a:bodyPr lIns="90000" tIns="46800" rIns="90000" bIns="46800" anchor="ctr">
            <a:noAutofit/>
          </a:bodyPr>
          <a:lstStyle>
            <a:lvl1pPr indent="0" algn="r">
              <a:spcBef>
                <a:spcPts val="139"/>
              </a:spcBef>
              <a:spcAft>
                <a:spcPts val="139"/>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zh-TW" sz="2800" b="1" u="none" strike="noStrike">
                <a:solidFill>
                  <a:srgbClr val="70AC28"/>
                </a:solidFill>
                <a:effectLst/>
                <a:uFillTx/>
                <a:latin typeface="Calibri"/>
              </a:defRPr>
            </a:lvl1pPr>
          </a:lstStyle>
          <a:p>
            <a:pPr indent="0" algn="r">
              <a:spcBef>
                <a:spcPts val="139"/>
              </a:spcBef>
              <a:spcAft>
                <a:spcPts val="139"/>
              </a:spcAft>
              <a:buNone/>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zh-TW" altLang="en-US" sz="2800" b="1" u="none" strike="noStrike">
                <a:solidFill>
                  <a:srgbClr val="70AC28"/>
                </a:solidFill>
                <a:effectLst/>
                <a:uFillTx/>
                <a:latin typeface="Calibri"/>
              </a:rPr>
              <a:t>請按這裡編輯題名文字格式</a:t>
            </a:r>
            <a:endParaRPr lang="en-US" sz="2800" b="1" u="none" strike="noStrike">
              <a:solidFill>
                <a:srgbClr val="70AC28"/>
              </a:solidFill>
              <a:effectLst/>
              <a:uFillTx/>
              <a:latin typeface="Calibri"/>
            </a:endParaRPr>
          </a:p>
        </p:txBody>
      </p:sp>
      <p:sp>
        <p:nvSpPr>
          <p:cNvPr id="3" name="PlaceHolder 2"/>
          <p:cNvSpPr>
            <a:spLocks noGrp="1"/>
          </p:cNvSpPr>
          <p:nvPr>
            <p:ph type="body"/>
          </p:nvPr>
        </p:nvSpPr>
        <p:spPr>
          <a:xfrm>
            <a:off x="406080" y="949320"/>
            <a:ext cx="11457120" cy="5270400"/>
          </a:xfrm>
          <a:prstGeom prst="rect">
            <a:avLst/>
          </a:prstGeom>
          <a:noFill/>
          <a:ln w="0">
            <a:noFill/>
          </a:ln>
        </p:spPr>
        <p:txBody>
          <a:bodyPr lIns="90000" tIns="46800" rIns="90000" bIns="46800" anchor="t">
            <a:normAutofit/>
          </a:bodyPr>
          <a:lstStyle>
            <a:lvl1pPr marL="343080" indent="-343080" algn="l">
              <a:spcBef>
                <a:spcPts val="737"/>
              </a:spcBef>
              <a:spcAft>
                <a:spcPts val="13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zh-TW" sz="2400" b="1" u="none" strike="noStrike">
                <a:solidFill>
                  <a:srgbClr val="555555"/>
                </a:solidFill>
                <a:effectLst/>
                <a:uFillTx/>
                <a:latin typeface="Calibri"/>
              </a:defRPr>
            </a:lvl1pPr>
            <a:lvl2pPr marL="343080" lvl="1" indent="-343080" algn="l">
              <a:spcBef>
                <a:spcPts val="737"/>
              </a:spcBef>
              <a:spcAft>
                <a:spcPts val="139"/>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zh-TW" sz="2400" b="1" u="none" strike="noStrike">
                <a:solidFill>
                  <a:srgbClr val="555555"/>
                </a:solidFill>
                <a:effectLst/>
                <a:uFillTx/>
                <a:latin typeface="Calibri"/>
              </a:defRPr>
            </a:lvl2pPr>
            <a:lvl3pPr marL="343080" lvl="2" indent="-343080" algn="l">
              <a:spcBef>
                <a:spcPts val="737"/>
              </a:spcBef>
              <a:spcAft>
                <a:spcPts val="139"/>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zh-TW" sz="2400" b="1" u="none" strike="noStrike">
                <a:solidFill>
                  <a:srgbClr val="555555"/>
                </a:solidFill>
                <a:effectLst/>
                <a:uFillTx/>
                <a:latin typeface="Calibri"/>
              </a:defRPr>
            </a:lvl3pPr>
            <a:lvl4pPr marL="343080" lvl="3" indent="-343080" algn="l">
              <a:spcBef>
                <a:spcPts val="737"/>
              </a:spcBef>
              <a:spcAft>
                <a:spcPts val="139"/>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zh-TW" sz="2400" b="1" u="none" strike="noStrike">
                <a:solidFill>
                  <a:srgbClr val="555555"/>
                </a:solidFill>
                <a:effectLst/>
                <a:uFillTx/>
                <a:latin typeface="Calibri"/>
              </a:defRPr>
            </a:lvl4pPr>
            <a:lvl5pPr marL="343080" lvl="4" indent="-343080" algn="l">
              <a:spcBef>
                <a:spcPts val="737"/>
              </a:spcBef>
              <a:spcAft>
                <a:spcPts val="139"/>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zh-TW" sz="2400" b="1" u="none" strike="noStrike">
                <a:solidFill>
                  <a:srgbClr val="555555"/>
                </a:solidFill>
                <a:effectLst/>
                <a:uFillTx/>
                <a:latin typeface="Calibri"/>
              </a:defRPr>
            </a:lvl5pPr>
            <a:lvl6pPr marL="343080" lvl="5" indent="-343080" algn="l">
              <a:spcBef>
                <a:spcPts val="737"/>
              </a:spcBef>
              <a:spcAft>
                <a:spcPts val="139"/>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zh-TW" sz="2400" b="1" u="none" strike="noStrike">
                <a:solidFill>
                  <a:srgbClr val="555555"/>
                </a:solidFill>
                <a:effectLst/>
                <a:uFillTx/>
                <a:latin typeface="Calibri"/>
              </a:defRPr>
            </a:lvl6pPr>
            <a:lvl7pPr marL="343080" lvl="6" indent="-343080" algn="l">
              <a:spcBef>
                <a:spcPts val="737"/>
              </a:spcBef>
              <a:spcAft>
                <a:spcPts val="139"/>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defRPr lang="zh-TW" sz="2400" b="1" u="none" strike="noStrike">
                <a:solidFill>
                  <a:srgbClr val="555555"/>
                </a:solidFill>
                <a:effectLst/>
                <a:uFillTx/>
                <a:latin typeface="Calibri"/>
              </a:defRPr>
            </a:lvl7pPr>
          </a:lstStyle>
          <a:p>
            <a:pPr marL="343080" indent="-343080" algn="l">
              <a:spcBef>
                <a:spcPts val="737"/>
              </a:spcBef>
              <a:spcAft>
                <a:spcPts val="13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zh-TW" altLang="en-US" sz="2400" b="1" u="none" strike="noStrike">
                <a:solidFill>
                  <a:srgbClr val="555555"/>
                </a:solidFill>
                <a:effectLst/>
                <a:uFillTx/>
                <a:latin typeface="Calibri"/>
              </a:rPr>
              <a:t>請按這裡編輯大綱文字格式</a:t>
            </a:r>
            <a:endParaRPr lang="en-US" sz="2400" b="1" u="none" strike="noStrike">
              <a:solidFill>
                <a:srgbClr val="555555"/>
              </a:solidFill>
              <a:effectLst/>
              <a:uFillTx/>
              <a:latin typeface="Calibri"/>
            </a:endParaRPr>
          </a:p>
          <a:p>
            <a:pPr marL="343080" lvl="1" indent="-343080" algn="l">
              <a:spcBef>
                <a:spcPts val="737"/>
              </a:spcBef>
              <a:spcAft>
                <a:spcPts val="139"/>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zh-TW" altLang="en-US" sz="2400" b="1" u="none" strike="noStrike">
                <a:solidFill>
                  <a:srgbClr val="555555"/>
                </a:solidFill>
                <a:effectLst/>
                <a:uFillTx/>
                <a:latin typeface="Calibri"/>
              </a:rPr>
              <a:t>第二個大綱層次</a:t>
            </a:r>
            <a:endParaRPr lang="en-US" sz="2400" b="1" u="none" strike="noStrike">
              <a:solidFill>
                <a:srgbClr val="555555"/>
              </a:solidFill>
              <a:effectLst/>
              <a:uFillTx/>
              <a:latin typeface="Calibri"/>
            </a:endParaRPr>
          </a:p>
          <a:p>
            <a:pPr marL="343080" lvl="2" indent="-343080" algn="l">
              <a:spcBef>
                <a:spcPts val="737"/>
              </a:spcBef>
              <a:spcAft>
                <a:spcPts val="139"/>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zh-TW" altLang="en-US" sz="2400" b="1" u="none" strike="noStrike">
                <a:solidFill>
                  <a:srgbClr val="555555"/>
                </a:solidFill>
                <a:effectLst/>
                <a:uFillTx/>
                <a:latin typeface="Calibri"/>
              </a:rPr>
              <a:t>第三個大綱層次</a:t>
            </a:r>
            <a:endParaRPr lang="en-US" sz="2400" b="1" u="none" strike="noStrike">
              <a:solidFill>
                <a:srgbClr val="555555"/>
              </a:solidFill>
              <a:effectLst/>
              <a:uFillTx/>
              <a:latin typeface="Calibri"/>
            </a:endParaRPr>
          </a:p>
          <a:p>
            <a:pPr marL="343080" lvl="3" indent="-343080" algn="l">
              <a:spcBef>
                <a:spcPts val="737"/>
              </a:spcBef>
              <a:spcAft>
                <a:spcPts val="139"/>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zh-TW" altLang="en-US" sz="2400" b="1" u="none" strike="noStrike">
                <a:solidFill>
                  <a:srgbClr val="555555"/>
                </a:solidFill>
                <a:effectLst/>
                <a:uFillTx/>
                <a:latin typeface="Calibri"/>
              </a:rPr>
              <a:t>第四個大綱層次</a:t>
            </a:r>
            <a:endParaRPr lang="en-US" sz="2400" b="1" u="none" strike="noStrike">
              <a:solidFill>
                <a:srgbClr val="555555"/>
              </a:solidFill>
              <a:effectLst/>
              <a:uFillTx/>
              <a:latin typeface="Calibri"/>
            </a:endParaRPr>
          </a:p>
          <a:p>
            <a:pPr marL="343080" lvl="4" indent="-343080" algn="l">
              <a:spcBef>
                <a:spcPts val="737"/>
              </a:spcBef>
              <a:spcAft>
                <a:spcPts val="139"/>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zh-TW" altLang="en-US" sz="2400" b="1" u="none" strike="noStrike">
                <a:solidFill>
                  <a:srgbClr val="555555"/>
                </a:solidFill>
                <a:effectLst/>
                <a:uFillTx/>
                <a:latin typeface="Calibri"/>
              </a:rPr>
              <a:t>第五個大綱層次</a:t>
            </a:r>
            <a:endParaRPr lang="en-US" sz="2400" b="1" u="none" strike="noStrike">
              <a:solidFill>
                <a:srgbClr val="555555"/>
              </a:solidFill>
              <a:effectLst/>
              <a:uFillTx/>
              <a:latin typeface="Calibri"/>
            </a:endParaRPr>
          </a:p>
          <a:p>
            <a:pPr marL="343080" lvl="5" indent="-343080" algn="l">
              <a:spcBef>
                <a:spcPts val="737"/>
              </a:spcBef>
              <a:spcAft>
                <a:spcPts val="139"/>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zh-TW" altLang="en-US" sz="2400" b="1" u="none" strike="noStrike">
                <a:solidFill>
                  <a:srgbClr val="555555"/>
                </a:solidFill>
                <a:effectLst/>
                <a:uFillTx/>
                <a:latin typeface="Calibri"/>
              </a:rPr>
              <a:t>第六個大綱層次</a:t>
            </a:r>
            <a:endParaRPr lang="en-US" sz="2400" b="1" u="none" strike="noStrike">
              <a:solidFill>
                <a:srgbClr val="555555"/>
              </a:solidFill>
              <a:effectLst/>
              <a:uFillTx/>
              <a:latin typeface="Calibri"/>
            </a:endParaRPr>
          </a:p>
          <a:p>
            <a:pPr marL="343080" lvl="6" indent="-343080" algn="l">
              <a:spcBef>
                <a:spcPts val="737"/>
              </a:spcBef>
              <a:spcAft>
                <a:spcPts val="139"/>
              </a:spcAft>
              <a:buClr>
                <a:srgbClr val="000000"/>
              </a:buClr>
              <a:buFont typeface="Times New Roman"/>
              <a:buChar char="»"/>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r>
              <a:rPr lang="zh-TW" altLang="en-US" sz="2400" b="1" u="none" strike="noStrike">
                <a:solidFill>
                  <a:srgbClr val="555555"/>
                </a:solidFill>
                <a:effectLst/>
                <a:uFillTx/>
                <a:latin typeface="Calibri"/>
              </a:rPr>
              <a:t>第七個大綱層次</a:t>
            </a:r>
            <a:endParaRPr lang="en-US" sz="2400" b="1" u="none" strike="noStrike">
              <a:solidFill>
                <a:srgbClr val="555555"/>
              </a:solidFill>
              <a:effectLst/>
              <a:uFillTx/>
              <a:latin typeface="Calibri"/>
            </a:endParaRPr>
          </a:p>
        </p:txBody>
      </p:sp>
      <p:sp>
        <p:nvSpPr>
          <p:cNvPr id="4" name="PlaceHolder 3"/>
          <p:cNvSpPr>
            <a:spLocks noGrp="1"/>
          </p:cNvSpPr>
          <p:nvPr>
            <p:ph type="ftr" idx="1"/>
          </p:nvPr>
        </p:nvSpPr>
        <p:spPr>
          <a:xfrm>
            <a:off x="203040" y="6553080"/>
            <a:ext cx="7501440" cy="347760"/>
          </a:xfrm>
          <a:prstGeom prst="rect">
            <a:avLst/>
          </a:prstGeom>
          <a:noFill/>
          <a:ln w="0">
            <a:noFill/>
          </a:ln>
        </p:spPr>
        <p:txBody>
          <a:bodyPr lIns="90000" tIns="46800" rIns="90000" bIns="46800" anchor="ctr">
            <a:noAutofit/>
          </a:bodyPr>
          <a:lstStyle>
            <a:lvl1pPr indent="0" algn="l">
              <a:lnSpc>
                <a:spcPct val="100000"/>
              </a:lnSpc>
              <a:spcBef>
                <a:spcPts val="139"/>
              </a:spcBef>
              <a:spcAft>
                <a:spcPts val="139"/>
              </a:spcAft>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defRPr lang="en-US" sz="1000" b="1" u="none" strike="noStrike">
                <a:solidFill>
                  <a:srgbClr val="A6A6A6"/>
                </a:solidFill>
                <a:effectLst/>
                <a:uFillTx/>
                <a:latin typeface="Calibri"/>
                <a:ea typeface="新細明體"/>
              </a:defRPr>
            </a:lvl1pPr>
          </a:lstStyle>
          <a:p>
            <a:r>
              <a:rPr lang="en-US"/>
              <a:t>Confidential</a:t>
            </a:r>
            <a:endParaRPr lang="en-US" b="0">
              <a:solidFill>
                <a:srgbClr val="000000"/>
              </a:solidFill>
              <a:latin typeface="Times New Roman"/>
            </a:endParaRPr>
          </a:p>
        </p:txBody>
      </p:sp>
      <p:sp>
        <p:nvSpPr>
          <p:cNvPr id="5" name="PlaceHolder 4"/>
          <p:cNvSpPr>
            <a:spLocks noGrp="1"/>
          </p:cNvSpPr>
          <p:nvPr>
            <p:ph type="sldNum" idx="2"/>
          </p:nvPr>
        </p:nvSpPr>
        <p:spPr>
          <a:xfrm>
            <a:off x="9042240" y="6553080"/>
            <a:ext cx="2821440" cy="347760"/>
          </a:xfrm>
          <a:prstGeom prst="rect">
            <a:avLst/>
          </a:prstGeom>
          <a:noFill/>
          <a:ln w="0">
            <a:noFill/>
          </a:ln>
        </p:spPr>
        <p:txBody>
          <a:bodyPr lIns="90000" tIns="46800" rIns="90000" bIns="46800" anchor="ctr">
            <a:noAutofit/>
          </a:bodyPr>
          <a:lstStyle>
            <a:lvl1pPr indent="0" algn="r">
              <a:lnSpc>
                <a:spcPct val="100000"/>
              </a:lnSpc>
              <a:spcBef>
                <a:spcPts val="139"/>
              </a:spcBef>
              <a:spcAft>
                <a:spcPts val="139"/>
              </a:spcAft>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defRPr lang="en-US" sz="1000" b="1" u="none" strike="noStrike">
                <a:solidFill>
                  <a:srgbClr val="A6A6A6"/>
                </a:solidFill>
                <a:effectLst/>
                <a:uFillTx/>
                <a:latin typeface="Calibri"/>
              </a:defRPr>
            </a:lvl1pPr>
          </a:lstStyle>
          <a:p>
            <a:fld id="{677620A3-239C-428E-A44A-B267DBBDC6FE}" type="slidenum">
              <a:rPr lang="en-US" altLang="zh-TW" smtClean="0"/>
              <a:pPr/>
              <a:t>‹#›</a:t>
            </a:fld>
            <a:endParaRPr lang="zh-TW" altLang="en-US" b="0">
              <a:solidFill>
                <a:srgbClr val="000000"/>
              </a:solidFill>
              <a:latin typeface="Times New Roman"/>
            </a:endParaRPr>
          </a:p>
        </p:txBody>
      </p:sp>
      <p:pic>
        <p:nvPicPr>
          <p:cNvPr id="6" name="圖片 5"/>
          <p:cNvPicPr/>
          <p:nvPr/>
        </p:nvPicPr>
        <p:blipFill>
          <a:blip r:embed="rId2"/>
          <a:stretch/>
        </p:blipFill>
        <p:spPr>
          <a:xfrm>
            <a:off x="478560" y="260280"/>
            <a:ext cx="2082720" cy="476280"/>
          </a:xfrm>
          <a:prstGeom prst="rect">
            <a:avLst/>
          </a:prstGeom>
          <a:noFill/>
          <a:ln w="0">
            <a:noFill/>
          </a:ln>
        </p:spPr>
      </p:pic>
    </p:spTree>
    <p:extLst>
      <p:ext uri="{BB962C8B-B14F-4D97-AF65-F5344CB8AC3E}">
        <p14:creationId xmlns:p14="http://schemas.microsoft.com/office/powerpoint/2010/main" val="1003665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5" r:id="rId3"/>
    <p:sldLayoutId id="2147483656" r:id="rId4"/>
    <p:sldLayoutId id="2147483657" r:id="rId5"/>
    <p:sldLayoutId id="2147483658" r:id="rId6"/>
    <p:sldLayoutId id="2147483660"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package" Target="../embeddings/Microsoft_Word_Document.docx"/><Relationship Id="rId1" Type="http://schemas.openxmlformats.org/officeDocument/2006/relationships/slideLayout" Target="../slideLayouts/slideLayout7.xml"/><Relationship Id="rId6" Type="http://schemas.openxmlformats.org/officeDocument/2006/relationships/image" Target="../media/image24.emf"/><Relationship Id="rId5" Type="http://schemas.openxmlformats.org/officeDocument/2006/relationships/package" Target="../embeddings/Microsoft_Word_Document1.docx"/><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sp>
        <p:nvSpPr>
          <p:cNvPr id="84" name="Google Shape;84;p13"/>
          <p:cNvSpPr/>
          <p:nvPr/>
        </p:nvSpPr>
        <p:spPr>
          <a:xfrm>
            <a:off x="609600" y="1667916"/>
            <a:ext cx="762000" cy="5715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 name="Google Shape;85;p13"/>
          <p:cNvSpPr/>
          <p:nvPr/>
        </p:nvSpPr>
        <p:spPr>
          <a:xfrm>
            <a:off x="609600" y="4475708"/>
            <a:ext cx="10972800" cy="7143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3"/>
          <p:cNvSpPr/>
          <p:nvPr/>
        </p:nvSpPr>
        <p:spPr>
          <a:xfrm>
            <a:off x="609600" y="4475708"/>
            <a:ext cx="10972800"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3"/>
          <p:cNvSpPr txBox="1"/>
          <p:nvPr/>
        </p:nvSpPr>
        <p:spPr>
          <a:xfrm>
            <a:off x="609600" y="1953666"/>
            <a:ext cx="115824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38BDF8"/>
                </a:solidFill>
                <a:latin typeface="Noto Sans TC"/>
                <a:ea typeface="Noto Sans TC"/>
                <a:cs typeface="Noto Sans TC"/>
                <a:sym typeface="Noto Sans TC"/>
              </a:rPr>
              <a:t>HARDWARE &amp; SOFTWARE CO-DESIGN</a:t>
            </a:r>
            <a:endParaRPr dirty="0"/>
          </a:p>
        </p:txBody>
      </p:sp>
      <p:sp>
        <p:nvSpPr>
          <p:cNvPr id="88" name="Google Shape;88;p13"/>
          <p:cNvSpPr txBox="1"/>
          <p:nvPr/>
        </p:nvSpPr>
        <p:spPr>
          <a:xfrm>
            <a:off x="609600" y="2239416"/>
            <a:ext cx="11101387" cy="169892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900" b="1" i="0" u="none" strike="noStrike" cap="none" dirty="0">
                <a:solidFill>
                  <a:srgbClr val="FFFFFF"/>
                </a:solidFill>
                <a:latin typeface="Noto Sans TC"/>
                <a:ea typeface="Noto Sans TC"/>
                <a:cs typeface="Noto Sans TC"/>
                <a:sym typeface="Noto Sans TC"/>
              </a:rPr>
              <a:t>Monochrome Carta E-Ink Full-Stack System Architecture</a:t>
            </a:r>
            <a:br>
              <a:rPr lang="en-US" sz="1800" b="0" i="0" u="none" strike="noStrike" cap="none" dirty="0">
                <a:solidFill>
                  <a:schemeClr val="dk1"/>
                </a:solidFill>
                <a:latin typeface="Calibri"/>
                <a:ea typeface="Calibri"/>
                <a:cs typeface="Calibri"/>
                <a:sym typeface="Calibri"/>
              </a:rPr>
            </a:br>
            <a:endParaRPr dirty="0"/>
          </a:p>
        </p:txBody>
      </p:sp>
      <p:sp>
        <p:nvSpPr>
          <p:cNvPr id="89" name="Google Shape;89;p13"/>
          <p:cNvSpPr txBox="1"/>
          <p:nvPr/>
        </p:nvSpPr>
        <p:spPr>
          <a:xfrm>
            <a:off x="609600" y="3690477"/>
            <a:ext cx="9239250"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94A3B8"/>
                </a:solidFill>
                <a:latin typeface="Noto Sans TC"/>
                <a:ea typeface="Noto Sans TC"/>
                <a:cs typeface="Noto Sans TC"/>
                <a:sym typeface="Noto Sans TC"/>
              </a:rPr>
              <a:t>MediaTek MT8788/MT8768 + E Ink T2001: Dual-Bus Drivers, 256-Level Spatial Dither &amp; 11 Production War Stories Learned</a:t>
            </a:r>
            <a:endParaRPr dirty="0"/>
          </a:p>
        </p:txBody>
      </p:sp>
      <p:sp>
        <p:nvSpPr>
          <p:cNvPr id="90" name="Google Shape;90;p13"/>
          <p:cNvSpPr txBox="1"/>
          <p:nvPr/>
        </p:nvSpPr>
        <p:spPr>
          <a:xfrm>
            <a:off x="609600" y="4751933"/>
            <a:ext cx="323682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Noto Sans TC"/>
                <a:ea typeface="Noto Sans TC"/>
                <a:cs typeface="Noto Sans TC"/>
                <a:sym typeface="Noto Sans TC"/>
              </a:rPr>
              <a:t>Presenter &amp; Role</a:t>
            </a:r>
            <a:endParaRPr/>
          </a:p>
        </p:txBody>
      </p:sp>
      <p:sp>
        <p:nvSpPr>
          <p:cNvPr id="91" name="Google Shape;91;p13"/>
          <p:cNvSpPr txBox="1"/>
          <p:nvPr/>
        </p:nvSpPr>
        <p:spPr>
          <a:xfrm>
            <a:off x="609600" y="4961483"/>
            <a:ext cx="323682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E2E8F0"/>
                </a:solidFill>
                <a:latin typeface="Noto Sans TC"/>
                <a:ea typeface="Noto Sans TC"/>
                <a:cs typeface="Noto Sans TC"/>
                <a:sym typeface="Noto Sans TC"/>
              </a:rPr>
              <a:t>William Liu / Senior System Software Architect</a:t>
            </a:r>
            <a:endParaRPr/>
          </a:p>
        </p:txBody>
      </p:sp>
      <p:sp>
        <p:nvSpPr>
          <p:cNvPr id="92" name="Google Shape;92;p13"/>
          <p:cNvSpPr txBox="1"/>
          <p:nvPr/>
        </p:nvSpPr>
        <p:spPr>
          <a:xfrm>
            <a:off x="6245495" y="4827552"/>
            <a:ext cx="3911017"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Noto Sans TC"/>
                <a:ea typeface="Noto Sans TC"/>
                <a:cs typeface="Noto Sans TC"/>
                <a:sym typeface="Noto Sans TC"/>
              </a:rPr>
              <a:t>Target Hardware Platform</a:t>
            </a:r>
            <a:endParaRPr/>
          </a:p>
        </p:txBody>
      </p:sp>
      <p:sp>
        <p:nvSpPr>
          <p:cNvPr id="93" name="Google Shape;93;p13"/>
          <p:cNvSpPr txBox="1"/>
          <p:nvPr/>
        </p:nvSpPr>
        <p:spPr>
          <a:xfrm>
            <a:off x="6245494" y="5032339"/>
            <a:ext cx="3911017"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38BDF8"/>
                </a:solidFill>
                <a:latin typeface="Noto Sans TC"/>
                <a:ea typeface="Noto Sans TC"/>
                <a:cs typeface="Noto Sans TC"/>
                <a:sym typeface="Noto Sans TC"/>
              </a:rPr>
              <a:t>MT8788 + IT8957 + Wacom EMR 200Hz</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99"/>
        <p:cNvGrpSpPr/>
        <p:nvPr/>
      </p:nvGrpSpPr>
      <p:grpSpPr>
        <a:xfrm>
          <a:off x="0" y="0"/>
          <a:ext cx="0" cy="0"/>
          <a:chOff x="0" y="0"/>
          <a:chExt cx="0" cy="0"/>
        </a:xfrm>
      </p:grpSpPr>
      <p:sp>
        <p:nvSpPr>
          <p:cNvPr id="100" name="Google Shape;100;p14"/>
          <p:cNvSpPr/>
          <p:nvPr/>
        </p:nvSpPr>
        <p:spPr>
          <a:xfrm>
            <a:off x="609600" y="2044057"/>
            <a:ext cx="2600325" cy="1651644"/>
          </a:xfrm>
          <a:prstGeom prst="roundRect">
            <a:avLst>
              <a:gd name="adj" fmla="val 8888"/>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1" name="Google Shape;101;p14"/>
          <p:cNvSpPr/>
          <p:nvPr/>
        </p:nvSpPr>
        <p:spPr>
          <a:xfrm>
            <a:off x="3400425" y="2044057"/>
            <a:ext cx="2695575" cy="1651643"/>
          </a:xfrm>
          <a:prstGeom prst="roundRect">
            <a:avLst>
              <a:gd name="adj" fmla="val 8888"/>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 name="Google Shape;102;p14"/>
          <p:cNvSpPr/>
          <p:nvPr/>
        </p:nvSpPr>
        <p:spPr>
          <a:xfrm>
            <a:off x="6191250" y="2044057"/>
            <a:ext cx="2600325" cy="1651643"/>
          </a:xfrm>
          <a:prstGeom prst="roundRect">
            <a:avLst>
              <a:gd name="adj" fmla="val 8888"/>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14"/>
          <p:cNvSpPr/>
          <p:nvPr/>
        </p:nvSpPr>
        <p:spPr>
          <a:xfrm>
            <a:off x="8982075" y="2044057"/>
            <a:ext cx="2600325" cy="1651643"/>
          </a:xfrm>
          <a:prstGeom prst="roundRect">
            <a:avLst>
              <a:gd name="adj" fmla="val 759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 name="Google Shape;104;p14"/>
          <p:cNvSpPr/>
          <p:nvPr/>
        </p:nvSpPr>
        <p:spPr>
          <a:xfrm>
            <a:off x="609600" y="3995736"/>
            <a:ext cx="2600325" cy="1785631"/>
          </a:xfrm>
          <a:prstGeom prst="roundRect">
            <a:avLst>
              <a:gd name="adj" fmla="val 759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 name="Google Shape;105;p14"/>
          <p:cNvSpPr/>
          <p:nvPr/>
        </p:nvSpPr>
        <p:spPr>
          <a:xfrm>
            <a:off x="3429000" y="3991107"/>
            <a:ext cx="2600325" cy="1785630"/>
          </a:xfrm>
          <a:prstGeom prst="roundRect">
            <a:avLst>
              <a:gd name="adj" fmla="val 8888"/>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4"/>
          <p:cNvSpPr/>
          <p:nvPr/>
        </p:nvSpPr>
        <p:spPr>
          <a:xfrm>
            <a:off x="6205537" y="3991107"/>
            <a:ext cx="2776538" cy="1785630"/>
          </a:xfrm>
          <a:prstGeom prst="roundRect">
            <a:avLst>
              <a:gd name="adj" fmla="val 8888"/>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4"/>
          <p:cNvSpPr txBox="1"/>
          <p:nvPr/>
        </p:nvSpPr>
        <p:spPr>
          <a:xfrm>
            <a:off x="609600" y="457200"/>
            <a:ext cx="11582400" cy="17312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dirty="0">
                <a:solidFill>
                  <a:srgbClr val="0284C7"/>
                </a:solidFill>
                <a:latin typeface="Noto Sans TC"/>
                <a:ea typeface="Noto Sans TC"/>
                <a:cs typeface="Noto Sans TC"/>
                <a:sym typeface="Noto Sans TC"/>
              </a:rPr>
              <a:t>OVERVIEW </a:t>
            </a:r>
            <a:endParaRPr dirty="0"/>
          </a:p>
        </p:txBody>
      </p:sp>
      <p:sp>
        <p:nvSpPr>
          <p:cNvPr id="109" name="Google Shape;109;p14"/>
          <p:cNvSpPr txBox="1"/>
          <p:nvPr/>
        </p:nvSpPr>
        <p:spPr>
          <a:xfrm>
            <a:off x="609600" y="846780"/>
            <a:ext cx="11582400"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dirty="0">
                <a:solidFill>
                  <a:srgbClr val="0F172A"/>
                </a:solidFill>
                <a:latin typeface="Noto Sans TC"/>
                <a:ea typeface="Noto Sans TC"/>
                <a:sym typeface="Noto Sans TC"/>
              </a:rPr>
              <a:t>Outline</a:t>
            </a:r>
            <a:endParaRPr lang="en-US" dirty="0"/>
          </a:p>
        </p:txBody>
      </p:sp>
      <p:sp>
        <p:nvSpPr>
          <p:cNvPr id="110" name="Google Shape;110;p14"/>
          <p:cNvSpPr txBox="1"/>
          <p:nvPr/>
        </p:nvSpPr>
        <p:spPr>
          <a:xfrm>
            <a:off x="828675" y="2324829"/>
            <a:ext cx="2702718"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0284C7"/>
                </a:solidFill>
                <a:latin typeface="Noto Sans TC"/>
                <a:ea typeface="Noto Sans TC"/>
                <a:cs typeface="Noto Sans TC"/>
                <a:sym typeface="Noto Sans TC"/>
              </a:rPr>
              <a:t>01</a:t>
            </a:r>
            <a:endParaRPr dirty="0"/>
          </a:p>
        </p:txBody>
      </p:sp>
      <p:sp>
        <p:nvSpPr>
          <p:cNvPr id="111" name="Google Shape;111;p14"/>
          <p:cNvSpPr txBox="1"/>
          <p:nvPr/>
        </p:nvSpPr>
        <p:spPr>
          <a:xfrm>
            <a:off x="828675" y="2658050"/>
            <a:ext cx="2837854"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Optics &amp; Electrophoretic Physics</a:t>
            </a:r>
            <a:endParaRPr dirty="0"/>
          </a:p>
        </p:txBody>
      </p:sp>
      <p:sp>
        <p:nvSpPr>
          <p:cNvPr id="112" name="Google Shape;112;p14"/>
          <p:cNvSpPr txBox="1"/>
          <p:nvPr/>
        </p:nvSpPr>
        <p:spPr>
          <a:xfrm>
            <a:off x="777479" y="3248025"/>
            <a:ext cx="2702718"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Dual-Particle Microcapsules &amp; Bistable Mechanism</a:t>
            </a:r>
            <a:endParaRPr dirty="0"/>
          </a:p>
        </p:txBody>
      </p:sp>
      <p:sp>
        <p:nvSpPr>
          <p:cNvPr id="113" name="Google Shape;113;p14"/>
          <p:cNvSpPr txBox="1"/>
          <p:nvPr/>
        </p:nvSpPr>
        <p:spPr>
          <a:xfrm>
            <a:off x="3619500" y="2324408"/>
            <a:ext cx="2702718"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0284C7"/>
                </a:solidFill>
                <a:latin typeface="Noto Sans TC"/>
                <a:ea typeface="Noto Sans TC"/>
                <a:cs typeface="Noto Sans TC"/>
                <a:sym typeface="Noto Sans TC"/>
              </a:rPr>
              <a:t>02</a:t>
            </a:r>
            <a:endParaRPr dirty="0"/>
          </a:p>
        </p:txBody>
      </p:sp>
      <p:sp>
        <p:nvSpPr>
          <p:cNvPr id="114" name="Google Shape;114;p14"/>
          <p:cNvSpPr txBox="1"/>
          <p:nvPr/>
        </p:nvSpPr>
        <p:spPr>
          <a:xfrm>
            <a:off x="3619500" y="2667175"/>
            <a:ext cx="2837854"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Waveform LUT &amp; VCOM Calibration</a:t>
            </a:r>
            <a:endParaRPr dirty="0"/>
          </a:p>
        </p:txBody>
      </p:sp>
      <p:sp>
        <p:nvSpPr>
          <p:cNvPr id="115" name="Google Shape;115;p14"/>
          <p:cNvSpPr txBox="1"/>
          <p:nvPr/>
        </p:nvSpPr>
        <p:spPr>
          <a:xfrm>
            <a:off x="3458766" y="3230754"/>
            <a:ext cx="2702718"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4 Waveform Modes &amp; </a:t>
            </a:r>
          </a:p>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Production Barcode Calibration</a:t>
            </a:r>
            <a:endParaRPr dirty="0"/>
          </a:p>
        </p:txBody>
      </p:sp>
      <p:sp>
        <p:nvSpPr>
          <p:cNvPr id="116" name="Google Shape;116;p14"/>
          <p:cNvSpPr txBox="1"/>
          <p:nvPr/>
        </p:nvSpPr>
        <p:spPr>
          <a:xfrm>
            <a:off x="6410325" y="2324408"/>
            <a:ext cx="2702718"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0284C7"/>
                </a:solidFill>
                <a:latin typeface="Noto Sans TC"/>
                <a:ea typeface="Noto Sans TC"/>
                <a:cs typeface="Noto Sans TC"/>
                <a:sym typeface="Noto Sans TC"/>
              </a:rPr>
              <a:t>03 </a:t>
            </a:r>
            <a:endParaRPr dirty="0"/>
          </a:p>
        </p:txBody>
      </p:sp>
      <p:sp>
        <p:nvSpPr>
          <p:cNvPr id="117" name="Google Shape;117;p14"/>
          <p:cNvSpPr txBox="1"/>
          <p:nvPr/>
        </p:nvSpPr>
        <p:spPr>
          <a:xfrm>
            <a:off x="6382192" y="2667175"/>
            <a:ext cx="2837854"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Hardware Topology &amp; </a:t>
            </a:r>
          </a:p>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Dual-Bus Drivers</a:t>
            </a:r>
            <a:endParaRPr dirty="0"/>
          </a:p>
        </p:txBody>
      </p:sp>
      <p:sp>
        <p:nvSpPr>
          <p:cNvPr id="118" name="Google Shape;118;p14"/>
          <p:cNvSpPr txBox="1"/>
          <p:nvPr/>
        </p:nvSpPr>
        <p:spPr>
          <a:xfrm>
            <a:off x="6410325" y="3248025"/>
            <a:ext cx="2702718"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75569"/>
                </a:solidFill>
                <a:latin typeface="Noto Sans TC"/>
                <a:ea typeface="Noto Sans TC"/>
                <a:cs typeface="Noto Sans TC"/>
                <a:sym typeface="Noto Sans TC"/>
              </a:rPr>
              <a:t>I2C Control &amp; 24MHz HSPI Division of Labor</a:t>
            </a:r>
            <a:endParaRPr/>
          </a:p>
        </p:txBody>
      </p:sp>
      <p:sp>
        <p:nvSpPr>
          <p:cNvPr id="119" name="Google Shape;119;p14"/>
          <p:cNvSpPr txBox="1"/>
          <p:nvPr/>
        </p:nvSpPr>
        <p:spPr>
          <a:xfrm>
            <a:off x="9201150" y="2332396"/>
            <a:ext cx="2702718"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0284C7"/>
                </a:solidFill>
                <a:latin typeface="Noto Sans TC"/>
                <a:ea typeface="Noto Sans TC"/>
                <a:cs typeface="Noto Sans TC"/>
                <a:sym typeface="Noto Sans TC"/>
              </a:rPr>
              <a:t>04</a:t>
            </a:r>
            <a:endParaRPr dirty="0"/>
          </a:p>
        </p:txBody>
      </p:sp>
      <p:sp>
        <p:nvSpPr>
          <p:cNvPr id="120" name="Google Shape;120;p14"/>
          <p:cNvSpPr txBox="1"/>
          <p:nvPr/>
        </p:nvSpPr>
        <p:spPr>
          <a:xfrm>
            <a:off x="9201150" y="2658050"/>
            <a:ext cx="2370296"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Core Daemon &amp; 256-Level Dither</a:t>
            </a:r>
            <a:endParaRPr dirty="0"/>
          </a:p>
        </p:txBody>
      </p:sp>
      <p:sp>
        <p:nvSpPr>
          <p:cNvPr id="121" name="Google Shape;121;p14"/>
          <p:cNvSpPr txBox="1"/>
          <p:nvPr/>
        </p:nvSpPr>
        <p:spPr>
          <a:xfrm>
            <a:off x="9113043" y="3229417"/>
            <a:ext cx="2702718"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Async </a:t>
            </a:r>
            <a:r>
              <a:rPr lang="en-US" sz="1350" b="0" i="0" u="none" strike="noStrike" cap="none" dirty="0" err="1">
                <a:solidFill>
                  <a:srgbClr val="475569"/>
                </a:solidFill>
                <a:latin typeface="Noto Sans TC"/>
                <a:ea typeface="Noto Sans TC"/>
                <a:cs typeface="Noto Sans TC"/>
                <a:sym typeface="Noto Sans TC"/>
              </a:rPr>
              <a:t>Workqueue</a:t>
            </a:r>
            <a:r>
              <a:rPr lang="en-US" sz="1350" b="0" i="0" u="none" strike="noStrike" cap="none" dirty="0">
                <a:solidFill>
                  <a:srgbClr val="475569"/>
                </a:solidFill>
                <a:latin typeface="Noto Sans TC"/>
                <a:ea typeface="Noto Sans TC"/>
                <a:cs typeface="Noto Sans TC"/>
                <a:sym typeface="Noto Sans TC"/>
              </a:rPr>
              <a:t> &amp; 10-Thread Parallel Acceleration</a:t>
            </a:r>
            <a:endParaRPr dirty="0"/>
          </a:p>
        </p:txBody>
      </p:sp>
      <p:sp>
        <p:nvSpPr>
          <p:cNvPr id="122" name="Google Shape;122;p14"/>
          <p:cNvSpPr txBox="1"/>
          <p:nvPr/>
        </p:nvSpPr>
        <p:spPr>
          <a:xfrm>
            <a:off x="828675" y="4214812"/>
            <a:ext cx="2702718"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059669"/>
                </a:solidFill>
                <a:latin typeface="Noto Sans TC"/>
                <a:ea typeface="Noto Sans TC"/>
                <a:cs typeface="Noto Sans TC"/>
                <a:sym typeface="Noto Sans TC"/>
              </a:rPr>
              <a:t>05</a:t>
            </a:r>
            <a:endParaRPr dirty="0"/>
          </a:p>
        </p:txBody>
      </p:sp>
      <p:sp>
        <p:nvSpPr>
          <p:cNvPr id="123" name="Google Shape;123;p14"/>
          <p:cNvSpPr txBox="1"/>
          <p:nvPr/>
        </p:nvSpPr>
        <p:spPr>
          <a:xfrm>
            <a:off x="821592" y="4633604"/>
            <a:ext cx="2370296" cy="4762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Sub-28ms Inking &amp; </a:t>
            </a:r>
            <a:r>
              <a:rPr lang="en-US" sz="1500" b="1" i="0" u="none" strike="noStrike" cap="none" dirty="0" err="1">
                <a:solidFill>
                  <a:srgbClr val="0F172A"/>
                </a:solidFill>
                <a:latin typeface="Noto Sans TC"/>
                <a:ea typeface="Noto Sans TC"/>
                <a:cs typeface="Noto Sans TC"/>
                <a:sym typeface="Noto Sans TC"/>
              </a:rPr>
              <a:t>CanvasDraw</a:t>
            </a:r>
            <a:endParaRPr dirty="0"/>
          </a:p>
        </p:txBody>
      </p:sp>
      <p:sp>
        <p:nvSpPr>
          <p:cNvPr id="124" name="Google Shape;124;p14"/>
          <p:cNvSpPr txBox="1"/>
          <p:nvPr/>
        </p:nvSpPr>
        <p:spPr>
          <a:xfrm>
            <a:off x="839629" y="5225065"/>
            <a:ext cx="2370296"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Dual Bypass Paths &amp; </a:t>
            </a:r>
          </a:p>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3 Geometric Algorithms</a:t>
            </a:r>
            <a:endParaRPr dirty="0"/>
          </a:p>
        </p:txBody>
      </p:sp>
      <p:sp>
        <p:nvSpPr>
          <p:cNvPr id="125" name="Google Shape;125;p14"/>
          <p:cNvSpPr txBox="1"/>
          <p:nvPr/>
        </p:nvSpPr>
        <p:spPr>
          <a:xfrm>
            <a:off x="3619500" y="4214812"/>
            <a:ext cx="2702718"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D97706"/>
                </a:solidFill>
                <a:latin typeface="Noto Sans TC"/>
                <a:ea typeface="Noto Sans TC"/>
                <a:cs typeface="Noto Sans TC"/>
                <a:sym typeface="Noto Sans TC"/>
              </a:rPr>
              <a:t>06</a:t>
            </a:r>
            <a:endParaRPr dirty="0"/>
          </a:p>
        </p:txBody>
      </p:sp>
      <p:sp>
        <p:nvSpPr>
          <p:cNvPr id="126" name="Google Shape;126;p14"/>
          <p:cNvSpPr txBox="1"/>
          <p:nvPr/>
        </p:nvSpPr>
        <p:spPr>
          <a:xfrm>
            <a:off x="3619500" y="4629150"/>
            <a:ext cx="2837854"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Power State Machine &amp; </a:t>
            </a:r>
          </a:p>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Recovery</a:t>
            </a:r>
            <a:endParaRPr dirty="0"/>
          </a:p>
        </p:txBody>
      </p:sp>
      <p:sp>
        <p:nvSpPr>
          <p:cNvPr id="127" name="Google Shape;127;p14"/>
          <p:cNvSpPr txBox="1"/>
          <p:nvPr/>
        </p:nvSpPr>
        <p:spPr>
          <a:xfrm>
            <a:off x="3619500" y="5205176"/>
            <a:ext cx="2702718"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3-Tier Sleep &amp; </a:t>
            </a:r>
          </a:p>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1.5s Seamless Self-Healing</a:t>
            </a:r>
            <a:endParaRPr dirty="0"/>
          </a:p>
        </p:txBody>
      </p:sp>
      <p:sp>
        <p:nvSpPr>
          <p:cNvPr id="128" name="Google Shape;128;p14"/>
          <p:cNvSpPr txBox="1"/>
          <p:nvPr/>
        </p:nvSpPr>
        <p:spPr>
          <a:xfrm>
            <a:off x="6414011" y="4217423"/>
            <a:ext cx="2702718"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DC2626"/>
                </a:solidFill>
                <a:latin typeface="Noto Sans TC"/>
                <a:ea typeface="Noto Sans TC"/>
                <a:cs typeface="Noto Sans TC"/>
                <a:sym typeface="Noto Sans TC"/>
              </a:rPr>
              <a:t>07</a:t>
            </a:r>
            <a:endParaRPr dirty="0"/>
          </a:p>
        </p:txBody>
      </p:sp>
      <p:sp>
        <p:nvSpPr>
          <p:cNvPr id="129" name="Google Shape;129;p14"/>
          <p:cNvSpPr txBox="1"/>
          <p:nvPr/>
        </p:nvSpPr>
        <p:spPr>
          <a:xfrm>
            <a:off x="6410325" y="4629150"/>
            <a:ext cx="2837854"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11 Golden Lessons Learned</a:t>
            </a:r>
            <a:endParaRPr/>
          </a:p>
        </p:txBody>
      </p:sp>
      <p:sp>
        <p:nvSpPr>
          <p:cNvPr id="130" name="Google Shape;130;p14"/>
          <p:cNvSpPr txBox="1"/>
          <p:nvPr/>
        </p:nvSpPr>
        <p:spPr>
          <a:xfrm>
            <a:off x="6382192" y="5134326"/>
            <a:ext cx="2702718"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Production War Stories &amp; Visual Debug Toolchain</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37"/>
        <p:cNvGrpSpPr/>
        <p:nvPr/>
      </p:nvGrpSpPr>
      <p:grpSpPr>
        <a:xfrm>
          <a:off x="0" y="0"/>
          <a:ext cx="0" cy="0"/>
          <a:chOff x="0" y="0"/>
          <a:chExt cx="0" cy="0"/>
        </a:xfrm>
      </p:grpSpPr>
      <p:sp>
        <p:nvSpPr>
          <p:cNvPr id="138" name="Google Shape;138;p15"/>
          <p:cNvSpPr/>
          <p:nvPr/>
        </p:nvSpPr>
        <p:spPr>
          <a:xfrm>
            <a:off x="609600" y="1362074"/>
            <a:ext cx="10972800" cy="1262063"/>
          </a:xfrm>
          <a:prstGeom prst="roundRect">
            <a:avLst>
              <a:gd name="adj" fmla="val 1000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9" name="Google Shape;139;p15"/>
          <p:cNvSpPr/>
          <p:nvPr/>
        </p:nvSpPr>
        <p:spPr>
          <a:xfrm>
            <a:off x="3829050" y="1562100"/>
            <a:ext cx="9525" cy="7429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0" name="Google Shape;140;p15"/>
          <p:cNvSpPr/>
          <p:nvPr/>
        </p:nvSpPr>
        <p:spPr>
          <a:xfrm>
            <a:off x="8181975" y="1562100"/>
            <a:ext cx="9525" cy="742950"/>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1" name="Google Shape;141;p15" descr="image.png"/>
          <p:cNvPicPr preferRelativeResize="0"/>
          <p:nvPr/>
        </p:nvPicPr>
        <p:blipFill rotWithShape="1">
          <a:blip r:embed="rId3">
            <a:alphaModFix/>
          </a:blip>
          <a:srcRect/>
          <a:stretch/>
        </p:blipFill>
        <p:spPr>
          <a:xfrm>
            <a:off x="609600" y="3024187"/>
            <a:ext cx="4456062" cy="3048000"/>
          </a:xfrm>
          <a:prstGeom prst="rect">
            <a:avLst/>
          </a:prstGeom>
          <a:noFill/>
          <a:ln>
            <a:noFill/>
          </a:ln>
        </p:spPr>
      </p:pic>
      <p:pic>
        <p:nvPicPr>
          <p:cNvPr id="142" name="Google Shape;142;p15" descr="image.png"/>
          <p:cNvPicPr preferRelativeResize="0"/>
          <p:nvPr/>
        </p:nvPicPr>
        <p:blipFill rotWithShape="1">
          <a:blip r:embed="rId4">
            <a:alphaModFix/>
          </a:blip>
          <a:srcRect/>
          <a:stretch/>
        </p:blipFill>
        <p:spPr>
          <a:xfrm>
            <a:off x="619125" y="3033712"/>
            <a:ext cx="4437012" cy="3028950"/>
          </a:xfrm>
          <a:prstGeom prst="rect">
            <a:avLst/>
          </a:prstGeom>
          <a:noFill/>
          <a:ln>
            <a:noFill/>
          </a:ln>
        </p:spPr>
      </p:pic>
      <p:sp>
        <p:nvSpPr>
          <p:cNvPr id="143" name="Google Shape;143;p15"/>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01 / FUNDAMENTALS &amp; OPTICS</a:t>
            </a:r>
            <a:endParaRPr/>
          </a:p>
        </p:txBody>
      </p:sp>
      <p:sp>
        <p:nvSpPr>
          <p:cNvPr id="144" name="Google Shape;144;p15"/>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Eye-Comfort Optical Advantages &amp; Vertical Application Ecosystem</a:t>
            </a:r>
            <a:endParaRPr/>
          </a:p>
        </p:txBody>
      </p:sp>
      <p:sp>
        <p:nvSpPr>
          <p:cNvPr id="145" name="Google Shape;145;p15"/>
          <p:cNvSpPr txBox="1"/>
          <p:nvPr/>
        </p:nvSpPr>
        <p:spPr>
          <a:xfrm>
            <a:off x="885825" y="1562100"/>
            <a:ext cx="2143125"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600" b="1" i="0" u="none" strike="noStrike" cap="none">
                <a:solidFill>
                  <a:srgbClr val="0284C7"/>
                </a:solidFill>
                <a:latin typeface="Noto Sans TC"/>
                <a:ea typeface="Noto Sans TC"/>
                <a:cs typeface="Noto Sans TC"/>
                <a:sym typeface="Noto Sans TC"/>
              </a:rPr>
              <a:t>0 mW</a:t>
            </a:r>
            <a:endParaRPr/>
          </a:p>
        </p:txBody>
      </p:sp>
      <p:sp>
        <p:nvSpPr>
          <p:cNvPr id="146" name="Google Shape;146;p15"/>
          <p:cNvSpPr txBox="1"/>
          <p:nvPr/>
        </p:nvSpPr>
        <p:spPr>
          <a:xfrm>
            <a:off x="885825" y="2076450"/>
            <a:ext cx="2143125"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4155"/>
                </a:solidFill>
                <a:latin typeface="Noto Sans TC"/>
                <a:ea typeface="Noto Sans TC"/>
                <a:cs typeface="Noto Sans TC"/>
                <a:sym typeface="Noto Sans TC"/>
              </a:rPr>
              <a:t>Zero Static Power Sustained by Bistability</a:t>
            </a:r>
            <a:endParaRPr/>
          </a:p>
        </p:txBody>
      </p:sp>
      <p:sp>
        <p:nvSpPr>
          <p:cNvPr id="147" name="Google Shape;147;p15"/>
          <p:cNvSpPr txBox="1"/>
          <p:nvPr/>
        </p:nvSpPr>
        <p:spPr>
          <a:xfrm>
            <a:off x="5067300" y="1562100"/>
            <a:ext cx="2357437"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600" b="1" i="0" u="none" strike="noStrike" cap="none">
                <a:solidFill>
                  <a:srgbClr val="059669"/>
                </a:solidFill>
                <a:latin typeface="Noto Sans TC"/>
                <a:ea typeface="Noto Sans TC"/>
                <a:cs typeface="Noto Sans TC"/>
                <a:sym typeface="Noto Sans TC"/>
              </a:rPr>
              <a:t>100%</a:t>
            </a:r>
            <a:endParaRPr/>
          </a:p>
        </p:txBody>
      </p:sp>
      <p:sp>
        <p:nvSpPr>
          <p:cNvPr id="148" name="Google Shape;148;p15"/>
          <p:cNvSpPr txBox="1"/>
          <p:nvPr/>
        </p:nvSpPr>
        <p:spPr>
          <a:xfrm>
            <a:off x="5067300" y="2076450"/>
            <a:ext cx="2357437"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334155"/>
                </a:solidFill>
                <a:latin typeface="Noto Sans TC"/>
                <a:ea typeface="Noto Sans TC"/>
                <a:cs typeface="Noto Sans TC"/>
                <a:sym typeface="Noto Sans TC"/>
              </a:rPr>
              <a:t>Constant Reflectance &amp; Zero PWM Flicker</a:t>
            </a:r>
            <a:endParaRPr/>
          </a:p>
        </p:txBody>
      </p:sp>
      <p:sp>
        <p:nvSpPr>
          <p:cNvPr id="149" name="Google Shape;149;p15"/>
          <p:cNvSpPr txBox="1"/>
          <p:nvPr/>
        </p:nvSpPr>
        <p:spPr>
          <a:xfrm>
            <a:off x="8849954" y="1550193"/>
            <a:ext cx="2357437"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600" b="1" i="0" u="none" strike="noStrike" cap="none" dirty="0">
                <a:solidFill>
                  <a:srgbClr val="D97706"/>
                </a:solidFill>
                <a:latin typeface="Noto Sans TC"/>
                <a:ea typeface="Noto Sans TC"/>
                <a:cs typeface="Noto Sans TC"/>
                <a:sym typeface="Noto Sans TC"/>
              </a:rPr>
              <a:t>3x</a:t>
            </a:r>
            <a:endParaRPr dirty="0"/>
          </a:p>
        </p:txBody>
      </p:sp>
      <p:sp>
        <p:nvSpPr>
          <p:cNvPr id="150" name="Google Shape;150;p15"/>
          <p:cNvSpPr txBox="1"/>
          <p:nvPr/>
        </p:nvSpPr>
        <p:spPr>
          <a:xfrm>
            <a:off x="8849954" y="2064543"/>
            <a:ext cx="3342046"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334155"/>
                </a:solidFill>
                <a:latin typeface="Noto Sans TC"/>
                <a:ea typeface="Noto Sans TC"/>
                <a:cs typeface="Noto Sans TC"/>
                <a:sym typeface="Noto Sans TC"/>
              </a:rPr>
              <a:t>Harvard School of Public Health Certified Eye-Comfort</a:t>
            </a:r>
            <a:endParaRPr dirty="0"/>
          </a:p>
        </p:txBody>
      </p:sp>
      <p:sp>
        <p:nvSpPr>
          <p:cNvPr id="151" name="Google Shape;151;p15"/>
          <p:cNvSpPr txBox="1"/>
          <p:nvPr/>
        </p:nvSpPr>
        <p:spPr>
          <a:xfrm>
            <a:off x="5370462" y="3429000"/>
            <a:ext cx="6821537"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1" i="0" u="none" strike="noStrike" cap="none" dirty="0">
                <a:solidFill>
                  <a:srgbClr val="1E293B"/>
                </a:solidFill>
                <a:latin typeface="Noto Sans TC"/>
                <a:ea typeface="Noto Sans TC"/>
                <a:cs typeface="Noto Sans TC"/>
                <a:sym typeface="Noto Sans TC"/>
              </a:rPr>
              <a:t>Natural Ambient Reflection: </a:t>
            </a:r>
          </a:p>
          <a:p>
            <a:pPr marL="0" marR="0" lvl="0" indent="0" algn="l" rtl="0">
              <a:spcBef>
                <a:spcPts val="0"/>
              </a:spcBef>
              <a:spcAft>
                <a:spcPts val="0"/>
              </a:spcAft>
              <a:buNone/>
            </a:pPr>
            <a:r>
              <a:rPr lang="en-US" sz="1425" b="0" i="0" u="none" strike="noStrike" cap="none" dirty="0">
                <a:solidFill>
                  <a:srgbClr val="1E293B"/>
                </a:solidFill>
                <a:latin typeface="Noto Sans TC"/>
                <a:ea typeface="Noto Sans TC"/>
                <a:cs typeface="Noto Sans TC"/>
                <a:sym typeface="Noto Sans TC"/>
              </a:rPr>
              <a:t>No direct backlight or blue light (415-455nm) hitting retina; clearer in sunlight</a:t>
            </a:r>
            <a:endParaRPr dirty="0"/>
          </a:p>
        </p:txBody>
      </p:sp>
      <p:sp>
        <p:nvSpPr>
          <p:cNvPr id="152" name="Google Shape;152;p15"/>
          <p:cNvSpPr txBox="1"/>
          <p:nvPr/>
        </p:nvSpPr>
        <p:spPr>
          <a:xfrm>
            <a:off x="5370459" y="4036882"/>
            <a:ext cx="6821537"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1" i="0" u="none" strike="noStrike" cap="none" dirty="0">
                <a:solidFill>
                  <a:srgbClr val="1E293B"/>
                </a:solidFill>
                <a:latin typeface="Noto Sans TC"/>
                <a:ea typeface="Noto Sans TC"/>
                <a:cs typeface="Noto Sans TC"/>
                <a:sym typeface="Noto Sans TC"/>
              </a:rPr>
              <a:t>E-Notes &amp; Professional Reading: </a:t>
            </a:r>
          </a:p>
          <a:p>
            <a:pPr marL="0" marR="0" lvl="0" indent="0" algn="l" rtl="0">
              <a:spcBef>
                <a:spcPts val="0"/>
              </a:spcBef>
              <a:spcAft>
                <a:spcPts val="0"/>
              </a:spcAft>
              <a:buNone/>
            </a:pPr>
            <a:r>
              <a:rPr lang="en-US" sz="1425" b="0" i="0" u="none" strike="noStrike" cap="none" dirty="0">
                <a:solidFill>
                  <a:srgbClr val="1E293B"/>
                </a:solidFill>
                <a:latin typeface="Noto Sans TC"/>
                <a:ea typeface="Noto Sans TC"/>
                <a:cs typeface="Noto Sans TC"/>
                <a:sym typeface="Noto Sans TC"/>
              </a:rPr>
              <a:t>Kindle / </a:t>
            </a:r>
            <a:r>
              <a:rPr lang="en-US" sz="1425" b="0" i="0" u="none" strike="noStrike" cap="none" dirty="0" err="1">
                <a:solidFill>
                  <a:srgbClr val="1E293B"/>
                </a:solidFill>
                <a:latin typeface="Noto Sans TC"/>
                <a:ea typeface="Noto Sans TC"/>
                <a:cs typeface="Noto Sans TC"/>
                <a:sym typeface="Noto Sans TC"/>
              </a:rPr>
              <a:t>reMarkable</a:t>
            </a:r>
            <a:r>
              <a:rPr lang="en-US" sz="1425" b="0" i="0" u="none" strike="noStrike" cap="none" dirty="0">
                <a:solidFill>
                  <a:srgbClr val="1E293B"/>
                </a:solidFill>
                <a:latin typeface="Noto Sans TC"/>
                <a:ea typeface="Noto Sans TC"/>
                <a:cs typeface="Noto Sans TC"/>
                <a:sym typeface="Noto Sans TC"/>
              </a:rPr>
              <a:t> paperless office approval and note-taking</a:t>
            </a:r>
            <a:endParaRPr dirty="0"/>
          </a:p>
        </p:txBody>
      </p:sp>
      <p:sp>
        <p:nvSpPr>
          <p:cNvPr id="153" name="Google Shape;153;p15"/>
          <p:cNvSpPr txBox="1"/>
          <p:nvPr/>
        </p:nvSpPr>
        <p:spPr>
          <a:xfrm>
            <a:off x="5370458" y="4718248"/>
            <a:ext cx="6821537"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1" i="0" u="none" strike="noStrike" cap="none" dirty="0">
                <a:solidFill>
                  <a:srgbClr val="1E293B"/>
                </a:solidFill>
                <a:latin typeface="Noto Sans TC"/>
                <a:ea typeface="Noto Sans TC"/>
                <a:cs typeface="Noto Sans TC"/>
                <a:sym typeface="Noto Sans TC"/>
              </a:rPr>
              <a:t>Electronic Shelf Labels (ESL): </a:t>
            </a:r>
          </a:p>
          <a:p>
            <a:pPr marL="0" marR="0" lvl="0" indent="0" algn="l" rtl="0">
              <a:spcBef>
                <a:spcPts val="0"/>
              </a:spcBef>
              <a:spcAft>
                <a:spcPts val="0"/>
              </a:spcAft>
              <a:buNone/>
            </a:pPr>
            <a:r>
              <a:rPr lang="en-US" sz="1425" b="0" i="0" u="none" strike="noStrike" cap="none" dirty="0">
                <a:solidFill>
                  <a:srgbClr val="1E293B"/>
                </a:solidFill>
                <a:latin typeface="Noto Sans TC"/>
                <a:ea typeface="Noto Sans TC"/>
                <a:cs typeface="Noto Sans TC"/>
                <a:sym typeface="Noto Sans TC"/>
              </a:rPr>
              <a:t>Wireless dynamic pricing, 5-year battery life on coin cells</a:t>
            </a:r>
            <a:endParaRPr dirty="0"/>
          </a:p>
        </p:txBody>
      </p:sp>
      <p:sp>
        <p:nvSpPr>
          <p:cNvPr id="154" name="Google Shape;154;p15"/>
          <p:cNvSpPr txBox="1"/>
          <p:nvPr/>
        </p:nvSpPr>
        <p:spPr>
          <a:xfrm>
            <a:off x="5370460" y="5326130"/>
            <a:ext cx="6821537" cy="4385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1" i="0" u="none" strike="noStrike" cap="none" dirty="0">
                <a:solidFill>
                  <a:srgbClr val="1E293B"/>
                </a:solidFill>
                <a:latin typeface="Noto Sans TC"/>
                <a:ea typeface="Noto Sans TC"/>
                <a:cs typeface="Noto Sans TC"/>
                <a:sym typeface="Noto Sans TC"/>
              </a:rPr>
              <a:t>Smart Healthcare &amp; Outdoor Signage: </a:t>
            </a:r>
          </a:p>
          <a:p>
            <a:pPr marL="0" marR="0" lvl="0" indent="0" algn="l" rtl="0">
              <a:spcBef>
                <a:spcPts val="0"/>
              </a:spcBef>
              <a:spcAft>
                <a:spcPts val="0"/>
              </a:spcAft>
              <a:buNone/>
            </a:pPr>
            <a:r>
              <a:rPr lang="en-US" sz="1425" b="0" i="0" u="none" strike="noStrike" cap="none" dirty="0">
                <a:solidFill>
                  <a:srgbClr val="1E293B"/>
                </a:solidFill>
                <a:latin typeface="Noto Sans TC"/>
                <a:ea typeface="Noto Sans TC"/>
                <a:cs typeface="Noto Sans TC"/>
                <a:sym typeface="Noto Sans TC"/>
              </a:rPr>
              <a:t>Hospital zero-glare patient bed cards, solar smart bus stop displays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8"/>
        <p:cNvGrpSpPr/>
        <p:nvPr/>
      </p:nvGrpSpPr>
      <p:grpSpPr>
        <a:xfrm>
          <a:off x="0" y="0"/>
          <a:ext cx="0" cy="0"/>
          <a:chOff x="0" y="0"/>
          <a:chExt cx="0" cy="0"/>
        </a:xfrm>
      </p:grpSpPr>
      <p:sp>
        <p:nvSpPr>
          <p:cNvPr id="160" name="Google Shape;160;p16"/>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01 / ELECTROPHORETIC PHYSICS</a:t>
            </a:r>
            <a:endParaRPr/>
          </a:p>
        </p:txBody>
      </p:sp>
      <p:sp>
        <p:nvSpPr>
          <p:cNvPr id="161" name="Google Shape;161;p16"/>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dirty="0">
                <a:solidFill>
                  <a:srgbClr val="0F172A"/>
                </a:solidFill>
                <a:latin typeface="Noto Sans TC"/>
                <a:ea typeface="Noto Sans TC"/>
                <a:cs typeface="Noto Sans TC"/>
                <a:sym typeface="Noto Sans TC"/>
              </a:rPr>
              <a:t>Dual-Particle Microcapsule Electrophoretic Physics &amp; 16-Level Grayscale Modulation</a:t>
            </a:r>
            <a:endParaRPr dirty="0"/>
          </a:p>
        </p:txBody>
      </p:sp>
      <p:pic>
        <p:nvPicPr>
          <p:cNvPr id="5" name="圖片 4" descr="一張含有 文字, 螢幕擷取畫面 的圖片&#10;&#10;AI 產生的內容可能不正確。">
            <a:extLst>
              <a:ext uri="{FF2B5EF4-FFF2-40B4-BE49-F238E27FC236}">
                <a16:creationId xmlns:a16="http://schemas.microsoft.com/office/drawing/2014/main" id="{6988EA89-2C28-2D67-83CD-78B8E1823C16}"/>
              </a:ext>
            </a:extLst>
          </p:cNvPr>
          <p:cNvPicPr>
            <a:picLocks noChangeAspect="1"/>
          </p:cNvPicPr>
          <p:nvPr/>
        </p:nvPicPr>
        <p:blipFill>
          <a:blip r:embed="rId3"/>
          <a:stretch>
            <a:fillRect/>
          </a:stretch>
        </p:blipFill>
        <p:spPr>
          <a:xfrm>
            <a:off x="0" y="1133475"/>
            <a:ext cx="12192000" cy="565621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65"/>
        <p:cNvGrpSpPr/>
        <p:nvPr/>
      </p:nvGrpSpPr>
      <p:grpSpPr>
        <a:xfrm>
          <a:off x="0" y="0"/>
          <a:ext cx="0" cy="0"/>
          <a:chOff x="0" y="0"/>
          <a:chExt cx="0" cy="0"/>
        </a:xfrm>
      </p:grpSpPr>
      <p:sp>
        <p:nvSpPr>
          <p:cNvPr id="166" name="Google Shape;166;p17"/>
          <p:cNvSpPr/>
          <p:nvPr/>
        </p:nvSpPr>
        <p:spPr>
          <a:xfrm>
            <a:off x="609600" y="5495925"/>
            <a:ext cx="10972800" cy="904875"/>
          </a:xfrm>
          <a:prstGeom prst="roundRect">
            <a:avLst>
              <a:gd name="adj" fmla="val 12631"/>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7" name="Google Shape;167;p17"/>
          <p:cNvSpPr/>
          <p:nvPr/>
        </p:nvSpPr>
        <p:spPr>
          <a:xfrm>
            <a:off x="609600" y="2143125"/>
            <a:ext cx="3530649" cy="2524125"/>
          </a:xfrm>
          <a:prstGeom prst="roundRect">
            <a:avLst>
              <a:gd name="adj" fmla="val 4528"/>
            </a:avLst>
          </a:prstGeom>
          <a:solidFill>
            <a:srgbClr val="FFFFFF"/>
          </a:solidFill>
          <a:ln w="19050" cap="flat" cmpd="sng">
            <a:solidFill>
              <a:srgbClr val="0284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8" name="Google Shape;168;p17"/>
          <p:cNvSpPr/>
          <p:nvPr/>
        </p:nvSpPr>
        <p:spPr>
          <a:xfrm>
            <a:off x="4330749" y="2143125"/>
            <a:ext cx="3530649" cy="2524125"/>
          </a:xfrm>
          <a:prstGeom prst="roundRect">
            <a:avLst>
              <a:gd name="adj" fmla="val 4528"/>
            </a:avLst>
          </a:prstGeom>
          <a:solidFill>
            <a:srgbClr val="FFFFFF"/>
          </a:solidFill>
          <a:ln w="19050" cap="flat" cmpd="sng">
            <a:solidFill>
              <a:srgbClr val="05966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9" name="Google Shape;169;p17"/>
          <p:cNvSpPr/>
          <p:nvPr/>
        </p:nvSpPr>
        <p:spPr>
          <a:xfrm>
            <a:off x="8051899" y="2143125"/>
            <a:ext cx="3530649" cy="2524125"/>
          </a:xfrm>
          <a:prstGeom prst="roundRect">
            <a:avLst>
              <a:gd name="adj" fmla="val 4528"/>
            </a:avLst>
          </a:prstGeom>
          <a:solidFill>
            <a:srgbClr val="FFFFFF"/>
          </a:solidFill>
          <a:ln w="19050" cap="flat" cmpd="sng">
            <a:solidFill>
              <a:srgbClr val="7C3AE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0" name="Google Shape;170;p17"/>
          <p:cNvSpPr/>
          <p:nvPr/>
        </p:nvSpPr>
        <p:spPr>
          <a:xfrm>
            <a:off x="8454181" y="5719762"/>
            <a:ext cx="9525" cy="45720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71" name="Google Shape;171;p17" descr="image.png"/>
          <p:cNvPicPr preferRelativeResize="0"/>
          <p:nvPr/>
        </p:nvPicPr>
        <p:blipFill rotWithShape="1">
          <a:blip r:embed="rId3">
            <a:alphaModFix/>
          </a:blip>
          <a:srcRect/>
          <a:stretch/>
        </p:blipFill>
        <p:spPr>
          <a:xfrm>
            <a:off x="819150" y="2390775"/>
            <a:ext cx="177849" cy="228600"/>
          </a:xfrm>
          <a:prstGeom prst="rect">
            <a:avLst/>
          </a:prstGeom>
          <a:noFill/>
          <a:ln>
            <a:noFill/>
          </a:ln>
        </p:spPr>
      </p:pic>
      <p:pic>
        <p:nvPicPr>
          <p:cNvPr id="172" name="Google Shape;172;p17" descr="image.png"/>
          <p:cNvPicPr preferRelativeResize="0"/>
          <p:nvPr/>
        </p:nvPicPr>
        <p:blipFill rotWithShape="1">
          <a:blip r:embed="rId4">
            <a:alphaModFix/>
          </a:blip>
          <a:srcRect/>
          <a:stretch/>
        </p:blipFill>
        <p:spPr>
          <a:xfrm>
            <a:off x="4540299" y="2390775"/>
            <a:ext cx="177849" cy="228600"/>
          </a:xfrm>
          <a:prstGeom prst="rect">
            <a:avLst/>
          </a:prstGeom>
          <a:noFill/>
          <a:ln>
            <a:noFill/>
          </a:ln>
        </p:spPr>
      </p:pic>
      <p:pic>
        <p:nvPicPr>
          <p:cNvPr id="173" name="Google Shape;173;p17" descr="image.png"/>
          <p:cNvPicPr preferRelativeResize="0"/>
          <p:nvPr/>
        </p:nvPicPr>
        <p:blipFill rotWithShape="1">
          <a:blip r:embed="rId5">
            <a:alphaModFix/>
          </a:blip>
          <a:srcRect/>
          <a:stretch/>
        </p:blipFill>
        <p:spPr>
          <a:xfrm>
            <a:off x="8261449" y="2390775"/>
            <a:ext cx="177849" cy="228600"/>
          </a:xfrm>
          <a:prstGeom prst="rect">
            <a:avLst/>
          </a:prstGeom>
          <a:noFill/>
          <a:ln>
            <a:noFill/>
          </a:ln>
        </p:spPr>
      </p:pic>
      <p:sp>
        <p:nvSpPr>
          <p:cNvPr id="174" name="Google Shape;174;p17"/>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01 / SYSTEM HARDWARE OVERVIEW</a:t>
            </a:r>
            <a:endParaRPr/>
          </a:p>
        </p:txBody>
      </p:sp>
      <p:sp>
        <p:nvSpPr>
          <p:cNvPr id="175" name="Google Shape;175;p17"/>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dirty="0">
                <a:solidFill>
                  <a:srgbClr val="0F172A"/>
                </a:solidFill>
                <a:latin typeface="Noto Sans TC"/>
                <a:ea typeface="Noto Sans TC"/>
                <a:cs typeface="Noto Sans TC"/>
                <a:sym typeface="Noto Sans TC"/>
              </a:rPr>
              <a:t>System Hardware Architecture: I2C Control, HSPI Inking &amp; MIPI Framebuffer Capture</a:t>
            </a:r>
            <a:endParaRPr dirty="0"/>
          </a:p>
        </p:txBody>
      </p:sp>
      <p:sp>
        <p:nvSpPr>
          <p:cNvPr id="176" name="Google Shape;176;p17"/>
          <p:cNvSpPr txBox="1"/>
          <p:nvPr/>
        </p:nvSpPr>
        <p:spPr>
          <a:xfrm>
            <a:off x="819150" y="2714625"/>
            <a:ext cx="3889437" cy="1962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dirty="0">
                <a:solidFill>
                  <a:srgbClr val="0F172A"/>
                </a:solidFill>
                <a:latin typeface="Noto Sans TC"/>
                <a:ea typeface="Noto Sans TC"/>
                <a:cs typeface="Noto Sans TC"/>
                <a:sym typeface="Noto Sans TC"/>
              </a:rPr>
              <a:t>Direct Android Framebuffer Streaming</a:t>
            </a:r>
            <a:endParaRPr dirty="0"/>
          </a:p>
        </p:txBody>
      </p:sp>
      <p:sp>
        <p:nvSpPr>
          <p:cNvPr id="177" name="Google Shape;177;p17"/>
          <p:cNvSpPr txBox="1"/>
          <p:nvPr/>
        </p:nvSpPr>
        <p:spPr>
          <a:xfrm>
            <a:off x="4540299" y="2714625"/>
            <a:ext cx="3889437"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dirty="0">
                <a:solidFill>
                  <a:srgbClr val="0F172A"/>
                </a:solidFill>
                <a:latin typeface="Noto Sans TC"/>
                <a:ea typeface="Noto Sans TC"/>
                <a:cs typeface="Noto Sans TC"/>
                <a:sym typeface="Noto Sans TC"/>
              </a:rPr>
              <a:t>Control Command Bus &amp; </a:t>
            </a:r>
          </a:p>
          <a:p>
            <a:pPr marL="0" marR="0" lvl="0" indent="0" algn="l" rtl="0">
              <a:spcBef>
                <a:spcPts val="0"/>
              </a:spcBef>
              <a:spcAft>
                <a:spcPts val="0"/>
              </a:spcAft>
              <a:buNone/>
            </a:pPr>
            <a:r>
              <a:rPr lang="en-US" sz="1275" b="1" i="0" u="none" strike="noStrike" cap="none" dirty="0">
                <a:solidFill>
                  <a:srgbClr val="0F172A"/>
                </a:solidFill>
                <a:latin typeface="Noto Sans TC"/>
                <a:ea typeface="Noto Sans TC"/>
                <a:cs typeface="Noto Sans TC"/>
                <a:sym typeface="Noto Sans TC"/>
              </a:rPr>
              <a:t>Power State Machine</a:t>
            </a:r>
            <a:endParaRPr dirty="0"/>
          </a:p>
        </p:txBody>
      </p:sp>
      <p:sp>
        <p:nvSpPr>
          <p:cNvPr id="178" name="Google Shape;178;p17"/>
          <p:cNvSpPr txBox="1"/>
          <p:nvPr/>
        </p:nvSpPr>
        <p:spPr>
          <a:xfrm>
            <a:off x="8261449" y="2714625"/>
            <a:ext cx="2781073" cy="39241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dirty="0">
                <a:solidFill>
                  <a:srgbClr val="0F172A"/>
                </a:solidFill>
                <a:latin typeface="Noto Sans TC"/>
                <a:ea typeface="Noto Sans TC"/>
                <a:cs typeface="Noto Sans TC"/>
                <a:sym typeface="Noto Sans TC"/>
              </a:rPr>
              <a:t>Low-Latency Inking Dirty </a:t>
            </a:r>
            <a:r>
              <a:rPr lang="en-US" sz="1275" b="1" i="0" u="none" strike="noStrike" cap="none" dirty="0" err="1">
                <a:solidFill>
                  <a:srgbClr val="0F172A"/>
                </a:solidFill>
                <a:latin typeface="Noto Sans TC"/>
                <a:ea typeface="Noto Sans TC"/>
                <a:cs typeface="Noto Sans TC"/>
                <a:sym typeface="Noto Sans TC"/>
              </a:rPr>
              <a:t>Rect</a:t>
            </a:r>
            <a:r>
              <a:rPr lang="en-US" sz="1275" b="1" i="0" u="none" strike="noStrike" cap="none" dirty="0">
                <a:solidFill>
                  <a:srgbClr val="0F172A"/>
                </a:solidFill>
                <a:latin typeface="Noto Sans TC"/>
                <a:ea typeface="Noto Sans TC"/>
                <a:cs typeface="Noto Sans TC"/>
                <a:sym typeface="Noto Sans TC"/>
              </a:rPr>
              <a:t> for Partial Update</a:t>
            </a:r>
            <a:endParaRPr dirty="0"/>
          </a:p>
        </p:txBody>
      </p:sp>
      <p:sp>
        <p:nvSpPr>
          <p:cNvPr id="179" name="Google Shape;179;p17"/>
          <p:cNvSpPr txBox="1"/>
          <p:nvPr/>
        </p:nvSpPr>
        <p:spPr>
          <a:xfrm>
            <a:off x="838200" y="5676900"/>
            <a:ext cx="180658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Noto Sans TC"/>
                <a:ea typeface="Noto Sans TC"/>
                <a:cs typeface="Noto Sans TC"/>
                <a:sym typeface="Noto Sans TC"/>
              </a:rPr>
              <a:t>HOST SOC</a:t>
            </a:r>
            <a:endParaRPr/>
          </a:p>
        </p:txBody>
      </p:sp>
      <p:sp>
        <p:nvSpPr>
          <p:cNvPr id="180" name="Google Shape;180;p17"/>
          <p:cNvSpPr txBox="1"/>
          <p:nvPr/>
        </p:nvSpPr>
        <p:spPr>
          <a:xfrm>
            <a:off x="838200" y="5867400"/>
            <a:ext cx="1806587"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Noto Sans TC"/>
                <a:ea typeface="Noto Sans TC"/>
                <a:cs typeface="Noto Sans TC"/>
                <a:sym typeface="Noto Sans TC"/>
              </a:rPr>
              <a:t>MediaTek MT8788</a:t>
            </a:r>
            <a:endParaRPr/>
          </a:p>
        </p:txBody>
      </p:sp>
      <p:sp>
        <p:nvSpPr>
          <p:cNvPr id="181" name="Google Shape;181;p17"/>
          <p:cNvSpPr txBox="1"/>
          <p:nvPr/>
        </p:nvSpPr>
        <p:spPr>
          <a:xfrm>
            <a:off x="838200" y="6067425"/>
            <a:ext cx="180658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Noto Sans TC"/>
                <a:ea typeface="Noto Sans TC"/>
                <a:cs typeface="Noto Sans TC"/>
                <a:sym typeface="Noto Sans TC"/>
              </a:rPr>
              <a:t>Linux 5.10 / Android</a:t>
            </a:r>
            <a:endParaRPr/>
          </a:p>
        </p:txBody>
      </p:sp>
      <p:sp>
        <p:nvSpPr>
          <p:cNvPr id="182" name="Google Shape;182;p17"/>
          <p:cNvSpPr txBox="1"/>
          <p:nvPr/>
        </p:nvSpPr>
        <p:spPr>
          <a:xfrm>
            <a:off x="2545239" y="5676900"/>
            <a:ext cx="2833873" cy="1809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125" b="1" i="0" u="none" strike="noStrike" cap="none">
                <a:solidFill>
                  <a:srgbClr val="38BDF8"/>
                </a:solidFill>
                <a:latin typeface="Noto Sans TC"/>
                <a:ea typeface="Noto Sans TC"/>
                <a:cs typeface="Noto Sans TC"/>
                <a:sym typeface="Noto Sans TC"/>
              </a:rPr>
              <a:t>MIPI 4-Lane (Full Framebuffer) ➔</a:t>
            </a:r>
            <a:endParaRPr/>
          </a:p>
        </p:txBody>
      </p:sp>
      <p:sp>
        <p:nvSpPr>
          <p:cNvPr id="183" name="Google Shape;183;p17"/>
          <p:cNvSpPr txBox="1"/>
          <p:nvPr/>
        </p:nvSpPr>
        <p:spPr>
          <a:xfrm>
            <a:off x="2545239" y="5857875"/>
            <a:ext cx="2833873" cy="1809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125" b="1" i="0" u="none" strike="noStrike" cap="none">
                <a:solidFill>
                  <a:srgbClr val="10B981"/>
                </a:solidFill>
                <a:latin typeface="Noto Sans TC"/>
                <a:ea typeface="Noto Sans TC"/>
                <a:cs typeface="Noto Sans TC"/>
                <a:sym typeface="Noto Sans TC"/>
              </a:rPr>
              <a:t>I2C Bus 6 (UCMD 0x61 Command) ➔</a:t>
            </a:r>
            <a:endParaRPr/>
          </a:p>
        </p:txBody>
      </p:sp>
      <p:sp>
        <p:nvSpPr>
          <p:cNvPr id="184" name="Google Shape;184;p17"/>
          <p:cNvSpPr txBox="1"/>
          <p:nvPr/>
        </p:nvSpPr>
        <p:spPr>
          <a:xfrm>
            <a:off x="2545239" y="6038850"/>
            <a:ext cx="2833873" cy="1809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125" b="1" i="0" u="none" strike="noStrike" cap="none">
                <a:solidFill>
                  <a:srgbClr val="C084FC"/>
                </a:solidFill>
                <a:latin typeface="Noto Sans TC"/>
                <a:ea typeface="Noto Sans TC"/>
                <a:cs typeface="Noto Sans TC"/>
                <a:sym typeface="Noto Sans TC"/>
              </a:rPr>
              <a:t>HSPI 24MHz (Inking Bitmap Direct Path) ➔</a:t>
            </a:r>
            <a:endParaRPr/>
          </a:p>
        </p:txBody>
      </p:sp>
      <p:sp>
        <p:nvSpPr>
          <p:cNvPr id="185" name="Google Shape;185;p17"/>
          <p:cNvSpPr txBox="1"/>
          <p:nvPr/>
        </p:nvSpPr>
        <p:spPr>
          <a:xfrm>
            <a:off x="5640883" y="5676900"/>
            <a:ext cx="2835175"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Noto Sans TC"/>
                <a:ea typeface="Noto Sans TC"/>
                <a:cs typeface="Noto Sans TC"/>
                <a:sym typeface="Noto Sans TC"/>
              </a:rPr>
              <a:t>TIMING CONTROLLER</a:t>
            </a:r>
            <a:endParaRPr/>
          </a:p>
        </p:txBody>
      </p:sp>
      <p:sp>
        <p:nvSpPr>
          <p:cNvPr id="186" name="Google Shape;186;p17"/>
          <p:cNvSpPr txBox="1"/>
          <p:nvPr/>
        </p:nvSpPr>
        <p:spPr>
          <a:xfrm>
            <a:off x="5640883" y="5867400"/>
            <a:ext cx="2835175"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Noto Sans TC"/>
                <a:ea typeface="Noto Sans TC"/>
                <a:cs typeface="Noto Sans TC"/>
                <a:sym typeface="Noto Sans TC"/>
              </a:rPr>
              <a:t>E Ink T1000 / T2001 (IT8957)</a:t>
            </a:r>
            <a:endParaRPr/>
          </a:p>
        </p:txBody>
      </p:sp>
      <p:sp>
        <p:nvSpPr>
          <p:cNvPr id="187" name="Google Shape;187;p17"/>
          <p:cNvSpPr txBox="1"/>
          <p:nvPr/>
        </p:nvSpPr>
        <p:spPr>
          <a:xfrm>
            <a:off x="5640883" y="6067425"/>
            <a:ext cx="2835175"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Noto Sans TC"/>
                <a:ea typeface="Noto Sans TC"/>
                <a:cs typeface="Noto Sans TC"/>
                <a:sym typeface="Noto Sans TC"/>
              </a:rPr>
              <a:t>RISC-V + 256Mb LPDDR2</a:t>
            </a:r>
            <a:endParaRPr/>
          </a:p>
        </p:txBody>
      </p:sp>
      <p:sp>
        <p:nvSpPr>
          <p:cNvPr id="188" name="Google Shape;188;p17"/>
          <p:cNvSpPr txBox="1"/>
          <p:nvPr/>
        </p:nvSpPr>
        <p:spPr>
          <a:xfrm>
            <a:off x="9008864" y="5667375"/>
            <a:ext cx="2930983"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F59E0B"/>
                </a:solidFill>
                <a:latin typeface="Noto Sans TC"/>
                <a:ea typeface="Noto Sans TC"/>
                <a:cs typeface="Noto Sans TC"/>
                <a:sym typeface="Noto Sans TC"/>
              </a:rPr>
              <a:t>PERIPHERALS &amp; EPD</a:t>
            </a:r>
            <a:endParaRPr/>
          </a:p>
        </p:txBody>
      </p:sp>
      <p:sp>
        <p:nvSpPr>
          <p:cNvPr id="189" name="Google Shape;189;p17"/>
          <p:cNvSpPr txBox="1"/>
          <p:nvPr/>
        </p:nvSpPr>
        <p:spPr>
          <a:xfrm>
            <a:off x="9008864" y="5857875"/>
            <a:ext cx="2930983"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FFFFFF"/>
                </a:solidFill>
                <a:latin typeface="Noto Sans TC"/>
                <a:ea typeface="Noto Sans TC"/>
                <a:cs typeface="Noto Sans TC"/>
                <a:sym typeface="Noto Sans TC"/>
              </a:rPr>
              <a:t>GMT G2194 PMIC (±15V / VCOM)</a:t>
            </a:r>
            <a:endParaRPr/>
          </a:p>
        </p:txBody>
      </p:sp>
      <p:sp>
        <p:nvSpPr>
          <p:cNvPr id="190" name="Google Shape;190;p17"/>
          <p:cNvSpPr txBox="1"/>
          <p:nvPr/>
        </p:nvSpPr>
        <p:spPr>
          <a:xfrm>
            <a:off x="9008864" y="6029325"/>
            <a:ext cx="2930983"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34D399"/>
                </a:solidFill>
                <a:latin typeface="Noto Sans TC"/>
                <a:ea typeface="Noto Sans TC"/>
                <a:cs typeface="Noto Sans TC"/>
                <a:sym typeface="Noto Sans TC"/>
              </a:rPr>
              <a:t>Wacom EMR 200Hz Stylus</a:t>
            </a:r>
            <a:endParaRPr/>
          </a:p>
        </p:txBody>
      </p:sp>
      <p:sp>
        <p:nvSpPr>
          <p:cNvPr id="191" name="Google Shape;191;p17"/>
          <p:cNvSpPr txBox="1"/>
          <p:nvPr/>
        </p:nvSpPr>
        <p:spPr>
          <a:xfrm>
            <a:off x="1092249" y="2390775"/>
            <a:ext cx="2144408"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75" b="1" i="0" u="none" strike="noStrike" cap="none">
                <a:solidFill>
                  <a:srgbClr val="0284C7"/>
                </a:solidFill>
                <a:latin typeface="Noto Sans TC"/>
                <a:ea typeface="Noto Sans TC"/>
                <a:cs typeface="Noto Sans TC"/>
                <a:sym typeface="Noto Sans TC"/>
              </a:rPr>
              <a:t>MIPI DSI (4-Lane)</a:t>
            </a:r>
            <a:endParaRPr/>
          </a:p>
        </p:txBody>
      </p:sp>
      <p:sp>
        <p:nvSpPr>
          <p:cNvPr id="192" name="Google Shape;192;p17"/>
          <p:cNvSpPr txBox="1"/>
          <p:nvPr/>
        </p:nvSpPr>
        <p:spPr>
          <a:xfrm>
            <a:off x="819150" y="3067050"/>
            <a:ext cx="3206799"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475569"/>
                </a:solidFill>
                <a:latin typeface="Noto Sans TC"/>
                <a:ea typeface="Noto Sans TC"/>
                <a:cs typeface="Noto Sans TC"/>
                <a:sym typeface="Noto Sans TC"/>
              </a:rPr>
              <a:t>Full-Screen Layer Direct Out: </a:t>
            </a:r>
            <a:r>
              <a:rPr lang="en-US" sz="1200" b="0" i="0" u="none" strike="noStrike" cap="none">
                <a:solidFill>
                  <a:srgbClr val="475569"/>
                </a:solidFill>
                <a:latin typeface="Noto Sans TC"/>
                <a:ea typeface="Noto Sans TC"/>
                <a:cs typeface="Noto Sans TC"/>
                <a:sym typeface="Noto Sans TC"/>
              </a:rPr>
              <a:t>Real-time streaming of SurfaceFlinger composited frames</a:t>
            </a:r>
            <a:endParaRPr/>
          </a:p>
        </p:txBody>
      </p:sp>
      <p:sp>
        <p:nvSpPr>
          <p:cNvPr id="193" name="Google Shape;193;p17"/>
          <p:cNvSpPr txBox="1"/>
          <p:nvPr/>
        </p:nvSpPr>
        <p:spPr>
          <a:xfrm>
            <a:off x="819148" y="3673027"/>
            <a:ext cx="3206799"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475569"/>
                </a:solidFill>
                <a:latin typeface="Noto Sans TC"/>
                <a:ea typeface="Noto Sans TC"/>
                <a:cs typeface="Noto Sans TC"/>
                <a:sym typeface="Noto Sans TC"/>
              </a:rPr>
              <a:t>Continuous Clock Guard: </a:t>
            </a:r>
            <a:r>
              <a:rPr lang="en-US" sz="1200" b="0" i="0" u="none" strike="noStrike" cap="none" dirty="0">
                <a:solidFill>
                  <a:srgbClr val="475569"/>
                </a:solidFill>
                <a:latin typeface="Noto Sans TC"/>
                <a:ea typeface="Noto Sans TC"/>
                <a:cs typeface="Noto Sans TC"/>
                <a:sym typeface="Noto Sans TC"/>
              </a:rPr>
              <a:t>Continuous Clock prevents T-Con PLL lock failure</a:t>
            </a:r>
            <a:endParaRPr dirty="0"/>
          </a:p>
        </p:txBody>
      </p:sp>
      <p:sp>
        <p:nvSpPr>
          <p:cNvPr id="194" name="Google Shape;194;p17"/>
          <p:cNvSpPr txBox="1"/>
          <p:nvPr/>
        </p:nvSpPr>
        <p:spPr>
          <a:xfrm>
            <a:off x="819148" y="4115746"/>
            <a:ext cx="3206799"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475569"/>
                </a:solidFill>
                <a:latin typeface="Noto Sans TC"/>
                <a:ea typeface="Noto Sans TC"/>
                <a:cs typeface="Noto Sans TC"/>
                <a:sym typeface="Noto Sans TC"/>
              </a:rPr>
              <a:t>Target Scenarios: </a:t>
            </a:r>
            <a:r>
              <a:rPr lang="en-US" sz="1200" b="0" i="0" u="none" strike="noStrike" cap="none" dirty="0">
                <a:solidFill>
                  <a:srgbClr val="475569"/>
                </a:solidFill>
                <a:latin typeface="Noto Sans TC"/>
                <a:ea typeface="Noto Sans TC"/>
                <a:cs typeface="Noto Sans TC"/>
                <a:sym typeface="Noto Sans TC"/>
              </a:rPr>
              <a:t>Launcher desktop, book reading, system UI &amp; web browsing</a:t>
            </a:r>
            <a:endParaRPr dirty="0"/>
          </a:p>
        </p:txBody>
      </p:sp>
      <p:sp>
        <p:nvSpPr>
          <p:cNvPr id="195" name="Google Shape;195;p17"/>
          <p:cNvSpPr txBox="1"/>
          <p:nvPr/>
        </p:nvSpPr>
        <p:spPr>
          <a:xfrm>
            <a:off x="4813399" y="2390775"/>
            <a:ext cx="2349121"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75" b="1" i="0" u="none" strike="noStrike" cap="none">
                <a:solidFill>
                  <a:srgbClr val="059669"/>
                </a:solidFill>
                <a:latin typeface="Noto Sans TC"/>
                <a:ea typeface="Noto Sans TC"/>
                <a:cs typeface="Noto Sans TC"/>
                <a:sym typeface="Noto Sans TC"/>
              </a:rPr>
              <a:t>I2C Bus 6 (400kHz)</a:t>
            </a:r>
            <a:endParaRPr/>
          </a:p>
        </p:txBody>
      </p:sp>
      <p:sp>
        <p:nvSpPr>
          <p:cNvPr id="196" name="Google Shape;196;p17"/>
          <p:cNvSpPr txBox="1"/>
          <p:nvPr/>
        </p:nvSpPr>
        <p:spPr>
          <a:xfrm>
            <a:off x="4540299" y="3163569"/>
            <a:ext cx="3206799"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475569"/>
                </a:solidFill>
                <a:latin typeface="Noto Sans TC"/>
                <a:ea typeface="Noto Sans TC"/>
                <a:cs typeface="Noto Sans TC"/>
                <a:sym typeface="Noto Sans TC"/>
              </a:rPr>
              <a:t>Command Dispatch: </a:t>
            </a:r>
            <a:r>
              <a:rPr lang="en-US" sz="1200" b="0" i="0" u="none" strike="noStrike" cap="none" dirty="0">
                <a:solidFill>
                  <a:srgbClr val="475569"/>
                </a:solidFill>
                <a:latin typeface="Noto Sans TC"/>
                <a:ea typeface="Noto Sans TC"/>
                <a:cs typeface="Noto Sans TC"/>
                <a:sym typeface="Noto Sans TC"/>
              </a:rPr>
              <a:t>dynamic waveform switching (A2/DU/GL/GC)</a:t>
            </a:r>
            <a:endParaRPr dirty="0"/>
          </a:p>
        </p:txBody>
      </p:sp>
      <p:sp>
        <p:nvSpPr>
          <p:cNvPr id="197" name="Google Shape;197;p17"/>
          <p:cNvSpPr txBox="1"/>
          <p:nvPr/>
        </p:nvSpPr>
        <p:spPr>
          <a:xfrm>
            <a:off x="4540299" y="3611244"/>
            <a:ext cx="3206799"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475569"/>
                </a:solidFill>
                <a:latin typeface="Noto Sans TC"/>
                <a:ea typeface="Noto Sans TC"/>
                <a:cs typeface="Noto Sans TC"/>
                <a:sym typeface="Noto Sans TC"/>
              </a:rPr>
              <a:t>Power State Machine: </a:t>
            </a:r>
            <a:r>
              <a:rPr lang="en-US" sz="1200" b="0" i="0" u="none" strike="noStrike" cap="none">
                <a:solidFill>
                  <a:srgbClr val="475569"/>
                </a:solidFill>
                <a:latin typeface="Noto Sans TC"/>
                <a:ea typeface="Noto Sans TC"/>
                <a:cs typeface="Noto Sans TC"/>
                <a:sym typeface="Noto Sans TC"/>
              </a:rPr>
              <a:t>Controls 35mW normal sleep and 3mW deep sleep</a:t>
            </a:r>
            <a:endParaRPr/>
          </a:p>
        </p:txBody>
      </p:sp>
      <p:sp>
        <p:nvSpPr>
          <p:cNvPr id="198" name="Google Shape;198;p17"/>
          <p:cNvSpPr txBox="1"/>
          <p:nvPr/>
        </p:nvSpPr>
        <p:spPr>
          <a:xfrm>
            <a:off x="4540299" y="4087494"/>
            <a:ext cx="3206799"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475569"/>
                </a:solidFill>
                <a:latin typeface="Noto Sans TC"/>
                <a:ea typeface="Noto Sans TC"/>
                <a:cs typeface="Noto Sans TC"/>
                <a:sym typeface="Noto Sans TC"/>
              </a:rPr>
              <a:t>Calibration &amp; Safety: </a:t>
            </a:r>
            <a:r>
              <a:rPr lang="en-US" sz="1200" b="0" i="0" u="none" strike="noStrike" cap="none">
                <a:solidFill>
                  <a:srgbClr val="475569"/>
                </a:solidFill>
                <a:latin typeface="Noto Sans TC"/>
                <a:ea typeface="Noto Sans TC"/>
                <a:cs typeface="Noto Sans TC"/>
                <a:sym typeface="Noto Sans TC"/>
              </a:rPr>
              <a:t>Boot-time factory VCOM loading &amp; 1.5s ESD self-healing guard</a:t>
            </a:r>
            <a:endParaRPr/>
          </a:p>
        </p:txBody>
      </p:sp>
      <p:sp>
        <p:nvSpPr>
          <p:cNvPr id="199" name="Google Shape;199;p17"/>
          <p:cNvSpPr txBox="1"/>
          <p:nvPr/>
        </p:nvSpPr>
        <p:spPr>
          <a:xfrm>
            <a:off x="8534548" y="2390775"/>
            <a:ext cx="2669474"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75" b="1" i="0" u="none" strike="noStrike" cap="none">
                <a:solidFill>
                  <a:srgbClr val="7C3AED"/>
                </a:solidFill>
                <a:latin typeface="Noto Sans TC"/>
                <a:ea typeface="Noto Sans TC"/>
                <a:cs typeface="Noto Sans TC"/>
                <a:sym typeface="Noto Sans TC"/>
              </a:rPr>
              <a:t>HSPI (24MHz Mode 0)</a:t>
            </a:r>
            <a:endParaRPr/>
          </a:p>
        </p:txBody>
      </p:sp>
      <p:sp>
        <p:nvSpPr>
          <p:cNvPr id="200" name="Google Shape;200;p17"/>
          <p:cNvSpPr txBox="1"/>
          <p:nvPr/>
        </p:nvSpPr>
        <p:spPr>
          <a:xfrm>
            <a:off x="8261449" y="3191937"/>
            <a:ext cx="3206799"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475569"/>
                </a:solidFill>
                <a:latin typeface="Noto Sans TC"/>
                <a:ea typeface="Noto Sans TC"/>
                <a:cs typeface="Noto Sans TC"/>
                <a:sym typeface="Noto Sans TC"/>
              </a:rPr>
              <a:t>Burst DMA Write: </a:t>
            </a:r>
            <a:r>
              <a:rPr lang="en-US" sz="1200" b="0" i="0" u="none" strike="noStrike" cap="none">
                <a:solidFill>
                  <a:srgbClr val="475569"/>
                </a:solidFill>
                <a:latin typeface="Noto Sans TC"/>
                <a:ea typeface="Noto Sans TC"/>
                <a:cs typeface="Noto Sans TC"/>
                <a:sym typeface="Noto Sans TC"/>
              </a:rPr>
              <a:t>4096B fixed-length packet direct write to T-Con Update Buffer</a:t>
            </a:r>
            <a:endParaRPr/>
          </a:p>
        </p:txBody>
      </p:sp>
      <p:sp>
        <p:nvSpPr>
          <p:cNvPr id="201" name="Google Shape;201;p17"/>
          <p:cNvSpPr txBox="1"/>
          <p:nvPr/>
        </p:nvSpPr>
        <p:spPr>
          <a:xfrm>
            <a:off x="8261449" y="3639612"/>
            <a:ext cx="3206799" cy="3714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475569"/>
                </a:solidFill>
                <a:latin typeface="Noto Sans TC"/>
                <a:ea typeface="Noto Sans TC"/>
                <a:cs typeface="Noto Sans TC"/>
                <a:sym typeface="Noto Sans TC"/>
              </a:rPr>
              <a:t>Latency Breakthrough: </a:t>
            </a:r>
            <a:r>
              <a:rPr lang="en-US" sz="1200" b="0" i="0" u="none" strike="noStrike" cap="none">
                <a:solidFill>
                  <a:srgbClr val="475569"/>
                </a:solidFill>
                <a:latin typeface="Noto Sans TC"/>
                <a:ea typeface="Noto Sans TC"/>
                <a:cs typeface="Noto Sans TC"/>
                <a:sym typeface="Noto Sans TC"/>
              </a:rPr>
              <a:t>Completely bypasses Android queue pipeline (&lt;28ms)</a:t>
            </a:r>
            <a:endParaRPr/>
          </a:p>
        </p:txBody>
      </p:sp>
      <p:sp>
        <p:nvSpPr>
          <p:cNvPr id="202" name="Google Shape;202;p17"/>
          <p:cNvSpPr txBox="1"/>
          <p:nvPr/>
        </p:nvSpPr>
        <p:spPr>
          <a:xfrm>
            <a:off x="8261449" y="4087287"/>
            <a:ext cx="3206799"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475569"/>
                </a:solidFill>
                <a:latin typeface="Noto Sans TC"/>
                <a:ea typeface="Noto Sans TC"/>
                <a:cs typeface="Noto Sans TC"/>
                <a:sym typeface="Noto Sans TC"/>
              </a:rPr>
              <a:t>Hardware Flow Control: </a:t>
            </a:r>
            <a:r>
              <a:rPr lang="en-US" sz="1200" b="0" i="0" u="none" strike="noStrike" cap="none">
                <a:solidFill>
                  <a:srgbClr val="475569"/>
                </a:solidFill>
                <a:latin typeface="Noto Sans TC"/>
                <a:ea typeface="Noto Sans TC"/>
                <a:cs typeface="Noto Sans TC"/>
                <a:sym typeface="Noto Sans TC"/>
              </a:rPr>
              <a:t>Checks HRDY pin before transmission to prevent FIFO overflow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06"/>
        <p:cNvGrpSpPr/>
        <p:nvPr/>
      </p:nvGrpSpPr>
      <p:grpSpPr>
        <a:xfrm>
          <a:off x="0" y="0"/>
          <a:ext cx="0" cy="0"/>
          <a:chOff x="0" y="0"/>
          <a:chExt cx="0" cy="0"/>
        </a:xfrm>
      </p:grpSpPr>
      <p:sp>
        <p:nvSpPr>
          <p:cNvPr id="207" name="Google Shape;207;p18"/>
          <p:cNvSpPr/>
          <p:nvPr/>
        </p:nvSpPr>
        <p:spPr>
          <a:xfrm>
            <a:off x="609601" y="2367584"/>
            <a:ext cx="3294905" cy="1429164"/>
          </a:xfrm>
          <a:prstGeom prst="roundRect">
            <a:avLst>
              <a:gd name="adj" fmla="val 9917"/>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8" name="Google Shape;208;p18"/>
          <p:cNvSpPr/>
          <p:nvPr/>
        </p:nvSpPr>
        <p:spPr>
          <a:xfrm>
            <a:off x="4448622" y="2367584"/>
            <a:ext cx="3294905" cy="1429164"/>
          </a:xfrm>
          <a:prstGeom prst="roundRect">
            <a:avLst>
              <a:gd name="adj" fmla="val 9917"/>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18"/>
          <p:cNvSpPr/>
          <p:nvPr/>
        </p:nvSpPr>
        <p:spPr>
          <a:xfrm>
            <a:off x="8287643" y="2367584"/>
            <a:ext cx="3294905" cy="1429164"/>
          </a:xfrm>
          <a:prstGeom prst="roundRect">
            <a:avLst>
              <a:gd name="adj" fmla="val 9917"/>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0" name="Google Shape;210;p18" descr="image.png"/>
          <p:cNvPicPr preferRelativeResize="0"/>
          <p:nvPr/>
        </p:nvPicPr>
        <p:blipFill rotWithShape="1">
          <a:blip r:embed="rId3">
            <a:alphaModFix/>
          </a:blip>
          <a:srcRect/>
          <a:stretch/>
        </p:blipFill>
        <p:spPr>
          <a:xfrm>
            <a:off x="609452" y="1323975"/>
            <a:ext cx="10972800" cy="5076825"/>
          </a:xfrm>
          <a:prstGeom prst="rect">
            <a:avLst/>
          </a:prstGeom>
          <a:noFill/>
          <a:ln>
            <a:noFill/>
          </a:ln>
        </p:spPr>
      </p:pic>
      <p:pic>
        <p:nvPicPr>
          <p:cNvPr id="211" name="Google Shape;211;p18" descr="image.png"/>
          <p:cNvPicPr preferRelativeResize="0"/>
          <p:nvPr/>
        </p:nvPicPr>
        <p:blipFill rotWithShape="1">
          <a:blip r:embed="rId4">
            <a:alphaModFix/>
          </a:blip>
          <a:srcRect/>
          <a:stretch/>
        </p:blipFill>
        <p:spPr>
          <a:xfrm>
            <a:off x="4095006" y="2839071"/>
            <a:ext cx="163115" cy="259848"/>
          </a:xfrm>
          <a:prstGeom prst="rect">
            <a:avLst/>
          </a:prstGeom>
          <a:noFill/>
          <a:ln>
            <a:noFill/>
          </a:ln>
        </p:spPr>
      </p:pic>
      <p:pic>
        <p:nvPicPr>
          <p:cNvPr id="212" name="Google Shape;212;p18" descr="image.png"/>
          <p:cNvPicPr preferRelativeResize="0"/>
          <p:nvPr/>
        </p:nvPicPr>
        <p:blipFill rotWithShape="1">
          <a:blip r:embed="rId5">
            <a:alphaModFix/>
          </a:blip>
          <a:srcRect/>
          <a:stretch/>
        </p:blipFill>
        <p:spPr>
          <a:xfrm>
            <a:off x="7934028" y="2839071"/>
            <a:ext cx="163115" cy="259848"/>
          </a:xfrm>
          <a:prstGeom prst="rect">
            <a:avLst/>
          </a:prstGeom>
          <a:noFill/>
          <a:ln>
            <a:noFill/>
          </a:ln>
        </p:spPr>
      </p:pic>
      <p:sp>
        <p:nvSpPr>
          <p:cNvPr id="213" name="Google Shape;213;p18"/>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02 / WAVEFORM LUT MECHANISM</a:t>
            </a:r>
            <a:endParaRPr/>
          </a:p>
        </p:txBody>
      </p:sp>
      <p:sp>
        <p:nvSpPr>
          <p:cNvPr id="214" name="Google Shape;214;p18"/>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dirty="0">
                <a:solidFill>
                  <a:srgbClr val="0F172A"/>
                </a:solidFill>
                <a:latin typeface="Noto Sans TC"/>
                <a:ea typeface="Noto Sans TC"/>
                <a:cs typeface="Noto Sans TC"/>
                <a:sym typeface="Noto Sans TC"/>
              </a:rPr>
              <a:t>Waveform Physics: 3-Phase Pulse Sequence &amp; DC Balancing</a:t>
            </a:r>
            <a:endParaRPr dirty="0"/>
          </a:p>
        </p:txBody>
      </p:sp>
      <p:sp>
        <p:nvSpPr>
          <p:cNvPr id="215" name="Google Shape;215;p18"/>
          <p:cNvSpPr txBox="1"/>
          <p:nvPr/>
        </p:nvSpPr>
        <p:spPr>
          <a:xfrm>
            <a:off x="809626" y="2567609"/>
            <a:ext cx="3618569"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D97706"/>
                </a:solidFill>
                <a:latin typeface="Noto Sans TC"/>
                <a:ea typeface="Noto Sans TC"/>
                <a:cs typeface="Noto Sans TC"/>
                <a:sym typeface="Noto Sans TC"/>
              </a:rPr>
              <a:t>STAGE 01 · AGITATION</a:t>
            </a:r>
            <a:endParaRPr/>
          </a:p>
        </p:txBody>
      </p:sp>
      <p:sp>
        <p:nvSpPr>
          <p:cNvPr id="216" name="Google Shape;216;p18"/>
          <p:cNvSpPr txBox="1"/>
          <p:nvPr/>
        </p:nvSpPr>
        <p:spPr>
          <a:xfrm>
            <a:off x="809626" y="2777159"/>
            <a:ext cx="3799498"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Agitation / Particle Shake</a:t>
            </a:r>
            <a:endParaRPr/>
          </a:p>
        </p:txBody>
      </p:sp>
      <p:sp>
        <p:nvSpPr>
          <p:cNvPr id="217" name="Google Shape;217;p18"/>
          <p:cNvSpPr txBox="1"/>
          <p:nvPr/>
        </p:nvSpPr>
        <p:spPr>
          <a:xfrm>
            <a:off x="809625" y="3170458"/>
            <a:ext cx="3618569"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Alternating bipolar pulses </a:t>
            </a:r>
          </a:p>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break residual polarization</a:t>
            </a:r>
            <a:endParaRPr dirty="0"/>
          </a:p>
        </p:txBody>
      </p:sp>
      <p:sp>
        <p:nvSpPr>
          <p:cNvPr id="218" name="Google Shape;218;p18"/>
          <p:cNvSpPr txBox="1"/>
          <p:nvPr/>
        </p:nvSpPr>
        <p:spPr>
          <a:xfrm>
            <a:off x="4648647" y="2567609"/>
            <a:ext cx="3618569"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284C7"/>
                </a:solidFill>
                <a:latin typeface="Noto Sans TC"/>
                <a:ea typeface="Noto Sans TC"/>
                <a:cs typeface="Noto Sans TC"/>
                <a:sym typeface="Noto Sans TC"/>
              </a:rPr>
              <a:t>STAGE 02 · TRANSITION</a:t>
            </a:r>
            <a:endParaRPr/>
          </a:p>
        </p:txBody>
      </p:sp>
      <p:sp>
        <p:nvSpPr>
          <p:cNvPr id="219" name="Google Shape;219;p18"/>
          <p:cNvSpPr txBox="1"/>
          <p:nvPr/>
        </p:nvSpPr>
        <p:spPr>
          <a:xfrm>
            <a:off x="4648647" y="2777159"/>
            <a:ext cx="3799498"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Transition to Baseline State</a:t>
            </a:r>
            <a:endParaRPr/>
          </a:p>
        </p:txBody>
      </p:sp>
      <p:sp>
        <p:nvSpPr>
          <p:cNvPr id="220" name="Google Shape;220;p18"/>
          <p:cNvSpPr txBox="1"/>
          <p:nvPr/>
        </p:nvSpPr>
        <p:spPr>
          <a:xfrm>
            <a:off x="4668778" y="3170872"/>
            <a:ext cx="3618569"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Drives particles to pure black or </a:t>
            </a:r>
          </a:p>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pure white reference baseline</a:t>
            </a:r>
            <a:endParaRPr dirty="0"/>
          </a:p>
        </p:txBody>
      </p:sp>
      <p:sp>
        <p:nvSpPr>
          <p:cNvPr id="221" name="Google Shape;221;p18"/>
          <p:cNvSpPr txBox="1"/>
          <p:nvPr/>
        </p:nvSpPr>
        <p:spPr>
          <a:xfrm>
            <a:off x="8487668" y="2567609"/>
            <a:ext cx="3618569"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59669"/>
                </a:solidFill>
                <a:latin typeface="Noto Sans TC"/>
                <a:ea typeface="Noto Sans TC"/>
                <a:cs typeface="Noto Sans TC"/>
                <a:sym typeface="Noto Sans TC"/>
              </a:rPr>
              <a:t>STAGE 03 · TARGET DRIVE</a:t>
            </a:r>
            <a:endParaRPr/>
          </a:p>
        </p:txBody>
      </p:sp>
      <p:sp>
        <p:nvSpPr>
          <p:cNvPr id="222" name="Google Shape;222;p18"/>
          <p:cNvSpPr txBox="1"/>
          <p:nvPr/>
        </p:nvSpPr>
        <p:spPr>
          <a:xfrm>
            <a:off x="8487668" y="2777159"/>
            <a:ext cx="3704332"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Target Grayscale Formation</a:t>
            </a:r>
            <a:endParaRPr/>
          </a:p>
        </p:txBody>
      </p:sp>
      <p:sp>
        <p:nvSpPr>
          <p:cNvPr id="223" name="Google Shape;223;p18"/>
          <p:cNvSpPr txBox="1"/>
          <p:nvPr/>
        </p:nvSpPr>
        <p:spPr>
          <a:xfrm>
            <a:off x="8487668" y="3170458"/>
            <a:ext cx="3618569"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Precise pulse-width modulation</a:t>
            </a:r>
          </a:p>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 reaches target grayscale level</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27"/>
        <p:cNvGrpSpPr/>
        <p:nvPr/>
      </p:nvGrpSpPr>
      <p:grpSpPr>
        <a:xfrm>
          <a:off x="0" y="0"/>
          <a:ext cx="0" cy="0"/>
          <a:chOff x="0" y="0"/>
          <a:chExt cx="0" cy="0"/>
        </a:xfrm>
      </p:grpSpPr>
      <p:sp>
        <p:nvSpPr>
          <p:cNvPr id="228" name="Google Shape;228;p19"/>
          <p:cNvSpPr/>
          <p:nvPr/>
        </p:nvSpPr>
        <p:spPr>
          <a:xfrm>
            <a:off x="609600" y="6076950"/>
            <a:ext cx="10972800" cy="323850"/>
          </a:xfrm>
          <a:prstGeom prst="roundRect">
            <a:avLst>
              <a:gd name="adj" fmla="val 29411"/>
            </a:avLst>
          </a:prstGeom>
          <a:solidFill>
            <a:srgbClr val="FFFBEB"/>
          </a:solidFill>
          <a:ln w="9525" cap="flat" cmpd="sng">
            <a:solidFill>
              <a:srgbClr val="FDE68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9" name="Google Shape;229;p19"/>
          <p:cNvSpPr/>
          <p:nvPr/>
        </p:nvSpPr>
        <p:spPr>
          <a:xfrm>
            <a:off x="347754" y="2029653"/>
            <a:ext cx="11509564" cy="2959790"/>
          </a:xfrm>
          <a:prstGeom prst="roundRect">
            <a:avLst>
              <a:gd name="adj" fmla="val 0"/>
            </a:avLst>
          </a:prstGeom>
          <a:solidFill>
            <a:srgbClr val="FFFFFF"/>
          </a:solidFill>
          <a:ln w="9525" cap="flat" cmpd="sng">
            <a:solidFill>
              <a:srgbClr val="4A7DBA"/>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30" name="Google Shape;230;p19"/>
          <p:cNvGraphicFramePr/>
          <p:nvPr>
            <p:extLst>
              <p:ext uri="{D42A27DB-BD31-4B8C-83A1-F6EECF244321}">
                <p14:modId xmlns:p14="http://schemas.microsoft.com/office/powerpoint/2010/main" val="3805349368"/>
              </p:ext>
            </p:extLst>
          </p:nvPr>
        </p:nvGraphicFramePr>
        <p:xfrm>
          <a:off x="347869" y="2029653"/>
          <a:ext cx="11499572" cy="2959790"/>
        </p:xfrm>
        <a:graphic>
          <a:graphicData uri="http://schemas.openxmlformats.org/drawingml/2006/table">
            <a:tbl>
              <a:tblPr>
                <a:noFill/>
                <a:tableStyleId>{6B0F2D65-273C-49C9-8A5B-532AD0E91036}</a:tableStyleId>
              </a:tblPr>
              <a:tblGrid>
                <a:gridCol w="1994596">
                  <a:extLst>
                    <a:ext uri="{9D8B030D-6E8A-4147-A177-3AD203B41FA5}">
                      <a16:colId xmlns:a16="http://schemas.microsoft.com/office/drawing/2014/main" val="20000"/>
                    </a:ext>
                  </a:extLst>
                </a:gridCol>
                <a:gridCol w="1955575">
                  <a:extLst>
                    <a:ext uri="{9D8B030D-6E8A-4147-A177-3AD203B41FA5}">
                      <a16:colId xmlns:a16="http://schemas.microsoft.com/office/drawing/2014/main" val="20001"/>
                    </a:ext>
                  </a:extLst>
                </a:gridCol>
                <a:gridCol w="3062682">
                  <a:extLst>
                    <a:ext uri="{9D8B030D-6E8A-4147-A177-3AD203B41FA5}">
                      <a16:colId xmlns:a16="http://schemas.microsoft.com/office/drawing/2014/main" val="20002"/>
                    </a:ext>
                  </a:extLst>
                </a:gridCol>
                <a:gridCol w="4486719">
                  <a:extLst>
                    <a:ext uri="{9D8B030D-6E8A-4147-A177-3AD203B41FA5}">
                      <a16:colId xmlns:a16="http://schemas.microsoft.com/office/drawing/2014/main" val="20003"/>
                    </a:ext>
                  </a:extLst>
                </a:gridCol>
              </a:tblGrid>
              <a:tr h="591958">
                <a:tc>
                  <a:txBody>
                    <a:bodyPr/>
                    <a:lstStyle/>
                    <a:p>
                      <a:r>
                        <a:rPr dirty="0">
                          <a:solidFill>
                            <a:schemeClr val="bg1"/>
                          </a:solidFill>
                        </a:rPr>
                        <a:t>Waveform Mode</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r>
                        <a:rPr dirty="0">
                          <a:solidFill>
                            <a:schemeClr val="bg1"/>
                          </a:solidFill>
                        </a:rPr>
                        <a:t>Duration &amp; Grayscale</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r>
                        <a:rPr dirty="0">
                          <a:solidFill>
                            <a:schemeClr val="bg1"/>
                          </a:solidFill>
                        </a:rPr>
                        <a:t>Physical &amp; Visual Characteristics</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r>
                        <a:rPr dirty="0">
                          <a:solidFill>
                            <a:schemeClr val="bg1"/>
                          </a:solidFill>
                        </a:rPr>
                        <a:t>Recommended UI Interactive Scenarios</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591958">
                <a:tc>
                  <a:txBody>
                    <a:bodyPr/>
                    <a:lstStyle/>
                    <a:p>
                      <a:r>
                        <a:t>⚡ A2 Mode (Mode 12)</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r>
                        <a:t>~100ms / 2 Levels</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r>
                        <a:t>Fast non-flash, rapid ghosting buildup</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r>
                        <a:t>High-speed list scrolling (10+ FPS), web page dragging</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91958">
                <a:tc>
                  <a:txBody>
                    <a:bodyPr/>
                    <a:lstStyle/>
                    <a:p>
                      <a:r>
                        <a:t>✍️ DU Mode (Mode 13)</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0F9FF"/>
                    </a:solidFill>
                  </a:tcPr>
                </a:tc>
                <a:tc>
                  <a:txBody>
                    <a:bodyPr/>
                    <a:lstStyle/>
                    <a:p>
                      <a:r>
                        <a:t>~120ms / 2~4 Levels</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0F9FF"/>
                    </a:solidFill>
                  </a:tcPr>
                </a:tc>
                <a:tc>
                  <a:txBody>
                    <a:bodyPr/>
                    <a:lstStyle/>
                    <a:p>
                      <a:r>
                        <a:t>Direct 1-way update, sharp edges</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0F9FF"/>
                    </a:solidFill>
                  </a:tcPr>
                </a:tc>
                <a:tc>
                  <a:txBody>
                    <a:bodyPr/>
                    <a:lstStyle/>
                    <a:p>
                      <a:r>
                        <a:t>Low-latency handwriting bypass, quick popup loading, button toggle</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0F9FF"/>
                    </a:solidFill>
                  </a:tcPr>
                </a:tc>
                <a:extLst>
                  <a:ext uri="{0D108BD9-81ED-4DB2-BD59-A6C34878D82A}">
                    <a16:rowId xmlns:a16="http://schemas.microsoft.com/office/drawing/2014/main" val="10002"/>
                  </a:ext>
                </a:extLst>
              </a:tr>
              <a:tr h="591958">
                <a:tc>
                  <a:txBody>
                    <a:bodyPr/>
                    <a:lstStyle/>
                    <a:p>
                      <a:r>
                        <a:t>📖 GL16 / Regal (Mode 0/3)</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r>
                        <a:t>~250ms / 16 Levels</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r>
                        <a:t>White-background optimized, no black flash</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r>
                        <a:t>E-book page turning, clean-up refresh 300ms after scroll stop</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591958">
                <a:tc>
                  <a:txBody>
                    <a:bodyPr/>
                    <a:lstStyle/>
                    <a:p>
                      <a:r>
                        <a:t>🧹 GC16 Mode (Mode 14)</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r>
                        <a:t>~450ms / 16 Levels</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r>
                        <a:t>Full black/white inversion, 100% ghosting clear</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r>
                        <a:rPr dirty="0"/>
                        <a:t>Image viewing, dialog dismiss ghost clearing, full refresh every 5-10 pages</a:t>
                      </a: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
        <p:nvSpPr>
          <p:cNvPr id="231" name="Google Shape;231;p19"/>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02 / UI DESIGN NOTICE V4 MATRIX</a:t>
            </a:r>
            <a:endParaRPr/>
          </a:p>
        </p:txBody>
      </p:sp>
      <p:sp>
        <p:nvSpPr>
          <p:cNvPr id="232" name="Google Shape;232;p19"/>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4 Monochrome Waveform Modes &amp; Factory UI Scheduling Specifications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36"/>
        <p:cNvGrpSpPr/>
        <p:nvPr/>
      </p:nvGrpSpPr>
      <p:grpSpPr>
        <a:xfrm>
          <a:off x="0" y="0"/>
          <a:ext cx="0" cy="0"/>
          <a:chOff x="0" y="0"/>
          <a:chExt cx="0" cy="0"/>
        </a:xfrm>
      </p:grpSpPr>
      <p:sp>
        <p:nvSpPr>
          <p:cNvPr id="237" name="Google Shape;237;p20"/>
          <p:cNvSpPr/>
          <p:nvPr/>
        </p:nvSpPr>
        <p:spPr>
          <a:xfrm>
            <a:off x="580615" y="1895474"/>
            <a:ext cx="4564112" cy="1533525"/>
          </a:xfrm>
          <a:prstGeom prst="roundRect">
            <a:avLst>
              <a:gd name="adj" fmla="val 9131"/>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8" name="Google Shape;238;p20"/>
          <p:cNvSpPr/>
          <p:nvPr/>
        </p:nvSpPr>
        <p:spPr>
          <a:xfrm>
            <a:off x="5373327" y="1940271"/>
            <a:ext cx="6180087" cy="1488727"/>
          </a:xfrm>
          <a:prstGeom prst="roundRect">
            <a:avLst>
              <a:gd name="adj" fmla="val 9836"/>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9" name="Google Shape;239;p20"/>
          <p:cNvSpPr/>
          <p:nvPr/>
        </p:nvSpPr>
        <p:spPr>
          <a:xfrm>
            <a:off x="609599" y="4506219"/>
            <a:ext cx="2087909" cy="1447320"/>
          </a:xfrm>
          <a:prstGeom prst="roundRect">
            <a:avLst>
              <a:gd name="adj" fmla="val 917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0" name="Google Shape;240;p20"/>
          <p:cNvSpPr/>
          <p:nvPr/>
        </p:nvSpPr>
        <p:spPr>
          <a:xfrm>
            <a:off x="2830858" y="4506219"/>
            <a:ext cx="2087909" cy="1447320"/>
          </a:xfrm>
          <a:prstGeom prst="roundRect">
            <a:avLst>
              <a:gd name="adj" fmla="val 917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1" name="Google Shape;241;p20"/>
          <p:cNvSpPr/>
          <p:nvPr/>
        </p:nvSpPr>
        <p:spPr>
          <a:xfrm>
            <a:off x="5052118" y="4506219"/>
            <a:ext cx="2087909" cy="1444972"/>
          </a:xfrm>
          <a:prstGeom prst="roundRect">
            <a:avLst>
              <a:gd name="adj" fmla="val 917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2" name="Google Shape;242;p20"/>
          <p:cNvSpPr/>
          <p:nvPr/>
        </p:nvSpPr>
        <p:spPr>
          <a:xfrm>
            <a:off x="7273378" y="4506219"/>
            <a:ext cx="2087909" cy="1444972"/>
          </a:xfrm>
          <a:prstGeom prst="roundRect">
            <a:avLst>
              <a:gd name="adj" fmla="val 917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3" name="Google Shape;243;p20"/>
          <p:cNvSpPr/>
          <p:nvPr/>
        </p:nvSpPr>
        <p:spPr>
          <a:xfrm>
            <a:off x="9494638" y="4506219"/>
            <a:ext cx="2087909" cy="1444972"/>
          </a:xfrm>
          <a:prstGeom prst="roundRect">
            <a:avLst>
              <a:gd name="adj" fmla="val 9174"/>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44" name="Google Shape;244;p20" descr="image.png"/>
          <p:cNvPicPr preferRelativeResize="0"/>
          <p:nvPr/>
        </p:nvPicPr>
        <p:blipFill rotWithShape="1">
          <a:blip r:embed="rId3">
            <a:alphaModFix/>
          </a:blip>
          <a:srcRect/>
          <a:stretch/>
        </p:blipFill>
        <p:spPr>
          <a:xfrm>
            <a:off x="818740" y="2352675"/>
            <a:ext cx="2360265" cy="337244"/>
          </a:xfrm>
          <a:prstGeom prst="rect">
            <a:avLst/>
          </a:prstGeom>
          <a:noFill/>
          <a:ln>
            <a:noFill/>
          </a:ln>
        </p:spPr>
      </p:pic>
      <p:sp>
        <p:nvSpPr>
          <p:cNvPr id="245" name="Google Shape;245;p20"/>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02 / GHOSTING &amp; VCOM CALIBRATION</a:t>
            </a:r>
            <a:endParaRPr/>
          </a:p>
        </p:txBody>
      </p:sp>
      <p:sp>
        <p:nvSpPr>
          <p:cNvPr id="246" name="Google Shape;246;p20"/>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VCOM Kickback Physics &amp; 5-Step Hardware Ghosting Troubleshooting Workflow</a:t>
            </a:r>
            <a:endParaRPr/>
          </a:p>
        </p:txBody>
      </p:sp>
      <p:sp>
        <p:nvSpPr>
          <p:cNvPr id="247" name="Google Shape;247;p20"/>
          <p:cNvSpPr txBox="1"/>
          <p:nvPr/>
        </p:nvSpPr>
        <p:spPr>
          <a:xfrm>
            <a:off x="609599" y="4172844"/>
            <a:ext cx="11582400"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a:solidFill>
                  <a:srgbClr val="0F172A"/>
                </a:solidFill>
                <a:latin typeface="Noto Sans TC"/>
                <a:ea typeface="Noto Sans TC"/>
                <a:cs typeface="Noto Sans TC"/>
                <a:sym typeface="Noto Sans TC"/>
              </a:rPr>
              <a:t>Standard 5-Step Hardware Troubleshooting Checklist When Ghosting Occurs:</a:t>
            </a:r>
            <a:endParaRPr/>
          </a:p>
        </p:txBody>
      </p:sp>
      <p:sp>
        <p:nvSpPr>
          <p:cNvPr id="248" name="Google Shape;248;p20"/>
          <p:cNvSpPr txBox="1"/>
          <p:nvPr/>
        </p:nvSpPr>
        <p:spPr>
          <a:xfrm>
            <a:off x="818740" y="2095500"/>
            <a:ext cx="5109827"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284C7"/>
                </a:solidFill>
                <a:latin typeface="Noto Sans TC"/>
                <a:ea typeface="Noto Sans TC"/>
                <a:cs typeface="Noto Sans TC"/>
                <a:sym typeface="Noto Sans TC"/>
              </a:rPr>
              <a:t>TFT Parasitic Capacitance Feedthrough (Kickback): </a:t>
            </a:r>
            <a:endParaRPr/>
          </a:p>
        </p:txBody>
      </p:sp>
      <p:sp>
        <p:nvSpPr>
          <p:cNvPr id="249" name="Google Shape;249;p20"/>
          <p:cNvSpPr txBox="1"/>
          <p:nvPr/>
        </p:nvSpPr>
        <p:spPr>
          <a:xfrm>
            <a:off x="818740" y="2819713"/>
            <a:ext cx="4011677"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Deviation from optimal VCOM by &gt;30mV </a:t>
            </a:r>
          </a:p>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causes polarization ghosting and flicker</a:t>
            </a:r>
            <a:endParaRPr dirty="0"/>
          </a:p>
        </p:txBody>
      </p:sp>
      <p:sp>
        <p:nvSpPr>
          <p:cNvPr id="250" name="Google Shape;250;p20"/>
          <p:cNvSpPr txBox="1"/>
          <p:nvPr/>
        </p:nvSpPr>
        <p:spPr>
          <a:xfrm>
            <a:off x="5601927" y="2152650"/>
            <a:ext cx="4704951"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38BDF8"/>
                </a:solidFill>
                <a:latin typeface="Noto Sans TC"/>
                <a:ea typeface="Noto Sans TC"/>
                <a:cs typeface="Noto Sans TC"/>
                <a:sym typeface="Noto Sans TC"/>
              </a:rPr>
              <a:t>Factory-to-Kernel Barcode Persistence Pipeline</a:t>
            </a:r>
            <a:endParaRPr dirty="0"/>
          </a:p>
        </p:txBody>
      </p:sp>
      <p:sp>
        <p:nvSpPr>
          <p:cNvPr id="251" name="Google Shape;251;p20"/>
          <p:cNvSpPr txBox="1"/>
          <p:nvPr/>
        </p:nvSpPr>
        <p:spPr>
          <a:xfrm>
            <a:off x="5601927" y="2426047"/>
            <a:ext cx="5818137" cy="48577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dirty="0">
                <a:solidFill>
                  <a:srgbClr val="E2E8F0"/>
                </a:solidFill>
                <a:latin typeface="Noto Sans TC"/>
                <a:ea typeface="Noto Sans TC"/>
                <a:cs typeface="Noto Sans TC"/>
                <a:sym typeface="Noto Sans TC"/>
              </a:rPr>
              <a:t>1. Optical flicker minimization ➔ 2. Scan FPC barcode into /persist/</a:t>
            </a:r>
            <a:r>
              <a:rPr lang="en-US" sz="1275" b="0" i="0" u="none" strike="noStrike" cap="none" dirty="0" err="1">
                <a:solidFill>
                  <a:srgbClr val="E2E8F0"/>
                </a:solidFill>
                <a:latin typeface="Noto Sans TC"/>
                <a:ea typeface="Noto Sans TC"/>
                <a:cs typeface="Noto Sans TC"/>
                <a:sym typeface="Noto Sans TC"/>
              </a:rPr>
              <a:t>epd_vcom</a:t>
            </a:r>
            <a:r>
              <a:rPr lang="en-US" sz="1275" b="0" i="0" u="none" strike="noStrike" cap="none" dirty="0">
                <a:solidFill>
                  <a:srgbClr val="E2E8F0"/>
                </a:solidFill>
                <a:latin typeface="Noto Sans TC"/>
                <a:ea typeface="Noto Sans TC"/>
                <a:cs typeface="Noto Sans TC"/>
                <a:sym typeface="Noto Sans TC"/>
              </a:rPr>
              <a:t> ➔ 3. LK injects </a:t>
            </a:r>
            <a:r>
              <a:rPr lang="en-US" sz="1275" b="0" i="0" u="none" strike="noStrike" cap="none" dirty="0" err="1">
                <a:solidFill>
                  <a:srgbClr val="E2E8F0"/>
                </a:solidFill>
                <a:latin typeface="Noto Sans TC"/>
                <a:ea typeface="Noto Sans TC"/>
                <a:cs typeface="Noto Sans TC"/>
                <a:sym typeface="Noto Sans TC"/>
              </a:rPr>
              <a:t>cmdline</a:t>
            </a:r>
            <a:r>
              <a:rPr lang="en-US" sz="1275" b="0" i="0" u="none" strike="noStrike" cap="none" dirty="0">
                <a:solidFill>
                  <a:srgbClr val="E2E8F0"/>
                </a:solidFill>
                <a:latin typeface="Noto Sans TC"/>
                <a:ea typeface="Noto Sans TC"/>
                <a:cs typeface="Noto Sans TC"/>
                <a:sym typeface="Noto Sans TC"/>
              </a:rPr>
              <a:t> </a:t>
            </a:r>
            <a:r>
              <a:rPr lang="en-US" sz="1275" b="0" i="0" u="none" strike="noStrike" cap="none" dirty="0" err="1">
                <a:solidFill>
                  <a:srgbClr val="E2E8F0"/>
                </a:solidFill>
                <a:latin typeface="Noto Sans TC"/>
                <a:ea typeface="Noto Sans TC"/>
                <a:cs typeface="Noto Sans TC"/>
                <a:sym typeface="Noto Sans TC"/>
              </a:rPr>
              <a:t>epd_vcom</a:t>
            </a:r>
            <a:r>
              <a:rPr lang="en-US" sz="1275" b="0" i="0" u="none" strike="noStrike" cap="none" dirty="0">
                <a:solidFill>
                  <a:srgbClr val="E2E8F0"/>
                </a:solidFill>
                <a:latin typeface="Noto Sans TC"/>
                <a:ea typeface="Noto Sans TC"/>
                <a:cs typeface="Noto Sans TC"/>
                <a:sym typeface="Noto Sans TC"/>
              </a:rPr>
              <a:t>=2150 ➔ 4. t1000.c sends 0x42 to PMIC DAC</a:t>
            </a:r>
            <a:endParaRPr dirty="0"/>
          </a:p>
        </p:txBody>
      </p:sp>
      <p:sp>
        <p:nvSpPr>
          <p:cNvPr id="252" name="Google Shape;252;p20"/>
          <p:cNvSpPr txBox="1"/>
          <p:nvPr/>
        </p:nvSpPr>
        <p:spPr>
          <a:xfrm>
            <a:off x="771524" y="4687194"/>
            <a:ext cx="2205074"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284C7"/>
                </a:solidFill>
                <a:latin typeface="Noto Sans TC"/>
                <a:ea typeface="Noto Sans TC"/>
                <a:cs typeface="Noto Sans TC"/>
                <a:sym typeface="Noto Sans TC"/>
              </a:rPr>
              <a:t>STEP 01</a:t>
            </a:r>
            <a:endParaRPr/>
          </a:p>
        </p:txBody>
      </p:sp>
      <p:sp>
        <p:nvSpPr>
          <p:cNvPr id="253" name="Google Shape;253;p20"/>
          <p:cNvSpPr txBox="1"/>
          <p:nvPr/>
        </p:nvSpPr>
        <p:spPr>
          <a:xfrm>
            <a:off x="771524" y="4896744"/>
            <a:ext cx="2315328"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F172A"/>
                </a:solidFill>
                <a:latin typeface="Noto Sans TC"/>
                <a:ea typeface="Noto Sans TC"/>
                <a:cs typeface="Noto Sans TC"/>
                <a:sym typeface="Noto Sans TC"/>
              </a:rPr>
              <a:t>VCOM Voltage Measurement</a:t>
            </a:r>
            <a:endParaRPr/>
          </a:p>
        </p:txBody>
      </p:sp>
      <p:sp>
        <p:nvSpPr>
          <p:cNvPr id="254" name="Google Shape;254;p20"/>
          <p:cNvSpPr txBox="1"/>
          <p:nvPr/>
        </p:nvSpPr>
        <p:spPr>
          <a:xfrm>
            <a:off x="771524" y="5439429"/>
            <a:ext cx="220507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Error must be within </a:t>
            </a:r>
          </a:p>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±10mV of barcode value</a:t>
            </a:r>
            <a:endParaRPr dirty="0"/>
          </a:p>
        </p:txBody>
      </p:sp>
      <p:sp>
        <p:nvSpPr>
          <p:cNvPr id="255" name="Google Shape;255;p20"/>
          <p:cNvSpPr txBox="1"/>
          <p:nvPr/>
        </p:nvSpPr>
        <p:spPr>
          <a:xfrm>
            <a:off x="2992783" y="4687194"/>
            <a:ext cx="2205074"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284C7"/>
                </a:solidFill>
                <a:latin typeface="Noto Sans TC"/>
                <a:ea typeface="Noto Sans TC"/>
                <a:cs typeface="Noto Sans TC"/>
                <a:sym typeface="Noto Sans TC"/>
              </a:rPr>
              <a:t>STEP 02</a:t>
            </a:r>
            <a:endParaRPr/>
          </a:p>
        </p:txBody>
      </p:sp>
      <p:sp>
        <p:nvSpPr>
          <p:cNvPr id="256" name="Google Shape;256;p20"/>
          <p:cNvSpPr txBox="1"/>
          <p:nvPr/>
        </p:nvSpPr>
        <p:spPr>
          <a:xfrm>
            <a:off x="2992783" y="4896744"/>
            <a:ext cx="2315328"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F172A"/>
                </a:solidFill>
                <a:latin typeface="Noto Sans TC"/>
                <a:ea typeface="Noto Sans TC"/>
                <a:cs typeface="Noto Sans TC"/>
                <a:sym typeface="Noto Sans TC"/>
              </a:rPr>
              <a:t>Waveform Version Verification</a:t>
            </a:r>
            <a:endParaRPr/>
          </a:p>
        </p:txBody>
      </p:sp>
      <p:sp>
        <p:nvSpPr>
          <p:cNvPr id="257" name="Google Shape;257;p20"/>
          <p:cNvSpPr txBox="1"/>
          <p:nvPr/>
        </p:nvSpPr>
        <p:spPr>
          <a:xfrm>
            <a:off x="2939653" y="5439429"/>
            <a:ext cx="220507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WBF file must match </a:t>
            </a:r>
          </a:p>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panel lot number</a:t>
            </a:r>
            <a:endParaRPr dirty="0"/>
          </a:p>
        </p:txBody>
      </p:sp>
      <p:sp>
        <p:nvSpPr>
          <p:cNvPr id="258" name="Google Shape;258;p20"/>
          <p:cNvSpPr txBox="1"/>
          <p:nvPr/>
        </p:nvSpPr>
        <p:spPr>
          <a:xfrm>
            <a:off x="5214043" y="4687194"/>
            <a:ext cx="2205074"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59669"/>
                </a:solidFill>
                <a:latin typeface="Noto Sans TC"/>
                <a:ea typeface="Noto Sans TC"/>
                <a:cs typeface="Noto Sans TC"/>
                <a:sym typeface="Noto Sans TC"/>
              </a:rPr>
              <a:t>STEP 03</a:t>
            </a:r>
            <a:endParaRPr/>
          </a:p>
        </p:txBody>
      </p:sp>
      <p:sp>
        <p:nvSpPr>
          <p:cNvPr id="259" name="Google Shape;259;p20"/>
          <p:cNvSpPr txBox="1"/>
          <p:nvPr/>
        </p:nvSpPr>
        <p:spPr>
          <a:xfrm>
            <a:off x="5214043" y="4896744"/>
            <a:ext cx="2315328"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0F172A"/>
                </a:solidFill>
                <a:latin typeface="Noto Sans TC"/>
                <a:ea typeface="Noto Sans TC"/>
                <a:cs typeface="Noto Sans TC"/>
                <a:sym typeface="Noto Sans TC"/>
              </a:rPr>
              <a:t>3x GC16 Refresh Test</a:t>
            </a:r>
            <a:endParaRPr dirty="0"/>
          </a:p>
        </p:txBody>
      </p:sp>
      <p:sp>
        <p:nvSpPr>
          <p:cNvPr id="260" name="Google Shape;260;p20"/>
          <p:cNvSpPr txBox="1"/>
          <p:nvPr/>
        </p:nvSpPr>
        <p:spPr>
          <a:xfrm>
            <a:off x="5144727" y="5391659"/>
            <a:ext cx="220507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Isolate software scheduling</a:t>
            </a:r>
          </a:p>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 vs physical leakage</a:t>
            </a:r>
            <a:endParaRPr dirty="0"/>
          </a:p>
        </p:txBody>
      </p:sp>
      <p:sp>
        <p:nvSpPr>
          <p:cNvPr id="261" name="Google Shape;261;p20"/>
          <p:cNvSpPr txBox="1"/>
          <p:nvPr/>
        </p:nvSpPr>
        <p:spPr>
          <a:xfrm>
            <a:off x="7435303" y="4687194"/>
            <a:ext cx="2205074"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D97706"/>
                </a:solidFill>
                <a:latin typeface="Noto Sans TC"/>
                <a:ea typeface="Noto Sans TC"/>
                <a:cs typeface="Noto Sans TC"/>
                <a:sym typeface="Noto Sans TC"/>
              </a:rPr>
              <a:t>STEP 04</a:t>
            </a:r>
            <a:endParaRPr/>
          </a:p>
        </p:txBody>
      </p:sp>
      <p:sp>
        <p:nvSpPr>
          <p:cNvPr id="262" name="Google Shape;262;p20"/>
          <p:cNvSpPr txBox="1"/>
          <p:nvPr/>
        </p:nvSpPr>
        <p:spPr>
          <a:xfrm>
            <a:off x="7435303" y="4896744"/>
            <a:ext cx="2315328"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0F172A"/>
                </a:solidFill>
                <a:latin typeface="Noto Sans TC"/>
                <a:ea typeface="Noto Sans TC"/>
                <a:cs typeface="Noto Sans TC"/>
                <a:sym typeface="Noto Sans TC"/>
              </a:rPr>
              <a:t>±15V Power Rail </a:t>
            </a:r>
          </a:p>
          <a:p>
            <a:pPr marL="0" marR="0" lvl="0" indent="0" algn="l" rtl="0">
              <a:spcBef>
                <a:spcPts val="0"/>
              </a:spcBef>
              <a:spcAft>
                <a:spcPts val="0"/>
              </a:spcAft>
              <a:buNone/>
            </a:pPr>
            <a:r>
              <a:rPr lang="en-US" sz="1350" b="1" i="0" u="none" strike="noStrike" cap="none" dirty="0">
                <a:solidFill>
                  <a:srgbClr val="0F172A"/>
                </a:solidFill>
                <a:latin typeface="Noto Sans TC"/>
                <a:ea typeface="Noto Sans TC"/>
                <a:cs typeface="Noto Sans TC"/>
                <a:sym typeface="Noto Sans TC"/>
              </a:rPr>
              <a:t>Ripple</a:t>
            </a:r>
            <a:endParaRPr dirty="0"/>
          </a:p>
        </p:txBody>
      </p:sp>
      <p:sp>
        <p:nvSpPr>
          <p:cNvPr id="263" name="Google Shape;263;p20"/>
          <p:cNvSpPr txBox="1"/>
          <p:nvPr/>
        </p:nvSpPr>
        <p:spPr>
          <a:xfrm>
            <a:off x="7373948" y="5391659"/>
            <a:ext cx="220507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VSH/VSL ripple </a:t>
            </a:r>
          </a:p>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must be &lt;50mV</a:t>
            </a:r>
            <a:endParaRPr dirty="0"/>
          </a:p>
        </p:txBody>
      </p:sp>
      <p:sp>
        <p:nvSpPr>
          <p:cNvPr id="264" name="Google Shape;264;p20"/>
          <p:cNvSpPr txBox="1"/>
          <p:nvPr/>
        </p:nvSpPr>
        <p:spPr>
          <a:xfrm>
            <a:off x="9656563" y="4687194"/>
            <a:ext cx="2205074"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DC2626"/>
                </a:solidFill>
                <a:latin typeface="Noto Sans TC"/>
                <a:ea typeface="Noto Sans TC"/>
                <a:cs typeface="Noto Sans TC"/>
                <a:sym typeface="Noto Sans TC"/>
              </a:rPr>
              <a:t>STEP 05</a:t>
            </a:r>
            <a:endParaRPr/>
          </a:p>
        </p:txBody>
      </p:sp>
      <p:sp>
        <p:nvSpPr>
          <p:cNvPr id="265" name="Google Shape;265;p20"/>
          <p:cNvSpPr txBox="1"/>
          <p:nvPr/>
        </p:nvSpPr>
        <p:spPr>
          <a:xfrm>
            <a:off x="9656563" y="4896744"/>
            <a:ext cx="2315328"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F172A"/>
                </a:solidFill>
                <a:latin typeface="Noto Sans TC"/>
                <a:ea typeface="Noto Sans TC"/>
                <a:cs typeface="Noto Sans TC"/>
                <a:sym typeface="Noto Sans TC"/>
              </a:rPr>
              <a:t>Backplane Ground Impedance</a:t>
            </a:r>
            <a:endParaRPr/>
          </a:p>
        </p:txBody>
      </p:sp>
      <p:sp>
        <p:nvSpPr>
          <p:cNvPr id="266" name="Google Shape;266;p20"/>
          <p:cNvSpPr txBox="1"/>
          <p:nvPr/>
        </p:nvSpPr>
        <p:spPr>
          <a:xfrm>
            <a:off x="9640377" y="5436902"/>
            <a:ext cx="194202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Impedance must be &lt;0.1Ω</a:t>
            </a:r>
          </a:p>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 to prevent ground loops</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70"/>
        <p:cNvGrpSpPr/>
        <p:nvPr/>
      </p:nvGrpSpPr>
      <p:grpSpPr>
        <a:xfrm>
          <a:off x="0" y="0"/>
          <a:ext cx="0" cy="0"/>
          <a:chOff x="0" y="0"/>
          <a:chExt cx="0" cy="0"/>
        </a:xfrm>
      </p:grpSpPr>
      <p:pic>
        <p:nvPicPr>
          <p:cNvPr id="2" name="圖片 1" descr="一張含有 文字, 螢幕擷取畫面, 字型 的圖片">
            <a:extLst>
              <a:ext uri="{FF2B5EF4-FFF2-40B4-BE49-F238E27FC236}">
                <a16:creationId xmlns:a16="http://schemas.microsoft.com/office/drawing/2014/main" id="{90153FCC-DF79-F8FE-6F84-B17282403C49}"/>
              </a:ext>
            </a:extLst>
          </p:cNvPr>
          <p:cNvPicPr>
            <a:picLocks noChangeAspect="1"/>
          </p:cNvPicPr>
          <p:nvPr/>
        </p:nvPicPr>
        <p:blipFill>
          <a:blip r:embed="rId3"/>
          <a:stretch>
            <a:fillRect/>
          </a:stretch>
        </p:blipFill>
        <p:spPr>
          <a:xfrm>
            <a:off x="3239" y="89452"/>
            <a:ext cx="12185522" cy="6858000"/>
          </a:xfrm>
          <a:prstGeom prst="rect">
            <a:avLst/>
          </a:prstGeom>
        </p:spPr>
      </p:pic>
      <p:sp>
        <p:nvSpPr>
          <p:cNvPr id="272" name="Google Shape;272;p21"/>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03 / FULL-STACK HARDWARE TOPOLOGY</a:t>
            </a:r>
            <a:endParaRPr/>
          </a:p>
        </p:txBody>
      </p:sp>
      <p:sp>
        <p:nvSpPr>
          <p:cNvPr id="273" name="Google Shape;273;p21"/>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dirty="0">
                <a:solidFill>
                  <a:srgbClr val="0F172A"/>
                </a:solidFill>
                <a:latin typeface="Noto Sans TC"/>
                <a:ea typeface="Noto Sans TC"/>
                <a:cs typeface="Noto Sans TC"/>
                <a:sym typeface="Noto Sans TC"/>
              </a:rPr>
              <a:t>Full-Stack Hardware Topology: MediaTek SoC, T-Con &amp; 3-Channel Architecture</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77"/>
        <p:cNvGrpSpPr/>
        <p:nvPr/>
      </p:nvGrpSpPr>
      <p:grpSpPr>
        <a:xfrm>
          <a:off x="0" y="0"/>
          <a:ext cx="0" cy="0"/>
          <a:chOff x="0" y="0"/>
          <a:chExt cx="0" cy="0"/>
        </a:xfrm>
      </p:grpSpPr>
      <p:sp>
        <p:nvSpPr>
          <p:cNvPr id="278" name="Google Shape;278;p22"/>
          <p:cNvSpPr/>
          <p:nvPr/>
        </p:nvSpPr>
        <p:spPr>
          <a:xfrm>
            <a:off x="10535394" y="581025"/>
            <a:ext cx="1161305" cy="219075"/>
          </a:xfrm>
          <a:prstGeom prst="roundRect">
            <a:avLst>
              <a:gd name="adj" fmla="val 50000"/>
            </a:avLst>
          </a:prstGeom>
          <a:solidFill>
            <a:srgbClr val="64748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9" name="Google Shape;279;p22"/>
          <p:cNvSpPr/>
          <p:nvPr/>
        </p:nvSpPr>
        <p:spPr>
          <a:xfrm>
            <a:off x="495300" y="914400"/>
            <a:ext cx="11201400" cy="2428875"/>
          </a:xfrm>
          <a:prstGeom prst="roundRect">
            <a:avLst>
              <a:gd name="adj" fmla="val 4705"/>
            </a:avLst>
          </a:prstGeom>
          <a:solidFill>
            <a:srgbClr val="FAFAFA"/>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0" name="Google Shape;280;p22"/>
          <p:cNvSpPr/>
          <p:nvPr/>
        </p:nvSpPr>
        <p:spPr>
          <a:xfrm>
            <a:off x="495300" y="3848100"/>
            <a:ext cx="11201400" cy="2705100"/>
          </a:xfrm>
          <a:prstGeom prst="roundRect">
            <a:avLst>
              <a:gd name="adj" fmla="val 4225"/>
            </a:avLst>
          </a:prstGeom>
          <a:solidFill>
            <a:srgbClr val="FAFAFA"/>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1" name="Google Shape;281;p22"/>
          <p:cNvSpPr/>
          <p:nvPr/>
        </p:nvSpPr>
        <p:spPr>
          <a:xfrm>
            <a:off x="676275" y="2143125"/>
            <a:ext cx="10839450" cy="1076325"/>
          </a:xfrm>
          <a:prstGeom prst="roundRect">
            <a:avLst>
              <a:gd name="adj" fmla="val 8849"/>
            </a:avLst>
          </a:prstGeom>
          <a:solidFill>
            <a:srgbClr val="04785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2" name="Google Shape;282;p22"/>
          <p:cNvSpPr/>
          <p:nvPr/>
        </p:nvSpPr>
        <p:spPr>
          <a:xfrm>
            <a:off x="495300" y="3586162"/>
            <a:ext cx="2987873" cy="19050"/>
          </a:xfrm>
          <a:prstGeom prst="rect">
            <a:avLst/>
          </a:prstGeom>
          <a:solidFill>
            <a:srgbClr val="1D4E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3" name="Google Shape;283;p22"/>
          <p:cNvSpPr/>
          <p:nvPr/>
        </p:nvSpPr>
        <p:spPr>
          <a:xfrm>
            <a:off x="8708975" y="3586162"/>
            <a:ext cx="2987873" cy="19050"/>
          </a:xfrm>
          <a:prstGeom prst="rect">
            <a:avLst/>
          </a:prstGeom>
          <a:solidFill>
            <a:srgbClr val="1D4E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4" name="Google Shape;284;p22"/>
          <p:cNvSpPr/>
          <p:nvPr/>
        </p:nvSpPr>
        <p:spPr>
          <a:xfrm>
            <a:off x="676275" y="1038225"/>
            <a:ext cx="3511599" cy="695325"/>
          </a:xfrm>
          <a:prstGeom prst="roundRect">
            <a:avLst>
              <a:gd name="adj" fmla="val 10958"/>
            </a:avLst>
          </a:prstGeom>
          <a:solidFill>
            <a:srgbClr val="65A30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p22"/>
          <p:cNvSpPr/>
          <p:nvPr/>
        </p:nvSpPr>
        <p:spPr>
          <a:xfrm>
            <a:off x="4340274" y="1038225"/>
            <a:ext cx="3511599" cy="695325"/>
          </a:xfrm>
          <a:prstGeom prst="roundRect">
            <a:avLst>
              <a:gd name="adj" fmla="val 10958"/>
            </a:avLst>
          </a:prstGeom>
          <a:solidFill>
            <a:srgbClr val="65A30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6" name="Google Shape;286;p22"/>
          <p:cNvSpPr/>
          <p:nvPr/>
        </p:nvSpPr>
        <p:spPr>
          <a:xfrm>
            <a:off x="8004274" y="1038225"/>
            <a:ext cx="3511599" cy="695325"/>
          </a:xfrm>
          <a:prstGeom prst="roundRect">
            <a:avLst>
              <a:gd name="adj" fmla="val 10958"/>
            </a:avLst>
          </a:prstGeom>
          <a:solidFill>
            <a:srgbClr val="65A30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22"/>
          <p:cNvSpPr/>
          <p:nvPr/>
        </p:nvSpPr>
        <p:spPr>
          <a:xfrm>
            <a:off x="1651843" y="1828800"/>
            <a:ext cx="1661963" cy="219075"/>
          </a:xfrm>
          <a:prstGeom prst="roundRect">
            <a:avLst>
              <a:gd name="adj" fmla="val 50000"/>
            </a:avLst>
          </a:prstGeom>
          <a:solidFill>
            <a:srgbClr val="E0F2FE"/>
          </a:solidFill>
          <a:ln w="9525" cap="flat" cmpd="sng">
            <a:solidFill>
              <a:srgbClr val="7DD3F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8" name="Google Shape;288;p22"/>
          <p:cNvSpPr/>
          <p:nvPr/>
        </p:nvSpPr>
        <p:spPr>
          <a:xfrm>
            <a:off x="5264943" y="1828800"/>
            <a:ext cx="1661963" cy="219075"/>
          </a:xfrm>
          <a:prstGeom prst="roundRect">
            <a:avLst>
              <a:gd name="adj" fmla="val 50000"/>
            </a:avLst>
          </a:prstGeom>
          <a:solidFill>
            <a:srgbClr val="E0F2FE"/>
          </a:solidFill>
          <a:ln w="9525" cap="flat" cmpd="sng">
            <a:solidFill>
              <a:srgbClr val="7DD3F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9" name="Google Shape;289;p22"/>
          <p:cNvSpPr/>
          <p:nvPr/>
        </p:nvSpPr>
        <p:spPr>
          <a:xfrm>
            <a:off x="8878044" y="1828800"/>
            <a:ext cx="1661963" cy="219075"/>
          </a:xfrm>
          <a:prstGeom prst="roundRect">
            <a:avLst>
              <a:gd name="adj" fmla="val 50000"/>
            </a:avLst>
          </a:prstGeom>
          <a:solidFill>
            <a:srgbClr val="E0F2FE"/>
          </a:solidFill>
          <a:ln w="9525" cap="flat" cmpd="sng">
            <a:solidFill>
              <a:srgbClr val="7DD3FC"/>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0" name="Google Shape;290;p22"/>
          <p:cNvSpPr/>
          <p:nvPr/>
        </p:nvSpPr>
        <p:spPr>
          <a:xfrm>
            <a:off x="10562778" y="3971925"/>
            <a:ext cx="952946" cy="190500"/>
          </a:xfrm>
          <a:prstGeom prst="roundRect">
            <a:avLst>
              <a:gd name="adj" fmla="val 50000"/>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1" name="Google Shape;291;p22"/>
          <p:cNvSpPr/>
          <p:nvPr/>
        </p:nvSpPr>
        <p:spPr>
          <a:xfrm>
            <a:off x="676275" y="4257675"/>
            <a:ext cx="5343525" cy="619125"/>
          </a:xfrm>
          <a:prstGeom prst="roundRect">
            <a:avLst>
              <a:gd name="adj" fmla="val 12307"/>
            </a:avLst>
          </a:prstGeom>
          <a:solidFill>
            <a:srgbClr val="EFF6FF"/>
          </a:solidFill>
          <a:ln w="9525" cap="flat" cmpd="sng">
            <a:solidFill>
              <a:srgbClr val="93C5F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2" name="Google Shape;292;p22"/>
          <p:cNvSpPr/>
          <p:nvPr/>
        </p:nvSpPr>
        <p:spPr>
          <a:xfrm>
            <a:off x="6172200" y="4257675"/>
            <a:ext cx="5343525" cy="619125"/>
          </a:xfrm>
          <a:prstGeom prst="roundRect">
            <a:avLst>
              <a:gd name="adj" fmla="val 12307"/>
            </a:avLst>
          </a:prstGeom>
          <a:solidFill>
            <a:srgbClr val="EFF6FF"/>
          </a:solidFill>
          <a:ln w="9525" cap="flat" cmpd="sng">
            <a:solidFill>
              <a:srgbClr val="93C5F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3" name="Google Shape;293;p22"/>
          <p:cNvSpPr/>
          <p:nvPr/>
        </p:nvSpPr>
        <p:spPr>
          <a:xfrm>
            <a:off x="676275" y="4972050"/>
            <a:ext cx="5343525" cy="1457325"/>
          </a:xfrm>
          <a:prstGeom prst="roundRect">
            <a:avLst>
              <a:gd name="adj" fmla="val 6535"/>
            </a:avLst>
          </a:prstGeom>
          <a:solidFill>
            <a:srgbClr val="1D4E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4" name="Google Shape;294;p22"/>
          <p:cNvSpPr/>
          <p:nvPr/>
        </p:nvSpPr>
        <p:spPr>
          <a:xfrm>
            <a:off x="6172200" y="4972050"/>
            <a:ext cx="5343525" cy="1457325"/>
          </a:xfrm>
          <a:prstGeom prst="roundRect">
            <a:avLst>
              <a:gd name="adj" fmla="val 6535"/>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5" name="Google Shape;295;p22"/>
          <p:cNvSpPr/>
          <p:nvPr/>
        </p:nvSpPr>
        <p:spPr>
          <a:xfrm>
            <a:off x="847725" y="2686050"/>
            <a:ext cx="2552700" cy="438150"/>
          </a:xfrm>
          <a:prstGeom prst="roundRect">
            <a:avLst>
              <a:gd name="adj" fmla="val 13043"/>
            </a:avLst>
          </a:prstGeom>
          <a:solidFill>
            <a:srgbClr val="065F46"/>
          </a:solidFill>
          <a:ln w="9525" cap="flat" cmpd="sng">
            <a:solidFill>
              <a:srgbClr val="10B9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6" name="Google Shape;296;p22"/>
          <p:cNvSpPr/>
          <p:nvPr/>
        </p:nvSpPr>
        <p:spPr>
          <a:xfrm>
            <a:off x="3495675" y="2686050"/>
            <a:ext cx="2552700" cy="438150"/>
          </a:xfrm>
          <a:prstGeom prst="roundRect">
            <a:avLst>
              <a:gd name="adj" fmla="val 13043"/>
            </a:avLst>
          </a:prstGeom>
          <a:solidFill>
            <a:srgbClr val="065F46"/>
          </a:solidFill>
          <a:ln w="9525" cap="flat" cmpd="sng">
            <a:solidFill>
              <a:srgbClr val="10B9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7" name="Google Shape;297;p22"/>
          <p:cNvSpPr/>
          <p:nvPr/>
        </p:nvSpPr>
        <p:spPr>
          <a:xfrm>
            <a:off x="6143625" y="2686050"/>
            <a:ext cx="2552700" cy="438150"/>
          </a:xfrm>
          <a:prstGeom prst="roundRect">
            <a:avLst>
              <a:gd name="adj" fmla="val 13043"/>
            </a:avLst>
          </a:prstGeom>
          <a:solidFill>
            <a:srgbClr val="065F46"/>
          </a:solidFill>
          <a:ln w="9525" cap="flat" cmpd="sng">
            <a:solidFill>
              <a:srgbClr val="10B9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8" name="Google Shape;298;p22"/>
          <p:cNvSpPr/>
          <p:nvPr/>
        </p:nvSpPr>
        <p:spPr>
          <a:xfrm>
            <a:off x="8791575" y="2686050"/>
            <a:ext cx="2552700" cy="438150"/>
          </a:xfrm>
          <a:prstGeom prst="roundRect">
            <a:avLst>
              <a:gd name="adj" fmla="val 13043"/>
            </a:avLst>
          </a:prstGeom>
          <a:solidFill>
            <a:srgbClr val="065F46"/>
          </a:solidFill>
          <a:ln w="9525" cap="flat" cmpd="sng">
            <a:solidFill>
              <a:srgbClr val="10B9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9" name="Google Shape;299;p22"/>
          <p:cNvSpPr txBox="1"/>
          <p:nvPr/>
        </p:nvSpPr>
        <p:spPr>
          <a:xfrm>
            <a:off x="10668744" y="619125"/>
            <a:ext cx="989855"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FFFFFF"/>
                </a:solidFill>
                <a:latin typeface="Noto Sans TC"/>
                <a:ea typeface="Noto Sans TC"/>
                <a:cs typeface="Noto Sans TC"/>
                <a:sym typeface="Noto Sans TC"/>
              </a:rPr>
              <a:t>Platform (User)</a:t>
            </a:r>
            <a:endParaRPr/>
          </a:p>
        </p:txBody>
      </p:sp>
      <p:sp>
        <p:nvSpPr>
          <p:cNvPr id="300" name="Google Shape;300;p22"/>
          <p:cNvSpPr txBox="1"/>
          <p:nvPr/>
        </p:nvSpPr>
        <p:spPr>
          <a:xfrm>
            <a:off x="495300" y="304800"/>
            <a:ext cx="7806444"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F172A"/>
                </a:solidFill>
                <a:latin typeface="Noto Sans TC"/>
                <a:ea typeface="Noto Sans TC"/>
                <a:cs typeface="Noto Sans TC"/>
                <a:sym typeface="Noto Sans TC"/>
              </a:rPr>
              <a:t>AMD1 EPD Software Architecture Specification</a:t>
            </a:r>
            <a:endParaRPr/>
          </a:p>
        </p:txBody>
      </p:sp>
      <p:sp>
        <p:nvSpPr>
          <p:cNvPr id="301" name="Google Shape;301;p22"/>
          <p:cNvSpPr txBox="1"/>
          <p:nvPr/>
        </p:nvSpPr>
        <p:spPr>
          <a:xfrm>
            <a:off x="495300" y="647700"/>
            <a:ext cx="7434708"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64748B"/>
                </a:solidFill>
                <a:latin typeface="Noto Sans TC"/>
                <a:ea typeface="Noto Sans TC"/>
                <a:cs typeface="Noto Sans TC"/>
                <a:sym typeface="Noto Sans TC"/>
              </a:rPr>
              <a:t>MediaTek SoC Platform • Linux Kernel 5.10 • E-Ink T1000/T2001 Dual-Bus System</a:t>
            </a:r>
            <a:endParaRPr/>
          </a:p>
        </p:txBody>
      </p:sp>
      <p:sp>
        <p:nvSpPr>
          <p:cNvPr id="302" name="Google Shape;302;p22"/>
          <p:cNvSpPr txBox="1"/>
          <p:nvPr/>
        </p:nvSpPr>
        <p:spPr>
          <a:xfrm>
            <a:off x="3597473" y="3524250"/>
            <a:ext cx="6246502"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1D4ED8"/>
                </a:solidFill>
                <a:latin typeface="Noto Sans TC"/>
                <a:ea typeface="Noto Sans TC"/>
                <a:cs typeface="Noto Sans TC"/>
                <a:sym typeface="Noto Sans TC"/>
              </a:rPr>
              <a:t>———— User Space / Kernel Space Boundary (VFS System Calls) ————</a:t>
            </a:r>
            <a:endParaRPr/>
          </a:p>
        </p:txBody>
      </p:sp>
      <p:sp>
        <p:nvSpPr>
          <p:cNvPr id="303" name="Google Shape;303;p22"/>
          <p:cNvSpPr txBox="1"/>
          <p:nvPr/>
        </p:nvSpPr>
        <p:spPr>
          <a:xfrm>
            <a:off x="1823293" y="1857375"/>
            <a:ext cx="1414313"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0369A1"/>
                </a:solidFill>
                <a:latin typeface="Noto Sans TC"/>
                <a:ea typeface="Noto Sans TC"/>
                <a:cs typeface="Noto Sans TC"/>
                <a:sym typeface="Noto Sans TC"/>
              </a:rPr>
              <a:t>▲▼ Binder IPC / AIDL</a:t>
            </a:r>
            <a:endParaRPr/>
          </a:p>
        </p:txBody>
      </p:sp>
      <p:sp>
        <p:nvSpPr>
          <p:cNvPr id="304" name="Google Shape;304;p22"/>
          <p:cNvSpPr txBox="1"/>
          <p:nvPr/>
        </p:nvSpPr>
        <p:spPr>
          <a:xfrm>
            <a:off x="5436393" y="1857375"/>
            <a:ext cx="1414313"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0369A1"/>
                </a:solidFill>
                <a:latin typeface="Noto Sans TC"/>
                <a:ea typeface="Noto Sans TC"/>
                <a:cs typeface="Noto Sans TC"/>
                <a:sym typeface="Noto Sans TC"/>
              </a:rPr>
              <a:t>▲▼ Binder IPC / AIDL</a:t>
            </a:r>
            <a:endParaRPr/>
          </a:p>
        </p:txBody>
      </p:sp>
      <p:sp>
        <p:nvSpPr>
          <p:cNvPr id="305" name="Google Shape;305;p22"/>
          <p:cNvSpPr txBox="1"/>
          <p:nvPr/>
        </p:nvSpPr>
        <p:spPr>
          <a:xfrm>
            <a:off x="9049494" y="1857375"/>
            <a:ext cx="1414313"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0369A1"/>
                </a:solidFill>
                <a:latin typeface="Noto Sans TC"/>
                <a:ea typeface="Noto Sans TC"/>
                <a:cs typeface="Noto Sans TC"/>
                <a:sym typeface="Noto Sans TC"/>
              </a:rPr>
              <a:t>▲▼ Binder IPC / AIDL</a:t>
            </a:r>
            <a:endParaRPr/>
          </a:p>
        </p:txBody>
      </p:sp>
      <p:sp>
        <p:nvSpPr>
          <p:cNvPr id="306" name="Google Shape;306;p22"/>
          <p:cNvSpPr txBox="1"/>
          <p:nvPr/>
        </p:nvSpPr>
        <p:spPr>
          <a:xfrm>
            <a:off x="10677078" y="4000500"/>
            <a:ext cx="819596"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1" i="0" u="none" strike="noStrike" cap="none">
                <a:solidFill>
                  <a:srgbClr val="FFFFFF"/>
                </a:solidFill>
                <a:latin typeface="Noto Sans TC"/>
                <a:ea typeface="Noto Sans TC"/>
                <a:cs typeface="Noto Sans TC"/>
                <a:sym typeface="Noto Sans TC"/>
              </a:rPr>
              <a:t>Kernel Space</a:t>
            </a:r>
            <a:endParaRPr/>
          </a:p>
        </p:txBody>
      </p:sp>
      <p:sp>
        <p:nvSpPr>
          <p:cNvPr id="307" name="Google Shape;307;p22"/>
          <p:cNvSpPr txBox="1"/>
          <p:nvPr/>
        </p:nvSpPr>
        <p:spPr>
          <a:xfrm>
            <a:off x="404012" y="1133475"/>
            <a:ext cx="4056124"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75" b="1" i="0" u="none" strike="noStrike" cap="none">
                <a:solidFill>
                  <a:srgbClr val="FFFFFF"/>
                </a:solidFill>
                <a:latin typeface="Noto Sans TC"/>
                <a:ea typeface="Noto Sans TC"/>
                <a:cs typeface="Noto Sans TC"/>
                <a:sym typeface="Noto Sans TC"/>
              </a:rPr>
              <a:t>App (Note)</a:t>
            </a:r>
            <a:endParaRPr/>
          </a:p>
        </p:txBody>
      </p:sp>
      <p:sp>
        <p:nvSpPr>
          <p:cNvPr id="308" name="Google Shape;308;p22"/>
          <p:cNvSpPr txBox="1"/>
          <p:nvPr/>
        </p:nvSpPr>
        <p:spPr>
          <a:xfrm>
            <a:off x="404012" y="1343025"/>
            <a:ext cx="4056124" cy="1428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0" i="0" u="none" strike="noStrike" cap="none">
                <a:solidFill>
                  <a:srgbClr val="FFFFFF"/>
                </a:solidFill>
                <a:latin typeface="Noto Sans TC"/>
                <a:ea typeface="Noto Sans TC"/>
                <a:cs typeface="Noto Sans TC"/>
                <a:sym typeface="Noto Sans TC"/>
              </a:rPr>
              <a:t>Handwriting &amp; Drawing App</a:t>
            </a:r>
            <a:endParaRPr/>
          </a:p>
        </p:txBody>
      </p:sp>
      <p:sp>
        <p:nvSpPr>
          <p:cNvPr id="309" name="Google Shape;309;p22"/>
          <p:cNvSpPr txBox="1"/>
          <p:nvPr/>
        </p:nvSpPr>
        <p:spPr>
          <a:xfrm>
            <a:off x="404012" y="1504950"/>
            <a:ext cx="4056124" cy="1333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0" i="0" u="none" strike="noStrike" cap="none">
                <a:solidFill>
                  <a:srgbClr val="F8FAFC"/>
                </a:solidFill>
                <a:latin typeface="JetBrains Mono"/>
                <a:ea typeface="JetBrains Mono"/>
                <a:cs typeface="JetBrains Mono"/>
                <a:sym typeface="JetBrains Mono"/>
              </a:rPr>
              <a:t>com.compal.note</a:t>
            </a:r>
            <a:endParaRPr/>
          </a:p>
        </p:txBody>
      </p:sp>
      <p:sp>
        <p:nvSpPr>
          <p:cNvPr id="310" name="Google Shape;310;p22"/>
          <p:cNvSpPr txBox="1"/>
          <p:nvPr/>
        </p:nvSpPr>
        <p:spPr>
          <a:xfrm>
            <a:off x="4068012" y="1133475"/>
            <a:ext cx="4056124"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75" b="1" i="0" u="none" strike="noStrike" cap="none">
                <a:solidFill>
                  <a:srgbClr val="FFFFFF"/>
                </a:solidFill>
                <a:latin typeface="Noto Sans TC"/>
                <a:ea typeface="Noto Sans TC"/>
                <a:cs typeface="Noto Sans TC"/>
                <a:sym typeface="Noto Sans TC"/>
              </a:rPr>
              <a:t>App (Reader)</a:t>
            </a:r>
            <a:endParaRPr/>
          </a:p>
        </p:txBody>
      </p:sp>
      <p:sp>
        <p:nvSpPr>
          <p:cNvPr id="311" name="Google Shape;311;p22"/>
          <p:cNvSpPr txBox="1"/>
          <p:nvPr/>
        </p:nvSpPr>
        <p:spPr>
          <a:xfrm>
            <a:off x="4068012" y="1343025"/>
            <a:ext cx="4056124" cy="1428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0" i="0" u="none" strike="noStrike" cap="none">
                <a:solidFill>
                  <a:srgbClr val="FFFFFF"/>
                </a:solidFill>
                <a:latin typeface="Noto Sans TC"/>
                <a:ea typeface="Noto Sans TC"/>
                <a:cs typeface="Noto Sans TC"/>
                <a:sym typeface="Noto Sans TC"/>
              </a:rPr>
              <a:t>E-Book Reading &amp; Turn Page</a:t>
            </a:r>
            <a:endParaRPr/>
          </a:p>
        </p:txBody>
      </p:sp>
      <p:sp>
        <p:nvSpPr>
          <p:cNvPr id="312" name="Google Shape;312;p22"/>
          <p:cNvSpPr txBox="1"/>
          <p:nvPr/>
        </p:nvSpPr>
        <p:spPr>
          <a:xfrm>
            <a:off x="4068012" y="1504950"/>
            <a:ext cx="4056124" cy="1333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0" i="0" u="none" strike="noStrike" cap="none">
                <a:solidFill>
                  <a:srgbClr val="F8FAFC"/>
                </a:solidFill>
                <a:latin typeface="JetBrains Mono"/>
                <a:ea typeface="JetBrains Mono"/>
                <a:cs typeface="JetBrains Mono"/>
                <a:sym typeface="JetBrains Mono"/>
              </a:rPr>
              <a:t>com.compal.reader</a:t>
            </a:r>
            <a:endParaRPr/>
          </a:p>
        </p:txBody>
      </p:sp>
      <p:sp>
        <p:nvSpPr>
          <p:cNvPr id="313" name="Google Shape;313;p22"/>
          <p:cNvSpPr txBox="1"/>
          <p:nvPr/>
        </p:nvSpPr>
        <p:spPr>
          <a:xfrm>
            <a:off x="7732011" y="1133475"/>
            <a:ext cx="4056124" cy="19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75" b="1" i="0" u="none" strike="noStrike" cap="none">
                <a:solidFill>
                  <a:srgbClr val="FFFFFF"/>
                </a:solidFill>
                <a:latin typeface="Noto Sans TC"/>
                <a:ea typeface="Noto Sans TC"/>
                <a:cs typeface="Noto Sans TC"/>
                <a:sym typeface="Noto Sans TC"/>
              </a:rPr>
              <a:t>App (SystemUI)</a:t>
            </a:r>
            <a:endParaRPr/>
          </a:p>
        </p:txBody>
      </p:sp>
      <p:sp>
        <p:nvSpPr>
          <p:cNvPr id="314" name="Google Shape;314;p22"/>
          <p:cNvSpPr txBox="1"/>
          <p:nvPr/>
        </p:nvSpPr>
        <p:spPr>
          <a:xfrm>
            <a:off x="7732011" y="1343025"/>
            <a:ext cx="4056124" cy="1428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0" i="0" u="none" strike="noStrike" cap="none">
                <a:solidFill>
                  <a:srgbClr val="FFFFFF"/>
                </a:solidFill>
                <a:latin typeface="Noto Sans TC"/>
                <a:ea typeface="Noto Sans TC"/>
                <a:cs typeface="Noto Sans TC"/>
                <a:sym typeface="Noto Sans TC"/>
              </a:rPr>
              <a:t>Launcher / Fast Scroll</a:t>
            </a:r>
            <a:endParaRPr/>
          </a:p>
        </p:txBody>
      </p:sp>
      <p:sp>
        <p:nvSpPr>
          <p:cNvPr id="315" name="Google Shape;315;p22"/>
          <p:cNvSpPr txBox="1"/>
          <p:nvPr/>
        </p:nvSpPr>
        <p:spPr>
          <a:xfrm>
            <a:off x="7732011" y="1504950"/>
            <a:ext cx="4056124" cy="1333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0" i="0" u="none" strike="noStrike" cap="none">
                <a:solidFill>
                  <a:srgbClr val="F8FAFC"/>
                </a:solidFill>
                <a:latin typeface="JetBrains Mono"/>
                <a:ea typeface="JetBrains Mono"/>
                <a:cs typeface="JetBrains Mono"/>
                <a:sym typeface="JetBrains Mono"/>
              </a:rPr>
              <a:t>com.android.launcher</a:t>
            </a:r>
            <a:endParaRPr/>
          </a:p>
        </p:txBody>
      </p:sp>
      <p:sp>
        <p:nvSpPr>
          <p:cNvPr id="316" name="Google Shape;316;p22"/>
          <p:cNvSpPr txBox="1"/>
          <p:nvPr/>
        </p:nvSpPr>
        <p:spPr>
          <a:xfrm>
            <a:off x="402336" y="2238375"/>
            <a:ext cx="11384280" cy="2190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FFFFFF"/>
                </a:solidFill>
                <a:latin typeface="Noto Sans TC"/>
                <a:ea typeface="Noto Sans TC"/>
                <a:cs typeface="Noto Sans TC"/>
                <a:sym typeface="Noto Sans TC"/>
              </a:rPr>
              <a:t>EinkService</a:t>
            </a:r>
            <a:endParaRPr/>
          </a:p>
        </p:txBody>
      </p:sp>
      <p:sp>
        <p:nvSpPr>
          <p:cNvPr id="317" name="Google Shape;317;p22"/>
          <p:cNvSpPr txBox="1"/>
          <p:nvPr/>
        </p:nvSpPr>
        <p:spPr>
          <a:xfrm>
            <a:off x="402336" y="2466975"/>
            <a:ext cx="11384280" cy="1428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0" i="0" u="none" strike="noStrike" cap="none">
                <a:solidFill>
                  <a:srgbClr val="A7F3D0"/>
                </a:solidFill>
                <a:latin typeface="Noto Sans TC"/>
                <a:ea typeface="Noto Sans TC"/>
                <a:cs typeface="Noto Sans TC"/>
                <a:sym typeface="Noto Sans TC"/>
              </a:rPr>
              <a:t>Native Binder Daemon • ServiceManager("EInkService") • System Privilege</a:t>
            </a:r>
            <a:endParaRPr/>
          </a:p>
        </p:txBody>
      </p:sp>
      <p:sp>
        <p:nvSpPr>
          <p:cNvPr id="318" name="Google Shape;318;p22"/>
          <p:cNvSpPr txBox="1"/>
          <p:nvPr/>
        </p:nvSpPr>
        <p:spPr>
          <a:xfrm>
            <a:off x="623887" y="2743200"/>
            <a:ext cx="300037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FFFFFF"/>
                </a:solidFill>
                <a:latin typeface="Noto Sans TC"/>
                <a:ea typeface="Noto Sans TC"/>
                <a:cs typeface="Noto Sans TC"/>
                <a:sym typeface="Noto Sans TC"/>
              </a:rPr>
              <a:t>IEInkService (AIDL)</a:t>
            </a:r>
            <a:endParaRPr/>
          </a:p>
        </p:txBody>
      </p:sp>
      <p:sp>
        <p:nvSpPr>
          <p:cNvPr id="319" name="Google Shape;319;p22"/>
          <p:cNvSpPr txBox="1"/>
          <p:nvPr/>
        </p:nvSpPr>
        <p:spPr>
          <a:xfrm>
            <a:off x="3271837" y="2743200"/>
            <a:ext cx="300037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FFFFFF"/>
                </a:solidFill>
                <a:latin typeface="Noto Sans TC"/>
                <a:ea typeface="Noto Sans TC"/>
                <a:cs typeface="Noto Sans TC"/>
                <a:sym typeface="Noto Sans TC"/>
              </a:rPr>
              <a:t>DeathRecipient (Crash Guard)</a:t>
            </a:r>
            <a:endParaRPr/>
          </a:p>
        </p:txBody>
      </p:sp>
      <p:sp>
        <p:nvSpPr>
          <p:cNvPr id="320" name="Google Shape;320;p22"/>
          <p:cNvSpPr txBox="1"/>
          <p:nvPr/>
        </p:nvSpPr>
        <p:spPr>
          <a:xfrm>
            <a:off x="5919787" y="2743200"/>
            <a:ext cx="300037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FFFFFF"/>
                </a:solidFill>
                <a:latin typeface="Noto Sans TC"/>
                <a:ea typeface="Noto Sans TC"/>
                <a:cs typeface="Noto Sans TC"/>
                <a:sym typeface="Noto Sans TC"/>
              </a:rPr>
              <a:t>t1000_queue (Async Queue)</a:t>
            </a:r>
            <a:endParaRPr/>
          </a:p>
        </p:txBody>
      </p:sp>
      <p:sp>
        <p:nvSpPr>
          <p:cNvPr id="321" name="Google Shape;321;p22"/>
          <p:cNvSpPr txBox="1"/>
          <p:nvPr/>
        </p:nvSpPr>
        <p:spPr>
          <a:xfrm>
            <a:off x="8567737" y="2743200"/>
            <a:ext cx="3000375"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FFFFFF"/>
                </a:solidFill>
                <a:latin typeface="Noto Sans TC"/>
                <a:ea typeface="Noto Sans TC"/>
                <a:cs typeface="Noto Sans TC"/>
                <a:sym typeface="Noto Sans TC"/>
              </a:rPr>
              <a:t>handwrite_touch (Direct Touch Hook)</a:t>
            </a:r>
            <a:endParaRPr/>
          </a:p>
        </p:txBody>
      </p:sp>
      <p:sp>
        <p:nvSpPr>
          <p:cNvPr id="322" name="Google Shape;322;p22"/>
          <p:cNvSpPr txBox="1"/>
          <p:nvPr/>
        </p:nvSpPr>
        <p:spPr>
          <a:xfrm>
            <a:off x="186928" y="4343400"/>
            <a:ext cx="6322218"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125" b="1" i="0" u="none" strike="noStrike" cap="none">
                <a:solidFill>
                  <a:srgbClr val="1D4ED8"/>
                </a:solidFill>
                <a:latin typeface="Noto Sans TC"/>
                <a:ea typeface="Noto Sans TC"/>
                <a:cs typeface="Noto Sans TC"/>
                <a:sym typeface="Noto Sans TC"/>
              </a:rPr>
              <a:t>Device Node</a:t>
            </a:r>
            <a:endParaRPr/>
          </a:p>
        </p:txBody>
      </p:sp>
      <p:sp>
        <p:nvSpPr>
          <p:cNvPr id="323" name="Google Shape;323;p22"/>
          <p:cNvSpPr txBox="1"/>
          <p:nvPr/>
        </p:nvSpPr>
        <p:spPr>
          <a:xfrm>
            <a:off x="186928" y="4524375"/>
            <a:ext cx="6322218" cy="1384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0" i="0" u="none" strike="noStrike" cap="none" dirty="0">
                <a:solidFill>
                  <a:srgbClr val="475569"/>
                </a:solidFill>
                <a:latin typeface="JetBrains Mono"/>
                <a:ea typeface="JetBrains Mono"/>
                <a:cs typeface="JetBrains Mono"/>
                <a:sym typeface="JetBrains Mono"/>
              </a:rPr>
              <a:t>/sys/bus/i2c/devices/6-0006/* (mode, </a:t>
            </a:r>
            <a:r>
              <a:rPr lang="en-US" sz="900" b="0" i="0" u="none" strike="noStrike" cap="none" dirty="0" err="1">
                <a:solidFill>
                  <a:srgbClr val="475569"/>
                </a:solidFill>
                <a:latin typeface="JetBrains Mono"/>
                <a:ea typeface="JetBrains Mono"/>
                <a:cs typeface="JetBrains Mono"/>
                <a:sym typeface="JetBrains Mono"/>
              </a:rPr>
              <a:t>set_sleep</a:t>
            </a:r>
            <a:r>
              <a:rPr lang="en-US" sz="900" b="0" i="0" u="none" strike="noStrike" cap="none" dirty="0">
                <a:solidFill>
                  <a:srgbClr val="475569"/>
                </a:solidFill>
                <a:latin typeface="JetBrains Mono"/>
                <a:ea typeface="JetBrains Mono"/>
                <a:cs typeface="JetBrains Mono"/>
                <a:sym typeface="JetBrains Mono"/>
              </a:rPr>
              <a:t>, ready, </a:t>
            </a:r>
            <a:r>
              <a:rPr lang="en-US" sz="900" b="0" i="0" u="none" strike="noStrike" cap="none" dirty="0" err="1">
                <a:solidFill>
                  <a:srgbClr val="475569"/>
                </a:solidFill>
                <a:latin typeface="JetBrains Mono"/>
                <a:ea typeface="JetBrains Mono"/>
                <a:cs typeface="JetBrains Mono"/>
                <a:sym typeface="JetBrains Mono"/>
              </a:rPr>
              <a:t>vcom</a:t>
            </a:r>
            <a:r>
              <a:rPr lang="en-US" sz="900" dirty="0">
                <a:solidFill>
                  <a:srgbClr val="475569"/>
                </a:solidFill>
                <a:latin typeface="JetBrains Mono"/>
                <a:ea typeface="JetBrains Mono"/>
                <a:cs typeface="JetBrains Mono"/>
                <a:sym typeface="JetBrains Mono"/>
              </a:rPr>
              <a:t>…</a:t>
            </a:r>
            <a:r>
              <a:rPr lang="en-US" sz="900" b="0" i="0" u="none" strike="noStrike" cap="none" dirty="0">
                <a:solidFill>
                  <a:srgbClr val="475569"/>
                </a:solidFill>
                <a:latin typeface="JetBrains Mono"/>
                <a:ea typeface="JetBrains Mono"/>
                <a:cs typeface="JetBrains Mono"/>
                <a:sym typeface="JetBrains Mono"/>
              </a:rPr>
              <a:t>)</a:t>
            </a:r>
            <a:endParaRPr dirty="0"/>
          </a:p>
        </p:txBody>
      </p:sp>
      <p:sp>
        <p:nvSpPr>
          <p:cNvPr id="324" name="Google Shape;324;p22"/>
          <p:cNvSpPr txBox="1"/>
          <p:nvPr/>
        </p:nvSpPr>
        <p:spPr>
          <a:xfrm>
            <a:off x="5682853" y="4343400"/>
            <a:ext cx="6322218"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125" b="1" i="0" u="none" strike="noStrike" cap="none">
                <a:solidFill>
                  <a:srgbClr val="1D4ED8"/>
                </a:solidFill>
                <a:latin typeface="Noto Sans TC"/>
                <a:ea typeface="Noto Sans TC"/>
                <a:cs typeface="Noto Sans TC"/>
                <a:sym typeface="Noto Sans TC"/>
              </a:rPr>
              <a:t>Device Node</a:t>
            </a:r>
            <a:endParaRPr/>
          </a:p>
        </p:txBody>
      </p:sp>
      <p:sp>
        <p:nvSpPr>
          <p:cNvPr id="325" name="Google Shape;325;p22"/>
          <p:cNvSpPr txBox="1"/>
          <p:nvPr/>
        </p:nvSpPr>
        <p:spPr>
          <a:xfrm>
            <a:off x="5888385" y="4524375"/>
            <a:ext cx="6322218" cy="1384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0" i="0" u="none" strike="noStrike" cap="none" dirty="0">
                <a:solidFill>
                  <a:srgbClr val="475569"/>
                </a:solidFill>
                <a:latin typeface="JetBrains Mono"/>
                <a:ea typeface="JetBrains Mono"/>
                <a:cs typeface="JetBrains Mono"/>
                <a:sym typeface="JetBrains Mono"/>
              </a:rPr>
              <a:t>/sys/devices/platform/</a:t>
            </a:r>
            <a:r>
              <a:rPr lang="en-US" sz="900" b="0" i="0" u="none" strike="noStrike" cap="none" dirty="0" err="1">
                <a:solidFill>
                  <a:srgbClr val="475569"/>
                </a:solidFill>
                <a:latin typeface="JetBrains Mono"/>
                <a:ea typeface="JetBrains Mono"/>
                <a:cs typeface="JetBrains Mono"/>
                <a:sym typeface="JetBrains Mono"/>
              </a:rPr>
              <a:t>eink_spi</a:t>
            </a:r>
            <a:r>
              <a:rPr lang="en-US" sz="900" b="0" i="0" u="none" strike="noStrike" cap="none" dirty="0">
                <a:solidFill>
                  <a:srgbClr val="475569"/>
                </a:solidFill>
                <a:latin typeface="JetBrains Mono"/>
                <a:ea typeface="JetBrains Mono"/>
                <a:cs typeface="JetBrains Mono"/>
                <a:sym typeface="JetBrains Mono"/>
              </a:rPr>
              <a:t>/* (</a:t>
            </a:r>
            <a:r>
              <a:rPr lang="en-US" sz="900" b="0" i="0" u="none" strike="noStrike" cap="none" dirty="0" err="1">
                <a:solidFill>
                  <a:srgbClr val="475569"/>
                </a:solidFill>
                <a:latin typeface="JetBrains Mono"/>
                <a:ea typeface="JetBrains Mono"/>
                <a:cs typeface="JetBrains Mono"/>
                <a:sym typeface="JetBrains Mono"/>
              </a:rPr>
              <a:t>disp_area</a:t>
            </a:r>
            <a:r>
              <a:rPr lang="en-US" sz="900" b="0" i="0" u="none" strike="noStrike" cap="none" dirty="0">
                <a:solidFill>
                  <a:srgbClr val="475569"/>
                </a:solidFill>
                <a:latin typeface="JetBrains Mono"/>
                <a:ea typeface="JetBrains Mono"/>
                <a:cs typeface="JetBrains Mono"/>
                <a:sym typeface="JetBrains Mono"/>
              </a:rPr>
              <a:t>, </a:t>
            </a:r>
            <a:r>
              <a:rPr lang="en-US" sz="900" b="0" i="0" u="none" strike="noStrike" cap="none" dirty="0" err="1">
                <a:solidFill>
                  <a:srgbClr val="475569"/>
                </a:solidFill>
                <a:latin typeface="JetBrains Mono"/>
                <a:ea typeface="JetBrains Mono"/>
                <a:cs typeface="JetBrains Mono"/>
                <a:sym typeface="JetBrains Mono"/>
              </a:rPr>
              <a:t>disp_refresh</a:t>
            </a:r>
            <a:r>
              <a:rPr lang="en-US" sz="900" dirty="0">
                <a:solidFill>
                  <a:srgbClr val="475569"/>
                </a:solidFill>
                <a:latin typeface="JetBrains Mono"/>
                <a:ea typeface="JetBrains Mono"/>
                <a:cs typeface="JetBrains Mono"/>
                <a:sym typeface="JetBrains Mono"/>
              </a:rPr>
              <a:t>…</a:t>
            </a:r>
            <a:r>
              <a:rPr lang="en-US" sz="900" b="0" i="0" u="none" strike="noStrike" cap="none" dirty="0">
                <a:solidFill>
                  <a:srgbClr val="475569"/>
                </a:solidFill>
                <a:latin typeface="JetBrains Mono"/>
                <a:ea typeface="JetBrains Mono"/>
                <a:cs typeface="JetBrains Mono"/>
                <a:sym typeface="JetBrains Mono"/>
              </a:rPr>
              <a:t>)</a:t>
            </a:r>
            <a:endParaRPr dirty="0"/>
          </a:p>
        </p:txBody>
      </p:sp>
      <p:sp>
        <p:nvSpPr>
          <p:cNvPr id="326" name="Google Shape;326;p22"/>
          <p:cNvSpPr txBox="1"/>
          <p:nvPr/>
        </p:nvSpPr>
        <p:spPr>
          <a:xfrm>
            <a:off x="828675" y="5086350"/>
            <a:ext cx="6298406"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a:solidFill>
                  <a:srgbClr val="FFFFFF"/>
                </a:solidFill>
                <a:latin typeface="Noto Sans TC"/>
                <a:ea typeface="Noto Sans TC"/>
                <a:cs typeface="Noto Sans TC"/>
                <a:sym typeface="Noto Sans TC"/>
              </a:rPr>
              <a:t>T1000.c (I2C Driver)</a:t>
            </a:r>
            <a:endParaRPr/>
          </a:p>
        </p:txBody>
      </p:sp>
      <p:sp>
        <p:nvSpPr>
          <p:cNvPr id="327" name="Google Shape;327;p22"/>
          <p:cNvSpPr txBox="1"/>
          <p:nvPr/>
        </p:nvSpPr>
        <p:spPr>
          <a:xfrm>
            <a:off x="828675" y="5295900"/>
            <a:ext cx="6298406"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93C5FD"/>
                </a:solidFill>
                <a:latin typeface="Noto Sans TC"/>
                <a:ea typeface="Noto Sans TC"/>
                <a:cs typeface="Noto Sans TC"/>
                <a:sym typeface="Noto Sans TC"/>
              </a:rPr>
              <a:t>Control Command Channel • I2C Bus 6 (0x10)</a:t>
            </a:r>
            <a:endParaRPr/>
          </a:p>
        </p:txBody>
      </p:sp>
      <p:sp>
        <p:nvSpPr>
          <p:cNvPr id="328" name="Google Shape;328;p22"/>
          <p:cNvSpPr txBox="1"/>
          <p:nvPr/>
        </p:nvSpPr>
        <p:spPr>
          <a:xfrm>
            <a:off x="6324600" y="5086350"/>
            <a:ext cx="5867400"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a:solidFill>
                  <a:srgbClr val="FFFFFF"/>
                </a:solidFill>
                <a:latin typeface="Noto Sans TC"/>
                <a:ea typeface="Noto Sans TC"/>
                <a:cs typeface="Noto Sans TC"/>
                <a:sym typeface="Noto Sans TC"/>
              </a:rPr>
              <a:t>eink_spi.c (SPI Driver)</a:t>
            </a:r>
            <a:endParaRPr/>
          </a:p>
        </p:txBody>
      </p:sp>
      <p:sp>
        <p:nvSpPr>
          <p:cNvPr id="329" name="Google Shape;329;p22"/>
          <p:cNvSpPr txBox="1"/>
          <p:nvPr/>
        </p:nvSpPr>
        <p:spPr>
          <a:xfrm>
            <a:off x="6324600" y="5295900"/>
            <a:ext cx="5867400"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BAE6FD"/>
                </a:solidFill>
                <a:latin typeface="Noto Sans TC"/>
                <a:ea typeface="Noto Sans TC"/>
                <a:cs typeface="Noto Sans TC"/>
                <a:sym typeface="Noto Sans TC"/>
              </a:rPr>
              <a:t>Partial Update Fast Data Channel • 24MHz HSPI</a:t>
            </a:r>
            <a:endParaRPr/>
          </a:p>
        </p:txBody>
      </p:sp>
      <p:sp>
        <p:nvSpPr>
          <p:cNvPr id="330" name="Google Shape;330;p22"/>
          <p:cNvSpPr txBox="1"/>
          <p:nvPr/>
        </p:nvSpPr>
        <p:spPr>
          <a:xfrm>
            <a:off x="828675" y="5495925"/>
            <a:ext cx="6298406"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DBEAFE"/>
                </a:solidFill>
                <a:latin typeface="Noto Sans TC"/>
                <a:ea typeface="Noto Sans TC"/>
                <a:cs typeface="Noto Sans TC"/>
                <a:sym typeface="Noto Sans TC"/>
              </a:rPr>
              <a:t>• </a:t>
            </a:r>
            <a:r>
              <a:rPr lang="en-US" sz="900" b="1" i="0" u="none" strike="noStrike" cap="none">
                <a:solidFill>
                  <a:srgbClr val="DBEAFE"/>
                </a:solidFill>
                <a:latin typeface="Noto Sans TC"/>
                <a:ea typeface="Noto Sans TC"/>
                <a:cs typeface="Noto Sans TC"/>
                <a:sym typeface="Noto Sans TC"/>
              </a:rPr>
              <a:t>UCMD Command Protocol:</a:t>
            </a:r>
            <a:r>
              <a:rPr lang="en-US" sz="900" b="0" i="0" u="none" strike="noStrike" cap="none">
                <a:solidFill>
                  <a:srgbClr val="DBEAFE"/>
                </a:solidFill>
                <a:latin typeface="Noto Sans TC"/>
                <a:ea typeface="Noto Sans TC"/>
                <a:cs typeface="Noto Sans TC"/>
                <a:sym typeface="Noto Sans TC"/>
              </a:rPr>
              <a:t> MIPI Mode switch (0x61), Status query (0x36)</a:t>
            </a:r>
            <a:endParaRPr/>
          </a:p>
        </p:txBody>
      </p:sp>
      <p:sp>
        <p:nvSpPr>
          <p:cNvPr id="331" name="Google Shape;331;p22"/>
          <p:cNvSpPr txBox="1"/>
          <p:nvPr/>
        </p:nvSpPr>
        <p:spPr>
          <a:xfrm>
            <a:off x="828675" y="5667375"/>
            <a:ext cx="6298406"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DBEAFE"/>
                </a:solidFill>
                <a:latin typeface="Noto Sans TC"/>
                <a:ea typeface="Noto Sans TC"/>
                <a:cs typeface="Noto Sans TC"/>
                <a:sym typeface="Noto Sans TC"/>
              </a:rPr>
              <a:t>• </a:t>
            </a:r>
            <a:r>
              <a:rPr lang="en-US" sz="900" b="1" i="0" u="none" strike="noStrike" cap="none">
                <a:solidFill>
                  <a:srgbClr val="DBEAFE"/>
                </a:solidFill>
                <a:latin typeface="Noto Sans TC"/>
                <a:ea typeface="Noto Sans TC"/>
                <a:cs typeface="Noto Sans TC"/>
                <a:sym typeface="Noto Sans TC"/>
              </a:rPr>
              <a:t>Power State Machine:</a:t>
            </a:r>
            <a:r>
              <a:rPr lang="en-US" sz="900" b="0" i="0" u="none" strike="noStrike" cap="none">
                <a:solidFill>
                  <a:srgbClr val="DBEAFE"/>
                </a:solidFill>
                <a:latin typeface="Noto Sans TC"/>
                <a:ea typeface="Noto Sans TC"/>
                <a:cs typeface="Noto Sans TC"/>
                <a:sym typeface="Noto Sans TC"/>
              </a:rPr>
              <a:t> Normal Sleep (35mW), Deep Sleep (3mW), Wakeup</a:t>
            </a:r>
            <a:endParaRPr/>
          </a:p>
        </p:txBody>
      </p:sp>
      <p:sp>
        <p:nvSpPr>
          <p:cNvPr id="332" name="Google Shape;332;p22"/>
          <p:cNvSpPr txBox="1"/>
          <p:nvPr/>
        </p:nvSpPr>
        <p:spPr>
          <a:xfrm>
            <a:off x="828675" y="5838825"/>
            <a:ext cx="6298406"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DBEAFE"/>
                </a:solidFill>
                <a:latin typeface="Noto Sans TC"/>
                <a:ea typeface="Noto Sans TC"/>
                <a:cs typeface="Noto Sans TC"/>
                <a:sym typeface="Noto Sans TC"/>
              </a:rPr>
              <a:t>• </a:t>
            </a:r>
            <a:r>
              <a:rPr lang="en-US" sz="900" b="1" i="0" u="none" strike="noStrike" cap="none">
                <a:solidFill>
                  <a:srgbClr val="DBEAFE"/>
                </a:solidFill>
                <a:latin typeface="Noto Sans TC"/>
                <a:ea typeface="Noto Sans TC"/>
                <a:cs typeface="Noto Sans TC"/>
                <a:sym typeface="Noto Sans TC"/>
              </a:rPr>
              <a:t>VCOM Calibration:</a:t>
            </a:r>
            <a:r>
              <a:rPr lang="en-US" sz="900" b="0" i="0" u="none" strike="noStrike" cap="none">
                <a:solidFill>
                  <a:srgbClr val="DBEAFE"/>
                </a:solidFill>
                <a:latin typeface="Noto Sans TC"/>
                <a:ea typeface="Noto Sans TC"/>
                <a:cs typeface="Noto Sans TC"/>
                <a:sym typeface="Noto Sans TC"/>
              </a:rPr>
              <a:t> Auto-loads barcode calibration from /persist/</a:t>
            </a:r>
            <a:endParaRPr/>
          </a:p>
        </p:txBody>
      </p:sp>
      <p:sp>
        <p:nvSpPr>
          <p:cNvPr id="333" name="Google Shape;333;p22"/>
          <p:cNvSpPr txBox="1"/>
          <p:nvPr/>
        </p:nvSpPr>
        <p:spPr>
          <a:xfrm>
            <a:off x="828675" y="6010275"/>
            <a:ext cx="6298406"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DBEAFE"/>
                </a:solidFill>
                <a:latin typeface="Noto Sans TC"/>
                <a:ea typeface="Noto Sans TC"/>
                <a:cs typeface="Noto Sans TC"/>
                <a:sym typeface="Noto Sans TC"/>
              </a:rPr>
              <a:t>• </a:t>
            </a:r>
            <a:r>
              <a:rPr lang="en-US" sz="900" b="1" i="0" u="none" strike="noStrike" cap="none">
                <a:solidFill>
                  <a:srgbClr val="DBEAFE"/>
                </a:solidFill>
                <a:latin typeface="Noto Sans TC"/>
                <a:ea typeface="Noto Sans TC"/>
                <a:cs typeface="Noto Sans TC"/>
                <a:sym typeface="Noto Sans TC"/>
              </a:rPr>
              <a:t>ESD Workqueue Guard:</a:t>
            </a:r>
            <a:r>
              <a:rPr lang="en-US" sz="900" b="0" i="0" u="none" strike="noStrike" cap="none">
                <a:solidFill>
                  <a:srgbClr val="DBEAFE"/>
                </a:solidFill>
                <a:latin typeface="Noto Sans TC"/>
                <a:ea typeface="Noto Sans TC"/>
                <a:cs typeface="Noto Sans TC"/>
                <a:sym typeface="Noto Sans TC"/>
              </a:rPr>
              <a:t> esd_check_delay_work (1.5s check &amp; auto-recov)</a:t>
            </a:r>
            <a:endParaRPr/>
          </a:p>
        </p:txBody>
      </p:sp>
      <p:sp>
        <p:nvSpPr>
          <p:cNvPr id="334" name="Google Shape;334;p22"/>
          <p:cNvSpPr txBox="1"/>
          <p:nvPr/>
        </p:nvSpPr>
        <p:spPr>
          <a:xfrm>
            <a:off x="828675" y="6181725"/>
            <a:ext cx="6298406"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DBEAFE"/>
                </a:solidFill>
                <a:latin typeface="Noto Sans TC"/>
                <a:ea typeface="Noto Sans TC"/>
                <a:cs typeface="Noto Sans TC"/>
                <a:sym typeface="Noto Sans TC"/>
              </a:rPr>
              <a:t>• </a:t>
            </a:r>
            <a:r>
              <a:rPr lang="en-US" sz="900" b="1" i="0" u="none" strike="noStrike" cap="none">
                <a:solidFill>
                  <a:srgbClr val="DBEAFE"/>
                </a:solidFill>
                <a:latin typeface="Noto Sans TC"/>
                <a:ea typeface="Noto Sans TC"/>
                <a:cs typeface="Noto Sans TC"/>
                <a:sym typeface="Noto Sans TC"/>
              </a:rPr>
              <a:t>MTK Display Notifier:</a:t>
            </a:r>
            <a:r>
              <a:rPr lang="en-US" sz="900" b="0" i="0" u="none" strike="noStrike" cap="none">
                <a:solidFill>
                  <a:srgbClr val="DBEAFE"/>
                </a:solidFill>
                <a:latin typeface="Noto Sans TC"/>
                <a:ea typeface="Noto Sans TC"/>
                <a:cs typeface="Noto Sans TC"/>
                <a:sym typeface="Noto Sans TC"/>
              </a:rPr>
              <a:t> disp_notifier screen on/off broadcast callback</a:t>
            </a:r>
            <a:endParaRPr/>
          </a:p>
        </p:txBody>
      </p:sp>
      <p:sp>
        <p:nvSpPr>
          <p:cNvPr id="335" name="Google Shape;335;p22"/>
          <p:cNvSpPr txBox="1"/>
          <p:nvPr/>
        </p:nvSpPr>
        <p:spPr>
          <a:xfrm>
            <a:off x="6324600" y="5495925"/>
            <a:ext cx="5867400"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E0F2FE"/>
                </a:solidFill>
                <a:latin typeface="Noto Sans TC"/>
                <a:ea typeface="Noto Sans TC"/>
                <a:cs typeface="Noto Sans TC"/>
                <a:sym typeface="Noto Sans TC"/>
              </a:rPr>
              <a:t>• </a:t>
            </a:r>
            <a:r>
              <a:rPr lang="en-US" sz="900" b="1" i="0" u="none" strike="noStrike" cap="none">
                <a:solidFill>
                  <a:srgbClr val="E0F2FE"/>
                </a:solidFill>
                <a:latin typeface="Noto Sans TC"/>
                <a:ea typeface="Noto Sans TC"/>
                <a:cs typeface="Noto Sans TC"/>
                <a:sym typeface="Noto Sans TC"/>
              </a:rPr>
              <a:t>HSPI 24MHz Burst DMA:</a:t>
            </a:r>
            <a:r>
              <a:rPr lang="en-US" sz="900" b="0" i="0" u="none" strike="noStrike" cap="none">
                <a:solidFill>
                  <a:srgbClr val="E0F2FE"/>
                </a:solidFill>
                <a:latin typeface="Noto Sans TC"/>
                <a:ea typeface="Noto Sans TC"/>
                <a:cs typeface="Noto Sans TC"/>
                <a:sym typeface="Noto Sans TC"/>
              </a:rPr>
              <a:t> SPI Mode 0 (CPOL=0, CPHA=0) Burst DMA write</a:t>
            </a:r>
            <a:endParaRPr/>
          </a:p>
        </p:txBody>
      </p:sp>
      <p:sp>
        <p:nvSpPr>
          <p:cNvPr id="336" name="Google Shape;336;p22"/>
          <p:cNvSpPr txBox="1"/>
          <p:nvPr/>
        </p:nvSpPr>
        <p:spPr>
          <a:xfrm>
            <a:off x="6324600" y="5667375"/>
            <a:ext cx="5867400"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E0F2FE"/>
                </a:solidFill>
                <a:latin typeface="Noto Sans TC"/>
                <a:ea typeface="Noto Sans TC"/>
                <a:cs typeface="Noto Sans TC"/>
                <a:sym typeface="Noto Sans TC"/>
              </a:rPr>
              <a:t>• </a:t>
            </a:r>
            <a:r>
              <a:rPr lang="en-US" sz="900" b="1" i="0" u="none" strike="noStrike" cap="none">
                <a:solidFill>
                  <a:srgbClr val="E0F2FE"/>
                </a:solidFill>
                <a:latin typeface="Noto Sans TC"/>
                <a:ea typeface="Noto Sans TC"/>
                <a:cs typeface="Noto Sans TC"/>
                <a:sym typeface="Noto Sans TC"/>
              </a:rPr>
              <a:t>HRDY Flow Control:</a:t>
            </a:r>
            <a:r>
              <a:rPr lang="en-US" sz="900" b="0" i="0" u="none" strike="noStrike" cap="none">
                <a:solidFill>
                  <a:srgbClr val="E0F2FE"/>
                </a:solidFill>
                <a:latin typeface="Noto Sans TC"/>
                <a:ea typeface="Noto Sans TC"/>
                <a:cs typeface="Noto Sans TC"/>
                <a:sym typeface="Noto Sans TC"/>
              </a:rPr>
              <a:t> it8957_wait_bus_ready() prevents FIFO overflow</a:t>
            </a:r>
            <a:endParaRPr/>
          </a:p>
        </p:txBody>
      </p:sp>
      <p:sp>
        <p:nvSpPr>
          <p:cNvPr id="337" name="Google Shape;337;p22"/>
          <p:cNvSpPr txBox="1"/>
          <p:nvPr/>
        </p:nvSpPr>
        <p:spPr>
          <a:xfrm>
            <a:off x="6324600" y="5838825"/>
            <a:ext cx="5867400"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E0F2FE"/>
                </a:solidFill>
                <a:latin typeface="Noto Sans TC"/>
                <a:ea typeface="Noto Sans TC"/>
                <a:cs typeface="Noto Sans TC"/>
                <a:sym typeface="Noto Sans TC"/>
              </a:rPr>
              <a:t>• </a:t>
            </a:r>
            <a:r>
              <a:rPr lang="en-US" sz="900" b="1" i="0" u="none" strike="noStrike" cap="none">
                <a:solidFill>
                  <a:srgbClr val="E0F2FE"/>
                </a:solidFill>
                <a:latin typeface="Noto Sans TC"/>
                <a:ea typeface="Noto Sans TC"/>
                <a:cs typeface="Noto Sans TC"/>
                <a:sym typeface="Noto Sans TC"/>
              </a:rPr>
              <a:t>4096-Byte Packets:</a:t>
            </a:r>
            <a:r>
              <a:rPr lang="en-US" sz="900" b="0" i="0" u="none" strike="noStrike" cap="none">
                <a:solidFill>
                  <a:srgbClr val="E0F2FE"/>
                </a:solidFill>
                <a:latin typeface="Noto Sans TC"/>
                <a:ea typeface="Noto Sans TC"/>
                <a:cs typeface="Noto Sans TC"/>
                <a:sym typeface="Noto Sans TC"/>
              </a:rPr>
              <a:t> 24B Header (X,Y,W,H) + 4072B 4BPP pixel payload</a:t>
            </a:r>
            <a:endParaRPr/>
          </a:p>
        </p:txBody>
      </p:sp>
      <p:sp>
        <p:nvSpPr>
          <p:cNvPr id="338" name="Google Shape;338;p22"/>
          <p:cNvSpPr txBox="1"/>
          <p:nvPr/>
        </p:nvSpPr>
        <p:spPr>
          <a:xfrm>
            <a:off x="6324600" y="6010275"/>
            <a:ext cx="5867400"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E0F2FE"/>
                </a:solidFill>
                <a:latin typeface="Noto Sans TC"/>
                <a:ea typeface="Noto Sans TC"/>
                <a:cs typeface="Noto Sans TC"/>
                <a:sym typeface="Noto Sans TC"/>
              </a:rPr>
              <a:t>• </a:t>
            </a:r>
            <a:r>
              <a:rPr lang="en-US" sz="900" b="1" i="0" u="none" strike="noStrike" cap="none">
                <a:solidFill>
                  <a:srgbClr val="E0F2FE"/>
                </a:solidFill>
                <a:latin typeface="Noto Sans TC"/>
                <a:ea typeface="Noto Sans TC"/>
                <a:cs typeface="Noto Sans TC"/>
                <a:sym typeface="Noto Sans TC"/>
              </a:rPr>
              <a:t>Dynamic Dirty Rect:</a:t>
            </a:r>
            <a:r>
              <a:rPr lang="en-US" sz="900" b="0" i="0" u="none" strike="noStrike" cap="none">
                <a:solidFill>
                  <a:srgbClr val="E0F2FE"/>
                </a:solidFill>
                <a:latin typeface="Noto Sans TC"/>
                <a:ea typeface="Noto Sans TC"/>
                <a:cs typeface="Noto Sans TC"/>
                <a:sym typeface="Noto Sans TC"/>
              </a:rPr>
              <a:t> min/large_function merges bounding boxes</a:t>
            </a:r>
            <a:endParaRPr/>
          </a:p>
        </p:txBody>
      </p:sp>
      <p:sp>
        <p:nvSpPr>
          <p:cNvPr id="339" name="Google Shape;339;p22"/>
          <p:cNvSpPr txBox="1"/>
          <p:nvPr/>
        </p:nvSpPr>
        <p:spPr>
          <a:xfrm>
            <a:off x="6324600" y="6181725"/>
            <a:ext cx="5867400"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E0F2FE"/>
                </a:solidFill>
                <a:latin typeface="Noto Sans TC"/>
                <a:ea typeface="Noto Sans TC"/>
                <a:cs typeface="Noto Sans TC"/>
                <a:sym typeface="Noto Sans TC"/>
              </a:rPr>
              <a:t>• </a:t>
            </a:r>
            <a:r>
              <a:rPr lang="en-US" sz="900" b="1" i="0" u="none" strike="noStrike" cap="none">
                <a:solidFill>
                  <a:srgbClr val="E0F2FE"/>
                </a:solidFill>
                <a:latin typeface="Noto Sans TC"/>
                <a:ea typeface="Noto Sans TC"/>
                <a:cs typeface="Noto Sans TC"/>
                <a:sym typeface="Noto Sans TC"/>
              </a:rPr>
              <a:t>Low-Latency Direct Path:</a:t>
            </a:r>
            <a:r>
              <a:rPr lang="en-US" sz="900" b="0" i="0" u="none" strike="noStrike" cap="none">
                <a:solidFill>
                  <a:srgbClr val="E0F2FE"/>
                </a:solidFill>
                <a:latin typeface="Noto Sans TC"/>
                <a:ea typeface="Noto Sans TC"/>
                <a:cs typeface="Noto Sans TC"/>
                <a:sym typeface="Noto Sans TC"/>
              </a:rPr>
              <a:t> Direct writes to T-Con Update Buffer (&lt; 28ms)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43"/>
        <p:cNvGrpSpPr/>
        <p:nvPr/>
      </p:nvGrpSpPr>
      <p:grpSpPr>
        <a:xfrm>
          <a:off x="0" y="0"/>
          <a:ext cx="0" cy="0"/>
          <a:chOff x="0" y="0"/>
          <a:chExt cx="0" cy="0"/>
        </a:xfrm>
      </p:grpSpPr>
      <p:sp>
        <p:nvSpPr>
          <p:cNvPr id="344" name="Google Shape;344;p23"/>
          <p:cNvSpPr/>
          <p:nvPr/>
        </p:nvSpPr>
        <p:spPr>
          <a:xfrm>
            <a:off x="609599" y="1343025"/>
            <a:ext cx="11178209" cy="1556146"/>
          </a:xfrm>
          <a:prstGeom prst="roundRect">
            <a:avLst>
              <a:gd name="adj" fmla="val 916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5" name="Google Shape;345;p23"/>
          <p:cNvSpPr/>
          <p:nvPr/>
        </p:nvSpPr>
        <p:spPr>
          <a:xfrm>
            <a:off x="3751510" y="3261121"/>
            <a:ext cx="7830889" cy="2659856"/>
          </a:xfrm>
          <a:prstGeom prst="roundRect">
            <a:avLst>
              <a:gd name="adj" fmla="val 4297"/>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6" name="Google Shape;346;p23"/>
          <p:cNvSpPr/>
          <p:nvPr/>
        </p:nvSpPr>
        <p:spPr>
          <a:xfrm>
            <a:off x="885824" y="2234804"/>
            <a:ext cx="3025103" cy="457200"/>
          </a:xfrm>
          <a:prstGeom prst="rect">
            <a:avLst/>
          </a:prstGeom>
          <a:solidFill>
            <a:srgbClr val="0284C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7" name="Google Shape;347;p23"/>
          <p:cNvSpPr/>
          <p:nvPr/>
        </p:nvSpPr>
        <p:spPr>
          <a:xfrm>
            <a:off x="3803451" y="2234804"/>
            <a:ext cx="7778948" cy="457200"/>
          </a:xfrm>
          <a:prstGeom prst="rect">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8" name="Google Shape;348;p23"/>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03 / KERNEL DRIVERS DEEP DIVE</a:t>
            </a:r>
            <a:endParaRPr/>
          </a:p>
        </p:txBody>
      </p:sp>
      <p:sp>
        <p:nvSpPr>
          <p:cNvPr id="349" name="Google Shape;349;p23"/>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4096-Byte Fixed-Length Packet Protocol &amp; Kernel SPI DMA Direct Write</a:t>
            </a:r>
            <a:endParaRPr/>
          </a:p>
        </p:txBody>
      </p:sp>
      <p:sp>
        <p:nvSpPr>
          <p:cNvPr id="350" name="Google Shape;350;p23"/>
          <p:cNvSpPr txBox="1"/>
          <p:nvPr/>
        </p:nvSpPr>
        <p:spPr>
          <a:xfrm>
            <a:off x="3980110" y="3451621"/>
            <a:ext cx="7468939" cy="2204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E2E8F0"/>
                </a:solidFill>
                <a:latin typeface="Noto Sans TC"/>
                <a:ea typeface="Noto Sans TC"/>
                <a:cs typeface="Noto Sans TC"/>
                <a:sym typeface="Noto Sans TC"/>
              </a:rPr>
              <a:t>// drivers/</a:t>
            </a:r>
            <a:r>
              <a:rPr lang="en-US" sz="1200" b="0" i="0" u="none" strike="noStrike" cap="none" dirty="0" err="1">
                <a:solidFill>
                  <a:srgbClr val="E2E8F0"/>
                </a:solidFill>
                <a:latin typeface="Noto Sans TC"/>
                <a:ea typeface="Noto Sans TC"/>
                <a:cs typeface="Noto Sans TC"/>
                <a:sym typeface="Noto Sans TC"/>
              </a:rPr>
              <a:t>misc</a:t>
            </a:r>
            <a:r>
              <a:rPr lang="en-US" sz="1200" b="0" i="0" u="none" strike="noStrike" cap="none" dirty="0">
                <a:solidFill>
                  <a:srgbClr val="E2E8F0"/>
                </a:solidFill>
                <a:latin typeface="Noto Sans TC"/>
                <a:ea typeface="Noto Sans TC"/>
                <a:cs typeface="Noto Sans TC"/>
                <a:sym typeface="Noto Sans TC"/>
              </a:rPr>
              <a:t>/</a:t>
            </a:r>
            <a:r>
              <a:rPr lang="en-US" sz="1200" b="0" i="0" u="none" strike="noStrike" cap="none" dirty="0" err="1">
                <a:solidFill>
                  <a:srgbClr val="E2E8F0"/>
                </a:solidFill>
                <a:latin typeface="Noto Sans TC"/>
                <a:ea typeface="Noto Sans TC"/>
                <a:cs typeface="Noto Sans TC"/>
                <a:sym typeface="Noto Sans TC"/>
              </a:rPr>
              <a:t>eink</a:t>
            </a:r>
            <a:r>
              <a:rPr lang="en-US" sz="1200" b="0" i="0" u="none" strike="noStrike" cap="none" dirty="0">
                <a:solidFill>
                  <a:srgbClr val="E2E8F0"/>
                </a:solidFill>
                <a:latin typeface="Noto Sans TC"/>
                <a:ea typeface="Noto Sans TC"/>
                <a:cs typeface="Noto Sans TC"/>
                <a:sym typeface="Noto Sans TC"/>
              </a:rPr>
              <a:t>/</a:t>
            </a:r>
            <a:r>
              <a:rPr lang="en-US" sz="1200" b="0" i="0" u="none" strike="noStrike" cap="none" dirty="0" err="1">
                <a:solidFill>
                  <a:srgbClr val="E2E8F0"/>
                </a:solidFill>
                <a:latin typeface="Noto Sans TC"/>
                <a:ea typeface="Noto Sans TC"/>
                <a:cs typeface="Noto Sans TC"/>
                <a:sym typeface="Noto Sans TC"/>
              </a:rPr>
              <a:t>eink_spi.c</a:t>
            </a:r>
            <a:r>
              <a:rPr lang="en-US" sz="1200" b="0" i="0" u="none" strike="noStrike" cap="none" dirty="0">
                <a:solidFill>
                  <a:srgbClr val="E2E8F0"/>
                </a:solidFill>
                <a:latin typeface="Noto Sans TC"/>
                <a:ea typeface="Noto Sans TC"/>
                <a:cs typeface="Noto Sans TC"/>
                <a:sym typeface="Noto Sans TC"/>
              </a:rPr>
              <a:t>  </a:t>
            </a:r>
            <a:r>
              <a:rPr lang="en-US" sz="1200" b="1" i="0" u="none" strike="noStrike" cap="none" dirty="0">
                <a:solidFill>
                  <a:srgbClr val="E2E8F0"/>
                </a:solidFill>
                <a:latin typeface="Noto Sans TC"/>
                <a:ea typeface="Noto Sans TC"/>
                <a:cs typeface="Noto Sans TC"/>
                <a:sym typeface="Noto Sans TC"/>
              </a:rPr>
              <a:t>- Dual Pin Interlock &amp; 24MHz Burst DMA </a:t>
            </a:r>
          </a:p>
          <a:p>
            <a:pPr marL="0" marR="0" lvl="0" indent="0" algn="l" rtl="0">
              <a:spcBef>
                <a:spcPts val="0"/>
              </a:spcBef>
              <a:spcAft>
                <a:spcPts val="0"/>
              </a:spcAft>
              <a:buNone/>
            </a:pPr>
            <a:r>
              <a:rPr lang="en-US" sz="1200" b="0" i="0" u="none" strike="noStrike" cap="none" dirty="0">
                <a:solidFill>
                  <a:srgbClr val="E2E8F0"/>
                </a:solidFill>
                <a:latin typeface="Noto Sans TC"/>
                <a:ea typeface="Noto Sans TC"/>
                <a:cs typeface="Noto Sans TC"/>
                <a:sym typeface="Noto Sans TC"/>
              </a:rPr>
              <a:t>void </a:t>
            </a:r>
            <a:r>
              <a:rPr lang="en-US" sz="1200" b="0" i="0" u="none" strike="noStrike" cap="none" dirty="0" err="1">
                <a:solidFill>
                  <a:srgbClr val="E2E8F0"/>
                </a:solidFill>
                <a:latin typeface="Noto Sans TC"/>
                <a:ea typeface="Noto Sans TC"/>
                <a:cs typeface="Noto Sans TC"/>
                <a:sym typeface="Noto Sans TC"/>
              </a:rPr>
              <a:t>wait_tcon_hw_ready_double_check</a:t>
            </a:r>
            <a:r>
              <a:rPr lang="en-US" sz="1200" b="0" i="0" u="none" strike="noStrike" cap="none" dirty="0">
                <a:solidFill>
                  <a:srgbClr val="E2E8F0"/>
                </a:solidFill>
                <a:latin typeface="Noto Sans TC"/>
                <a:ea typeface="Noto Sans TC"/>
                <a:cs typeface="Noto Sans TC"/>
                <a:sym typeface="Noto Sans TC"/>
              </a:rPr>
              <a:t>(struct it8957 *</a:t>
            </a:r>
            <a:r>
              <a:rPr lang="en-US" sz="1200" b="0" i="0" u="none" strike="noStrike" cap="none" dirty="0" err="1">
                <a:solidFill>
                  <a:srgbClr val="E2E8F0"/>
                </a:solidFill>
                <a:latin typeface="Noto Sans TC"/>
                <a:ea typeface="Noto Sans TC"/>
                <a:cs typeface="Noto Sans TC"/>
                <a:sym typeface="Noto Sans TC"/>
              </a:rPr>
              <a:t>epd</a:t>
            </a:r>
            <a:r>
              <a:rPr lang="en-US" sz="1200" b="0" i="0" u="none" strike="noStrike" cap="none" dirty="0">
                <a:solidFill>
                  <a:srgbClr val="E2E8F0"/>
                </a:solidFill>
                <a:latin typeface="Noto Sans TC"/>
                <a:ea typeface="Noto Sans TC"/>
                <a:cs typeface="Noto Sans TC"/>
                <a:sym typeface="Noto Sans TC"/>
              </a:rPr>
              <a:t>) {</a:t>
            </a:r>
          </a:p>
          <a:p>
            <a:pPr marL="0" marR="0" lvl="0" indent="0" algn="l" rtl="0">
              <a:spcBef>
                <a:spcPts val="0"/>
              </a:spcBef>
              <a:spcAft>
                <a:spcPts val="0"/>
              </a:spcAft>
              <a:buNone/>
            </a:pPr>
            <a:r>
              <a:rPr lang="en-US" sz="1200" dirty="0">
                <a:solidFill>
                  <a:srgbClr val="E2E8F0"/>
                </a:solidFill>
                <a:latin typeface="Noto Sans TC"/>
                <a:ea typeface="Noto Sans TC"/>
                <a:cs typeface="Noto Sans TC"/>
                <a:sym typeface="Noto Sans TC"/>
              </a:rPr>
              <a:t>    </a:t>
            </a:r>
            <a:r>
              <a:rPr lang="en-US" sz="1200" b="0" i="0" u="none" strike="noStrike" cap="none" dirty="0">
                <a:solidFill>
                  <a:srgbClr val="E2E8F0"/>
                </a:solidFill>
                <a:latin typeface="Noto Sans TC"/>
                <a:ea typeface="Noto Sans TC"/>
                <a:cs typeface="Noto Sans TC"/>
                <a:sym typeface="Noto Sans TC"/>
              </a:rPr>
              <a:t> while (!</a:t>
            </a:r>
            <a:r>
              <a:rPr lang="en-US" sz="1200" b="0" i="0" u="none" strike="noStrike" cap="none" dirty="0" err="1">
                <a:solidFill>
                  <a:srgbClr val="E2E8F0"/>
                </a:solidFill>
                <a:latin typeface="Noto Sans TC"/>
                <a:ea typeface="Noto Sans TC"/>
                <a:cs typeface="Noto Sans TC"/>
                <a:sym typeface="Noto Sans TC"/>
              </a:rPr>
              <a:t>gpio_get_value</a:t>
            </a:r>
            <a:r>
              <a:rPr lang="en-US" sz="1200" b="0" i="0" u="none" strike="noStrike" cap="none" dirty="0">
                <a:solidFill>
                  <a:srgbClr val="E2E8F0"/>
                </a:solidFill>
                <a:latin typeface="Noto Sans TC"/>
                <a:ea typeface="Noto Sans TC"/>
                <a:cs typeface="Noto Sans TC"/>
                <a:sym typeface="Noto Sans TC"/>
              </a:rPr>
              <a:t>(</a:t>
            </a:r>
            <a:r>
              <a:rPr lang="en-US" sz="1200" b="0" i="0" u="none" strike="noStrike" cap="none" dirty="0" err="1">
                <a:solidFill>
                  <a:srgbClr val="E2E8F0"/>
                </a:solidFill>
                <a:latin typeface="Noto Sans TC"/>
                <a:ea typeface="Noto Sans TC"/>
                <a:cs typeface="Noto Sans TC"/>
                <a:sym typeface="Noto Sans TC"/>
              </a:rPr>
              <a:t>epd</a:t>
            </a:r>
            <a:r>
              <a:rPr lang="en-US" sz="1200" b="0" i="0" u="none" strike="noStrike" cap="none" dirty="0">
                <a:solidFill>
                  <a:srgbClr val="E2E8F0"/>
                </a:solidFill>
                <a:latin typeface="Noto Sans TC"/>
                <a:ea typeface="Noto Sans TC"/>
                <a:cs typeface="Noto Sans TC"/>
                <a:sym typeface="Noto Sans TC"/>
              </a:rPr>
              <a:t>-&gt;</a:t>
            </a:r>
            <a:r>
              <a:rPr lang="en-US" sz="1200" b="0" i="0" u="none" strike="noStrike" cap="none" dirty="0" err="1">
                <a:solidFill>
                  <a:srgbClr val="E2E8F0"/>
                </a:solidFill>
                <a:latin typeface="Noto Sans TC"/>
                <a:ea typeface="Noto Sans TC"/>
                <a:cs typeface="Noto Sans TC"/>
                <a:sym typeface="Noto Sans TC"/>
              </a:rPr>
              <a:t>hrdy_gpio</a:t>
            </a:r>
            <a:r>
              <a:rPr lang="en-US" sz="1200" b="0" i="0" u="none" strike="noStrike" cap="none" dirty="0">
                <a:solidFill>
                  <a:srgbClr val="E2E8F0"/>
                </a:solidFill>
                <a:latin typeface="Noto Sans TC"/>
                <a:ea typeface="Noto Sans TC"/>
                <a:cs typeface="Noto Sans TC"/>
                <a:sym typeface="Noto Sans TC"/>
              </a:rPr>
              <a:t>) || !t1000_is_ready()) </a:t>
            </a:r>
          </a:p>
          <a:p>
            <a:pPr marL="0" marR="0" lvl="0" indent="0" algn="l" rtl="0">
              <a:spcBef>
                <a:spcPts val="0"/>
              </a:spcBef>
              <a:spcAft>
                <a:spcPts val="0"/>
              </a:spcAft>
              <a:buNone/>
            </a:pPr>
            <a:r>
              <a:rPr lang="en-US" sz="1200" b="0" i="0" u="none" strike="noStrike" cap="none" dirty="0">
                <a:solidFill>
                  <a:srgbClr val="E2E8F0"/>
                </a:solidFill>
                <a:latin typeface="Noto Sans TC"/>
                <a:ea typeface="Noto Sans TC"/>
                <a:cs typeface="Noto Sans TC"/>
                <a:sym typeface="Noto Sans TC"/>
              </a:rPr>
              <a:t>         </a:t>
            </a:r>
            <a:r>
              <a:rPr lang="en-US" sz="1200" b="0" i="0" u="none" strike="noStrike" cap="none" dirty="0" err="1">
                <a:solidFill>
                  <a:srgbClr val="E2E8F0"/>
                </a:solidFill>
                <a:latin typeface="Noto Sans TC"/>
                <a:ea typeface="Noto Sans TC"/>
                <a:cs typeface="Noto Sans TC"/>
                <a:sym typeface="Noto Sans TC"/>
              </a:rPr>
              <a:t>udelay</a:t>
            </a:r>
            <a:r>
              <a:rPr lang="en-US" sz="1200" b="0" i="0" u="none" strike="noStrike" cap="none" dirty="0">
                <a:solidFill>
                  <a:srgbClr val="E2E8F0"/>
                </a:solidFill>
                <a:latin typeface="Noto Sans TC"/>
                <a:ea typeface="Noto Sans TC"/>
                <a:cs typeface="Noto Sans TC"/>
                <a:sym typeface="Noto Sans TC"/>
              </a:rPr>
              <a:t>(10); // </a:t>
            </a:r>
            <a:r>
              <a:rPr lang="en-US" sz="1200" b="1" i="0" u="none" strike="noStrike" cap="none" dirty="0">
                <a:solidFill>
                  <a:srgbClr val="E2E8F0"/>
                </a:solidFill>
                <a:latin typeface="Noto Sans TC"/>
                <a:ea typeface="Noto Sans TC"/>
                <a:cs typeface="Noto Sans TC"/>
                <a:sym typeface="Noto Sans TC"/>
              </a:rPr>
              <a:t>Ensure SPI FIFO &amp; RISC-V state machine both ready </a:t>
            </a:r>
          </a:p>
          <a:p>
            <a:pPr marL="0" marR="0" lvl="0" indent="0" algn="l" rtl="0">
              <a:spcBef>
                <a:spcPts val="0"/>
              </a:spcBef>
              <a:spcAft>
                <a:spcPts val="0"/>
              </a:spcAft>
              <a:buNone/>
            </a:pPr>
            <a:r>
              <a:rPr lang="en-US" sz="1200" b="0" i="0" u="none" strike="noStrike" cap="none" dirty="0">
                <a:solidFill>
                  <a:srgbClr val="E2E8F0"/>
                </a:solidFill>
                <a:latin typeface="Noto Sans TC"/>
                <a:ea typeface="Noto Sans TC"/>
                <a:cs typeface="Noto Sans TC"/>
                <a:sym typeface="Noto Sans TC"/>
              </a:rPr>
              <a:t>} </a:t>
            </a:r>
          </a:p>
          <a:p>
            <a:pPr marL="0" marR="0" lvl="0" indent="0" algn="l" rtl="0">
              <a:spcBef>
                <a:spcPts val="0"/>
              </a:spcBef>
              <a:spcAft>
                <a:spcPts val="0"/>
              </a:spcAft>
              <a:buNone/>
            </a:pPr>
            <a:endParaRPr lang="en-US" sz="1200" dirty="0">
              <a:solidFill>
                <a:srgbClr val="E2E8F0"/>
              </a:solidFill>
              <a:latin typeface="Noto Sans TC"/>
              <a:ea typeface="Noto Sans TC"/>
              <a:cs typeface="Noto Sans TC"/>
              <a:sym typeface="Noto Sans TC"/>
            </a:endParaRPr>
          </a:p>
          <a:p>
            <a:pPr marL="0" marR="0" lvl="0" indent="0" algn="l" rtl="0">
              <a:spcBef>
                <a:spcPts val="0"/>
              </a:spcBef>
              <a:spcAft>
                <a:spcPts val="0"/>
              </a:spcAft>
              <a:buNone/>
            </a:pPr>
            <a:r>
              <a:rPr lang="en-US" sz="1200" b="0" i="0" u="none" strike="noStrike" cap="none" dirty="0">
                <a:solidFill>
                  <a:srgbClr val="E2E8F0"/>
                </a:solidFill>
                <a:latin typeface="Noto Sans TC"/>
                <a:ea typeface="Noto Sans TC"/>
                <a:cs typeface="Noto Sans TC"/>
                <a:sym typeface="Noto Sans TC"/>
              </a:rPr>
              <a:t>uint16_t it8957_area_update(struct it8957 *</a:t>
            </a:r>
            <a:r>
              <a:rPr lang="en-US" sz="1200" b="0" i="0" u="none" strike="noStrike" cap="none" dirty="0" err="1">
                <a:solidFill>
                  <a:srgbClr val="E2E8F0"/>
                </a:solidFill>
                <a:latin typeface="Noto Sans TC"/>
                <a:ea typeface="Noto Sans TC"/>
                <a:cs typeface="Noto Sans TC"/>
                <a:sym typeface="Noto Sans TC"/>
              </a:rPr>
              <a:t>epd</a:t>
            </a:r>
            <a:r>
              <a:rPr lang="en-US" sz="1200" b="0" i="0" u="none" strike="noStrike" cap="none" dirty="0">
                <a:solidFill>
                  <a:srgbClr val="E2E8F0"/>
                </a:solidFill>
                <a:latin typeface="Noto Sans TC"/>
                <a:ea typeface="Noto Sans TC"/>
                <a:cs typeface="Noto Sans TC"/>
                <a:sym typeface="Noto Sans TC"/>
              </a:rPr>
              <a:t>, u16 x, u16 y, u16 w, u16 h, u8 *</a:t>
            </a:r>
            <a:r>
              <a:rPr lang="en-US" sz="1200" b="0" i="0" u="none" strike="noStrike" cap="none" dirty="0" err="1">
                <a:solidFill>
                  <a:srgbClr val="E2E8F0"/>
                </a:solidFill>
                <a:latin typeface="Noto Sans TC"/>
                <a:ea typeface="Noto Sans TC"/>
                <a:cs typeface="Noto Sans TC"/>
                <a:sym typeface="Noto Sans TC"/>
              </a:rPr>
              <a:t>buf</a:t>
            </a:r>
            <a:r>
              <a:rPr lang="en-US" sz="1200" b="0" i="0" u="none" strike="noStrike" cap="none" dirty="0">
                <a:solidFill>
                  <a:srgbClr val="E2E8F0"/>
                </a:solidFill>
                <a:latin typeface="Noto Sans TC"/>
                <a:ea typeface="Noto Sans TC"/>
                <a:cs typeface="Noto Sans TC"/>
                <a:sym typeface="Noto Sans TC"/>
              </a:rPr>
              <a:t>) { </a:t>
            </a:r>
          </a:p>
          <a:p>
            <a:pPr marL="0" marR="0" lvl="0" indent="0" algn="l" rtl="0">
              <a:spcBef>
                <a:spcPts val="0"/>
              </a:spcBef>
              <a:spcAft>
                <a:spcPts val="0"/>
              </a:spcAft>
              <a:buNone/>
            </a:pPr>
            <a:r>
              <a:rPr lang="en-US" sz="1200" dirty="0">
                <a:solidFill>
                  <a:srgbClr val="E2E8F0"/>
                </a:solidFill>
                <a:latin typeface="Noto Sans TC"/>
                <a:ea typeface="Noto Sans TC"/>
                <a:cs typeface="Noto Sans TC"/>
                <a:sym typeface="Noto Sans TC"/>
              </a:rPr>
              <a:t>     </a:t>
            </a:r>
            <a:r>
              <a:rPr lang="en-US" sz="1200" b="0" i="0" u="none" strike="noStrike" cap="none" dirty="0" err="1">
                <a:solidFill>
                  <a:srgbClr val="E2E8F0"/>
                </a:solidFill>
                <a:latin typeface="Noto Sans TC"/>
                <a:ea typeface="Noto Sans TC"/>
                <a:cs typeface="Noto Sans TC"/>
                <a:sym typeface="Noto Sans TC"/>
              </a:rPr>
              <a:t>wait_tcon_hw_ready_double_check</a:t>
            </a:r>
            <a:r>
              <a:rPr lang="en-US" sz="1200" b="0" i="0" u="none" strike="noStrike" cap="none" dirty="0">
                <a:solidFill>
                  <a:srgbClr val="E2E8F0"/>
                </a:solidFill>
                <a:latin typeface="Noto Sans TC"/>
                <a:ea typeface="Noto Sans TC"/>
                <a:cs typeface="Noto Sans TC"/>
                <a:sym typeface="Noto Sans TC"/>
              </a:rPr>
              <a:t>(</a:t>
            </a:r>
            <a:r>
              <a:rPr lang="en-US" sz="1200" b="0" i="0" u="none" strike="noStrike" cap="none" dirty="0" err="1">
                <a:solidFill>
                  <a:srgbClr val="E2E8F0"/>
                </a:solidFill>
                <a:latin typeface="Noto Sans TC"/>
                <a:ea typeface="Noto Sans TC"/>
                <a:cs typeface="Noto Sans TC"/>
                <a:sym typeface="Noto Sans TC"/>
              </a:rPr>
              <a:t>epd</a:t>
            </a:r>
            <a:r>
              <a:rPr lang="en-US" sz="1200" b="0" i="0" u="none" strike="noStrike" cap="none" dirty="0">
                <a:solidFill>
                  <a:srgbClr val="E2E8F0"/>
                </a:solidFill>
                <a:latin typeface="Noto Sans TC"/>
                <a:ea typeface="Noto Sans TC"/>
                <a:cs typeface="Noto Sans TC"/>
                <a:sym typeface="Noto Sans TC"/>
              </a:rPr>
              <a:t>); </a:t>
            </a:r>
          </a:p>
          <a:p>
            <a:pPr marL="0" marR="0" lvl="0" indent="0" algn="l" rtl="0">
              <a:spcBef>
                <a:spcPts val="0"/>
              </a:spcBef>
              <a:spcAft>
                <a:spcPts val="0"/>
              </a:spcAft>
              <a:buNone/>
            </a:pPr>
            <a:r>
              <a:rPr lang="en-US" sz="1200" dirty="0">
                <a:solidFill>
                  <a:srgbClr val="E2E8F0"/>
                </a:solidFill>
                <a:latin typeface="Noto Sans TC"/>
                <a:ea typeface="Noto Sans TC"/>
                <a:cs typeface="Noto Sans TC"/>
                <a:sym typeface="Noto Sans TC"/>
              </a:rPr>
              <a:t>     </a:t>
            </a:r>
            <a:r>
              <a:rPr lang="en-US" sz="1200" b="0" i="0" u="none" strike="noStrike" cap="none" dirty="0" err="1">
                <a:solidFill>
                  <a:srgbClr val="E2E8F0"/>
                </a:solidFill>
                <a:latin typeface="Noto Sans TC"/>
                <a:ea typeface="Noto Sans TC"/>
                <a:cs typeface="Noto Sans TC"/>
                <a:sym typeface="Noto Sans TC"/>
              </a:rPr>
              <a:t>spi_write</a:t>
            </a:r>
            <a:r>
              <a:rPr lang="en-US" sz="1200" b="0" i="0" u="none" strike="noStrike" cap="none" dirty="0">
                <a:solidFill>
                  <a:srgbClr val="E2E8F0"/>
                </a:solidFill>
                <a:latin typeface="Noto Sans TC"/>
                <a:ea typeface="Noto Sans TC"/>
                <a:cs typeface="Noto Sans TC"/>
                <a:sym typeface="Noto Sans TC"/>
              </a:rPr>
              <a:t>(</a:t>
            </a:r>
            <a:r>
              <a:rPr lang="en-US" sz="1200" b="0" i="0" u="none" strike="noStrike" cap="none" dirty="0" err="1">
                <a:solidFill>
                  <a:srgbClr val="E2E8F0"/>
                </a:solidFill>
                <a:latin typeface="Noto Sans TC"/>
                <a:ea typeface="Noto Sans TC"/>
                <a:cs typeface="Noto Sans TC"/>
                <a:sym typeface="Noto Sans TC"/>
              </a:rPr>
              <a:t>epd</a:t>
            </a:r>
            <a:r>
              <a:rPr lang="en-US" sz="1200" b="0" i="0" u="none" strike="noStrike" cap="none" dirty="0">
                <a:solidFill>
                  <a:srgbClr val="E2E8F0"/>
                </a:solidFill>
                <a:latin typeface="Noto Sans TC"/>
                <a:ea typeface="Noto Sans TC"/>
                <a:cs typeface="Noto Sans TC"/>
                <a:sym typeface="Noto Sans TC"/>
              </a:rPr>
              <a:t>-&gt;</a:t>
            </a:r>
            <a:r>
              <a:rPr lang="en-US" sz="1200" b="0" i="0" u="none" strike="noStrike" cap="none" dirty="0" err="1">
                <a:solidFill>
                  <a:srgbClr val="E2E8F0"/>
                </a:solidFill>
                <a:latin typeface="Noto Sans TC"/>
                <a:ea typeface="Noto Sans TC"/>
                <a:cs typeface="Noto Sans TC"/>
                <a:sym typeface="Noto Sans TC"/>
              </a:rPr>
              <a:t>spi</a:t>
            </a:r>
            <a:r>
              <a:rPr lang="en-US" sz="1200" b="0" i="0" u="none" strike="noStrike" cap="none" dirty="0">
                <a:solidFill>
                  <a:srgbClr val="E2E8F0"/>
                </a:solidFill>
                <a:latin typeface="Noto Sans TC"/>
                <a:ea typeface="Noto Sans TC"/>
                <a:cs typeface="Noto Sans TC"/>
                <a:sym typeface="Noto Sans TC"/>
              </a:rPr>
              <a:t>, </a:t>
            </a:r>
            <a:r>
              <a:rPr lang="en-US" sz="1200" b="0" i="0" u="none" strike="noStrike" cap="none" dirty="0" err="1">
                <a:solidFill>
                  <a:srgbClr val="E2E8F0"/>
                </a:solidFill>
                <a:latin typeface="Noto Sans TC"/>
                <a:ea typeface="Noto Sans TC"/>
                <a:cs typeface="Noto Sans TC"/>
                <a:sym typeface="Noto Sans TC"/>
              </a:rPr>
              <a:t>tx_ld_img_header</a:t>
            </a:r>
            <a:r>
              <a:rPr lang="en-US" sz="1200" b="0" i="0" u="none" strike="noStrike" cap="none" dirty="0">
                <a:solidFill>
                  <a:srgbClr val="E2E8F0"/>
                </a:solidFill>
                <a:latin typeface="Noto Sans TC"/>
                <a:ea typeface="Noto Sans TC"/>
                <a:cs typeface="Noto Sans TC"/>
                <a:sym typeface="Noto Sans TC"/>
              </a:rPr>
              <a:t>, 11); // </a:t>
            </a:r>
            <a:r>
              <a:rPr lang="en-US" sz="1200" b="1" i="0" u="none" strike="noStrike" cap="none" dirty="0">
                <a:solidFill>
                  <a:srgbClr val="E2E8F0"/>
                </a:solidFill>
                <a:latin typeface="Noto Sans TC"/>
                <a:ea typeface="Noto Sans TC"/>
                <a:cs typeface="Noto Sans TC"/>
                <a:sym typeface="Noto Sans TC"/>
              </a:rPr>
              <a:t>CMD 0x21 LD_IMG_AREA </a:t>
            </a:r>
          </a:p>
          <a:p>
            <a:pPr marL="0" marR="0" lvl="0" indent="0" algn="l" rtl="0">
              <a:spcBef>
                <a:spcPts val="0"/>
              </a:spcBef>
              <a:spcAft>
                <a:spcPts val="0"/>
              </a:spcAft>
              <a:buNone/>
            </a:pPr>
            <a:r>
              <a:rPr lang="en-US" sz="1200" dirty="0">
                <a:solidFill>
                  <a:srgbClr val="E2E8F0"/>
                </a:solidFill>
                <a:latin typeface="Noto Sans TC"/>
                <a:ea typeface="Noto Sans TC"/>
                <a:cs typeface="Noto Sans TC"/>
                <a:sym typeface="Noto Sans TC"/>
              </a:rPr>
              <a:t>     </a:t>
            </a:r>
            <a:r>
              <a:rPr lang="en-US" sz="1200" b="0" i="0" u="none" strike="noStrike" cap="none" dirty="0" err="1">
                <a:solidFill>
                  <a:srgbClr val="E2E8F0"/>
                </a:solidFill>
                <a:latin typeface="Noto Sans TC"/>
                <a:ea typeface="Noto Sans TC"/>
                <a:cs typeface="Noto Sans TC"/>
                <a:sym typeface="Noto Sans TC"/>
              </a:rPr>
              <a:t>spi_write</a:t>
            </a:r>
            <a:r>
              <a:rPr lang="en-US" sz="1200" b="0" i="0" u="none" strike="noStrike" cap="none" dirty="0">
                <a:solidFill>
                  <a:srgbClr val="E2E8F0"/>
                </a:solidFill>
                <a:latin typeface="Noto Sans TC"/>
                <a:ea typeface="Noto Sans TC"/>
                <a:cs typeface="Noto Sans TC"/>
                <a:sym typeface="Noto Sans TC"/>
              </a:rPr>
              <a:t>(</a:t>
            </a:r>
            <a:r>
              <a:rPr lang="en-US" sz="1200" b="0" i="0" u="none" strike="noStrike" cap="none" dirty="0" err="1">
                <a:solidFill>
                  <a:srgbClr val="E2E8F0"/>
                </a:solidFill>
                <a:latin typeface="Noto Sans TC"/>
                <a:ea typeface="Noto Sans TC"/>
                <a:cs typeface="Noto Sans TC"/>
                <a:sym typeface="Noto Sans TC"/>
              </a:rPr>
              <a:t>epd</a:t>
            </a:r>
            <a:r>
              <a:rPr lang="en-US" sz="1200" b="0" i="0" u="none" strike="noStrike" cap="none" dirty="0">
                <a:solidFill>
                  <a:srgbClr val="E2E8F0"/>
                </a:solidFill>
                <a:latin typeface="Noto Sans TC"/>
                <a:ea typeface="Noto Sans TC"/>
                <a:cs typeface="Noto Sans TC"/>
                <a:sym typeface="Noto Sans TC"/>
              </a:rPr>
              <a:t>-&gt;</a:t>
            </a:r>
            <a:r>
              <a:rPr lang="en-US" sz="1200" b="0" i="0" u="none" strike="noStrike" cap="none" dirty="0" err="1">
                <a:solidFill>
                  <a:srgbClr val="E2E8F0"/>
                </a:solidFill>
                <a:latin typeface="Noto Sans TC"/>
                <a:ea typeface="Noto Sans TC"/>
                <a:cs typeface="Noto Sans TC"/>
                <a:sym typeface="Noto Sans TC"/>
              </a:rPr>
              <a:t>spi</a:t>
            </a:r>
            <a:r>
              <a:rPr lang="en-US" sz="1200" b="0" i="0" u="none" strike="noStrike" cap="none" dirty="0">
                <a:solidFill>
                  <a:srgbClr val="E2E8F0"/>
                </a:solidFill>
                <a:latin typeface="Noto Sans TC"/>
                <a:ea typeface="Noto Sans TC"/>
                <a:cs typeface="Noto Sans TC"/>
                <a:sym typeface="Noto Sans TC"/>
              </a:rPr>
              <a:t>, </a:t>
            </a:r>
            <a:r>
              <a:rPr lang="en-US" sz="1200" b="0" i="0" u="none" strike="noStrike" cap="none" dirty="0" err="1">
                <a:solidFill>
                  <a:srgbClr val="E2E8F0"/>
                </a:solidFill>
                <a:latin typeface="Noto Sans TC"/>
                <a:ea typeface="Noto Sans TC"/>
                <a:cs typeface="Noto Sans TC"/>
                <a:sym typeface="Noto Sans TC"/>
              </a:rPr>
              <a:t>buf</a:t>
            </a:r>
            <a:r>
              <a:rPr lang="en-US" sz="1200" b="0" i="0" u="none" strike="noStrike" cap="none" dirty="0">
                <a:solidFill>
                  <a:srgbClr val="E2E8F0"/>
                </a:solidFill>
                <a:latin typeface="Noto Sans TC"/>
                <a:ea typeface="Noto Sans TC"/>
                <a:cs typeface="Noto Sans TC"/>
                <a:sym typeface="Noto Sans TC"/>
              </a:rPr>
              <a:t>, (w * h) / 2); // </a:t>
            </a:r>
            <a:r>
              <a:rPr lang="en-US" sz="1200" b="1" i="0" u="none" strike="noStrike" cap="none" dirty="0">
                <a:solidFill>
                  <a:srgbClr val="E2E8F0"/>
                </a:solidFill>
                <a:latin typeface="Noto Sans TC"/>
                <a:ea typeface="Noto Sans TC"/>
                <a:cs typeface="Noto Sans TC"/>
                <a:sym typeface="Noto Sans TC"/>
              </a:rPr>
              <a:t>4BPP Zero-Copy DMA</a:t>
            </a:r>
          </a:p>
          <a:p>
            <a:pPr marL="0" marR="0" lvl="0" indent="0" algn="l" rtl="0">
              <a:spcBef>
                <a:spcPts val="0"/>
              </a:spcBef>
              <a:spcAft>
                <a:spcPts val="0"/>
              </a:spcAft>
              <a:buNone/>
            </a:pPr>
            <a:r>
              <a:rPr lang="en-US" sz="1200" dirty="0">
                <a:solidFill>
                  <a:srgbClr val="E2E8F0"/>
                </a:solidFill>
                <a:latin typeface="Noto Sans TC"/>
                <a:ea typeface="Noto Sans TC"/>
                <a:cs typeface="Noto Sans TC"/>
                <a:sym typeface="Noto Sans TC"/>
              </a:rPr>
              <a:t>    </a:t>
            </a:r>
            <a:r>
              <a:rPr lang="en-US" sz="1200" b="0" i="0" u="none" strike="noStrike" cap="none" dirty="0">
                <a:solidFill>
                  <a:srgbClr val="E2E8F0"/>
                </a:solidFill>
                <a:latin typeface="Noto Sans TC"/>
                <a:ea typeface="Noto Sans TC"/>
                <a:cs typeface="Noto Sans TC"/>
                <a:sym typeface="Noto Sans TC"/>
              </a:rPr>
              <a:t> return 0; </a:t>
            </a:r>
          </a:p>
          <a:p>
            <a:pPr marL="0" marR="0" lvl="0" indent="0" algn="l" rtl="0">
              <a:spcBef>
                <a:spcPts val="0"/>
              </a:spcBef>
              <a:spcAft>
                <a:spcPts val="0"/>
              </a:spcAft>
              <a:buNone/>
            </a:pPr>
            <a:r>
              <a:rPr lang="en-US" sz="1125" b="0" i="0" u="none" strike="noStrike" cap="none" dirty="0">
                <a:solidFill>
                  <a:srgbClr val="E2E8F0"/>
                </a:solidFill>
                <a:latin typeface="Noto Sans TC"/>
                <a:ea typeface="Noto Sans TC"/>
                <a:cs typeface="Noto Sans TC"/>
                <a:sym typeface="Noto Sans TC"/>
              </a:rPr>
              <a:t>}</a:t>
            </a:r>
            <a:endParaRPr lang="en-US" dirty="0"/>
          </a:p>
        </p:txBody>
      </p:sp>
      <p:sp>
        <p:nvSpPr>
          <p:cNvPr id="351" name="Google Shape;351;p23"/>
          <p:cNvSpPr txBox="1"/>
          <p:nvPr/>
        </p:nvSpPr>
        <p:spPr>
          <a:xfrm>
            <a:off x="885825" y="1562100"/>
            <a:ext cx="9511931"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Why 4096-Byte Fixed Packets? Perfectly aligned with Linux Kernel PAGE_SIZE (4KB) with zero fragmentation!</a:t>
            </a:r>
            <a:endParaRPr/>
          </a:p>
        </p:txBody>
      </p:sp>
      <p:sp>
        <p:nvSpPr>
          <p:cNvPr id="352" name="Google Shape;352;p23"/>
          <p:cNvSpPr txBox="1"/>
          <p:nvPr/>
        </p:nvSpPr>
        <p:spPr>
          <a:xfrm>
            <a:off x="4772917" y="1977628"/>
            <a:ext cx="2285107"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059669"/>
                </a:solidFill>
                <a:latin typeface="Noto Sans TC"/>
                <a:ea typeface="Noto Sans TC"/>
                <a:cs typeface="Noto Sans TC"/>
                <a:sym typeface="Noto Sans TC"/>
              </a:rPr>
              <a:t>24MHz DMA Time = 1.36 </a:t>
            </a:r>
            <a:r>
              <a:rPr lang="en-US" sz="1350" b="1" i="0" u="none" strike="noStrike" cap="none" dirty="0" err="1">
                <a:solidFill>
                  <a:srgbClr val="059669"/>
                </a:solidFill>
                <a:latin typeface="Noto Sans TC"/>
                <a:ea typeface="Noto Sans TC"/>
                <a:cs typeface="Noto Sans TC"/>
                <a:sym typeface="Noto Sans TC"/>
              </a:rPr>
              <a:t>ms</a:t>
            </a:r>
            <a:endParaRPr dirty="0"/>
          </a:p>
        </p:txBody>
      </p:sp>
      <p:sp>
        <p:nvSpPr>
          <p:cNvPr id="354" name="Google Shape;354;p23"/>
          <p:cNvSpPr txBox="1"/>
          <p:nvPr/>
        </p:nvSpPr>
        <p:spPr>
          <a:xfrm>
            <a:off x="929878" y="2377679"/>
            <a:ext cx="366719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FFFFFF"/>
                </a:solidFill>
                <a:latin typeface="JetBrains Mono"/>
                <a:ea typeface="JetBrains Mono"/>
                <a:cs typeface="JetBrains Mono"/>
                <a:sym typeface="JetBrains Mono"/>
              </a:rPr>
              <a:t>24B Header (X, Y, W, H, multi_en)</a:t>
            </a:r>
            <a:endParaRPr/>
          </a:p>
        </p:txBody>
      </p:sp>
      <p:sp>
        <p:nvSpPr>
          <p:cNvPr id="355" name="Google Shape;355;p23"/>
          <p:cNvSpPr txBox="1"/>
          <p:nvPr/>
        </p:nvSpPr>
        <p:spPr>
          <a:xfrm>
            <a:off x="4568279" y="2372916"/>
            <a:ext cx="7741180" cy="17312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dirty="0">
                <a:solidFill>
                  <a:srgbClr val="FFFFFF"/>
                </a:solidFill>
                <a:latin typeface="JetBrains Mono"/>
                <a:ea typeface="JetBrains Mono"/>
                <a:cs typeface="JetBrains Mono"/>
                <a:sym typeface="JetBrains Mono"/>
              </a:rPr>
              <a:t>4072-Byte Payload (4BPP Grayscale Bitmap: 1 Byte packs 2 Pixels; Max 8144 Pixels)</a:t>
            </a:r>
            <a:endParaRPr dirty="0"/>
          </a:p>
        </p:txBody>
      </p:sp>
      <p:sp>
        <p:nvSpPr>
          <p:cNvPr id="356" name="Google Shape;356;p23"/>
          <p:cNvSpPr txBox="1"/>
          <p:nvPr/>
        </p:nvSpPr>
        <p:spPr>
          <a:xfrm>
            <a:off x="609600" y="3314700"/>
            <a:ext cx="2932360" cy="83099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1E293B"/>
                </a:solidFill>
                <a:latin typeface="Noto Sans TC"/>
                <a:ea typeface="Noto Sans TC"/>
                <a:cs typeface="Noto Sans TC"/>
                <a:sym typeface="Noto Sans TC"/>
              </a:rPr>
              <a:t>Dual Hardware Pin Interlock: </a:t>
            </a:r>
            <a:r>
              <a:rPr lang="en-US" sz="1350" b="0" i="0" u="none" strike="noStrike" cap="none" dirty="0">
                <a:solidFill>
                  <a:srgbClr val="1E293B"/>
                </a:solidFill>
                <a:latin typeface="Noto Sans TC"/>
                <a:ea typeface="Noto Sans TC"/>
                <a:cs typeface="Noto Sans TC"/>
                <a:sym typeface="Noto Sans TC"/>
              </a:rPr>
              <a:t>Verify both </a:t>
            </a:r>
            <a:r>
              <a:rPr lang="en-US" sz="1350" b="1" i="0" u="none" strike="noStrike" cap="none" dirty="0">
                <a:solidFill>
                  <a:srgbClr val="1E293B"/>
                </a:solidFill>
                <a:latin typeface="Noto Sans TC"/>
                <a:ea typeface="Noto Sans TC"/>
                <a:cs typeface="Noto Sans TC"/>
                <a:sym typeface="Noto Sans TC"/>
              </a:rPr>
              <a:t>HRDY</a:t>
            </a:r>
            <a:r>
              <a:rPr lang="en-US" sz="1350" b="0" i="0" u="none" strike="noStrike" cap="none" dirty="0">
                <a:solidFill>
                  <a:srgbClr val="1E293B"/>
                </a:solidFill>
                <a:latin typeface="Noto Sans TC"/>
                <a:ea typeface="Noto Sans TC"/>
                <a:cs typeface="Noto Sans TC"/>
                <a:sym typeface="Noto Sans TC"/>
              </a:rPr>
              <a:t> &amp; </a:t>
            </a:r>
            <a:r>
              <a:rPr lang="en-US" sz="1350" b="1" i="0" u="none" strike="noStrike" cap="none" dirty="0">
                <a:solidFill>
                  <a:srgbClr val="1E293B"/>
                </a:solidFill>
                <a:latin typeface="Noto Sans TC"/>
                <a:ea typeface="Noto Sans TC"/>
                <a:cs typeface="Noto Sans TC"/>
                <a:sym typeface="Noto Sans TC"/>
              </a:rPr>
              <a:t>Ready</a:t>
            </a:r>
            <a:r>
              <a:rPr lang="en-US" sz="1350" b="0" i="0" u="none" strike="noStrike" cap="none" dirty="0">
                <a:solidFill>
                  <a:srgbClr val="1E293B"/>
                </a:solidFill>
                <a:latin typeface="Noto Sans TC"/>
                <a:ea typeface="Noto Sans TC"/>
                <a:cs typeface="Noto Sans TC"/>
                <a:sym typeface="Noto Sans TC"/>
              </a:rPr>
              <a:t> are High before sending to prevent I2C/SPI arbitration crash</a:t>
            </a:r>
            <a:endParaRPr dirty="0"/>
          </a:p>
        </p:txBody>
      </p:sp>
      <p:sp>
        <p:nvSpPr>
          <p:cNvPr id="357" name="Google Shape;357;p23"/>
          <p:cNvSpPr txBox="1"/>
          <p:nvPr/>
        </p:nvSpPr>
        <p:spPr>
          <a:xfrm>
            <a:off x="609600" y="4362450"/>
            <a:ext cx="293236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1E293B"/>
                </a:solidFill>
                <a:latin typeface="Noto Sans TC"/>
                <a:ea typeface="Noto Sans TC"/>
                <a:cs typeface="Noto Sans TC"/>
                <a:sym typeface="Noto Sans TC"/>
              </a:rPr>
              <a:t>Dummy Word Filtering: </a:t>
            </a:r>
            <a:r>
              <a:rPr lang="en-US" sz="1350" b="0" i="0" u="none" strike="noStrike" cap="none" dirty="0">
                <a:solidFill>
                  <a:srgbClr val="1E293B"/>
                </a:solidFill>
                <a:latin typeface="Noto Sans TC"/>
                <a:ea typeface="Noto Sans TC"/>
                <a:cs typeface="Noto Sans TC"/>
                <a:sym typeface="Noto Sans TC"/>
              </a:rPr>
              <a:t>Mandatory discard of the first 16-bit dummy word when reading SPI registers</a:t>
            </a:r>
            <a:endParaRPr dirty="0"/>
          </a:p>
        </p:txBody>
      </p:sp>
      <p:sp>
        <p:nvSpPr>
          <p:cNvPr id="358" name="Google Shape;358;p23"/>
          <p:cNvSpPr txBox="1"/>
          <p:nvPr/>
        </p:nvSpPr>
        <p:spPr>
          <a:xfrm>
            <a:off x="609600" y="5134131"/>
            <a:ext cx="2932360" cy="6232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1E293B"/>
                </a:solidFill>
                <a:latin typeface="Noto Sans TC"/>
                <a:ea typeface="Noto Sans TC"/>
                <a:cs typeface="Noto Sans TC"/>
                <a:sym typeface="Noto Sans TC"/>
              </a:rPr>
              <a:t>Dynamic Dirty </a:t>
            </a:r>
            <a:r>
              <a:rPr lang="en-US" sz="1350" b="1" i="0" u="none" strike="noStrike" cap="none" dirty="0" err="1">
                <a:solidFill>
                  <a:srgbClr val="1E293B"/>
                </a:solidFill>
                <a:latin typeface="Noto Sans TC"/>
                <a:ea typeface="Noto Sans TC"/>
                <a:cs typeface="Noto Sans TC"/>
                <a:sym typeface="Noto Sans TC"/>
              </a:rPr>
              <a:t>Rect</a:t>
            </a:r>
            <a:r>
              <a:rPr lang="en-US" sz="1350" b="1" i="0" u="none" strike="noStrike" cap="none" dirty="0">
                <a:solidFill>
                  <a:srgbClr val="1E293B"/>
                </a:solidFill>
                <a:latin typeface="Noto Sans TC"/>
                <a:ea typeface="Noto Sans TC"/>
                <a:cs typeface="Noto Sans TC"/>
                <a:sym typeface="Noto Sans TC"/>
              </a:rPr>
              <a:t> Aggregation: </a:t>
            </a:r>
            <a:r>
              <a:rPr lang="en-US" sz="1350" b="0" i="0" u="none" strike="noStrike" cap="none" dirty="0">
                <a:solidFill>
                  <a:srgbClr val="1E293B"/>
                </a:solidFill>
                <a:latin typeface="Noto Sans TC"/>
                <a:ea typeface="Noto Sans TC"/>
                <a:cs typeface="Noto Sans TC"/>
                <a:sym typeface="Noto Sans TC"/>
              </a:rPr>
              <a:t>min/</a:t>
            </a:r>
            <a:r>
              <a:rPr lang="en-US" sz="1350" b="0" i="0" u="none" strike="noStrike" cap="none" dirty="0" err="1">
                <a:solidFill>
                  <a:srgbClr val="1E293B"/>
                </a:solidFill>
                <a:latin typeface="Noto Sans TC"/>
                <a:ea typeface="Noto Sans TC"/>
                <a:cs typeface="Noto Sans TC"/>
                <a:sym typeface="Noto Sans TC"/>
              </a:rPr>
              <a:t>large_function</a:t>
            </a:r>
            <a:r>
              <a:rPr lang="en-US" sz="1350" b="0" i="0" u="none" strike="noStrike" cap="none" dirty="0">
                <a:solidFill>
                  <a:srgbClr val="1E293B"/>
                </a:solidFill>
                <a:latin typeface="Noto Sans TC"/>
                <a:ea typeface="Noto Sans TC"/>
                <a:cs typeface="Noto Sans TC"/>
                <a:sym typeface="Noto Sans TC"/>
              </a:rPr>
              <a:t> merges consecutive stroke bounding boxes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62"/>
        <p:cNvGrpSpPr/>
        <p:nvPr/>
      </p:nvGrpSpPr>
      <p:grpSpPr>
        <a:xfrm>
          <a:off x="0" y="0"/>
          <a:ext cx="0" cy="0"/>
          <a:chOff x="0" y="0"/>
          <a:chExt cx="0" cy="0"/>
        </a:xfrm>
      </p:grpSpPr>
      <p:sp>
        <p:nvSpPr>
          <p:cNvPr id="363" name="Google Shape;363;p24"/>
          <p:cNvSpPr/>
          <p:nvPr/>
        </p:nvSpPr>
        <p:spPr>
          <a:xfrm>
            <a:off x="609600" y="2576512"/>
            <a:ext cx="3355627" cy="1271183"/>
          </a:xfrm>
          <a:prstGeom prst="roundRect">
            <a:avLst>
              <a:gd name="adj" fmla="val 960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4" name="Google Shape;364;p24"/>
          <p:cNvSpPr/>
          <p:nvPr/>
        </p:nvSpPr>
        <p:spPr>
          <a:xfrm>
            <a:off x="4418260" y="2576512"/>
            <a:ext cx="3355627" cy="1271183"/>
          </a:xfrm>
          <a:prstGeom prst="roundRect">
            <a:avLst>
              <a:gd name="adj" fmla="val 960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5" name="Google Shape;365;p24"/>
          <p:cNvSpPr/>
          <p:nvPr/>
        </p:nvSpPr>
        <p:spPr>
          <a:xfrm>
            <a:off x="8226921" y="2576512"/>
            <a:ext cx="3355627" cy="1271183"/>
          </a:xfrm>
          <a:prstGeom prst="roundRect">
            <a:avLst>
              <a:gd name="adj" fmla="val 960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6" name="Google Shape;366;p24"/>
          <p:cNvSpPr/>
          <p:nvPr/>
        </p:nvSpPr>
        <p:spPr>
          <a:xfrm>
            <a:off x="609600" y="3995737"/>
            <a:ext cx="3355627" cy="1433512"/>
          </a:xfrm>
          <a:prstGeom prst="roundRect">
            <a:avLst>
              <a:gd name="adj" fmla="val 960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7" name="Google Shape;367;p24"/>
          <p:cNvSpPr/>
          <p:nvPr/>
        </p:nvSpPr>
        <p:spPr>
          <a:xfrm>
            <a:off x="4418260" y="3995737"/>
            <a:ext cx="3355627" cy="1433512"/>
          </a:xfrm>
          <a:prstGeom prst="roundRect">
            <a:avLst>
              <a:gd name="adj" fmla="val 960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8" name="Google Shape;368;p24"/>
          <p:cNvSpPr/>
          <p:nvPr/>
        </p:nvSpPr>
        <p:spPr>
          <a:xfrm>
            <a:off x="8226921" y="3995737"/>
            <a:ext cx="3355627" cy="1433512"/>
          </a:xfrm>
          <a:prstGeom prst="roundRect">
            <a:avLst>
              <a:gd name="adj" fmla="val 9600"/>
            </a:avLst>
          </a:prstGeom>
          <a:solidFill>
            <a:srgbClr val="ECFDF5"/>
          </a:solidFill>
          <a:ln w="9525" cap="flat" cmpd="sng">
            <a:solidFill>
              <a:srgbClr val="6EE7B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69" name="Google Shape;369;p24" descr="image.png"/>
          <p:cNvPicPr preferRelativeResize="0"/>
          <p:nvPr/>
        </p:nvPicPr>
        <p:blipFill rotWithShape="1">
          <a:blip r:embed="rId3">
            <a:alphaModFix/>
          </a:blip>
          <a:srcRect/>
          <a:stretch/>
        </p:blipFill>
        <p:spPr>
          <a:xfrm>
            <a:off x="4117627" y="3076575"/>
            <a:ext cx="148232" cy="190500"/>
          </a:xfrm>
          <a:prstGeom prst="rect">
            <a:avLst/>
          </a:prstGeom>
          <a:noFill/>
          <a:ln>
            <a:noFill/>
          </a:ln>
        </p:spPr>
      </p:pic>
      <p:pic>
        <p:nvPicPr>
          <p:cNvPr id="370" name="Google Shape;370;p24" descr="image.png"/>
          <p:cNvPicPr preferRelativeResize="0"/>
          <p:nvPr/>
        </p:nvPicPr>
        <p:blipFill rotWithShape="1">
          <a:blip r:embed="rId4">
            <a:alphaModFix/>
          </a:blip>
          <a:srcRect/>
          <a:stretch/>
        </p:blipFill>
        <p:spPr>
          <a:xfrm>
            <a:off x="7926288" y="3076575"/>
            <a:ext cx="148232" cy="190500"/>
          </a:xfrm>
          <a:prstGeom prst="rect">
            <a:avLst/>
          </a:prstGeom>
          <a:noFill/>
          <a:ln>
            <a:noFill/>
          </a:ln>
        </p:spPr>
      </p:pic>
      <p:pic>
        <p:nvPicPr>
          <p:cNvPr id="371" name="Google Shape;371;p24" descr="image.png"/>
          <p:cNvPicPr preferRelativeResize="0"/>
          <p:nvPr/>
        </p:nvPicPr>
        <p:blipFill rotWithShape="1">
          <a:blip r:embed="rId3">
            <a:alphaModFix/>
          </a:blip>
          <a:srcRect/>
          <a:stretch/>
        </p:blipFill>
        <p:spPr>
          <a:xfrm>
            <a:off x="4117627" y="4495800"/>
            <a:ext cx="148232" cy="190500"/>
          </a:xfrm>
          <a:prstGeom prst="rect">
            <a:avLst/>
          </a:prstGeom>
          <a:noFill/>
          <a:ln>
            <a:noFill/>
          </a:ln>
        </p:spPr>
      </p:pic>
      <p:pic>
        <p:nvPicPr>
          <p:cNvPr id="372" name="Google Shape;372;p24" descr="image.png"/>
          <p:cNvPicPr preferRelativeResize="0"/>
          <p:nvPr/>
        </p:nvPicPr>
        <p:blipFill rotWithShape="1">
          <a:blip r:embed="rId4">
            <a:alphaModFix/>
          </a:blip>
          <a:srcRect/>
          <a:stretch/>
        </p:blipFill>
        <p:spPr>
          <a:xfrm>
            <a:off x="7926288" y="4495800"/>
            <a:ext cx="148232" cy="190500"/>
          </a:xfrm>
          <a:prstGeom prst="rect">
            <a:avLst/>
          </a:prstGeom>
          <a:noFill/>
          <a:ln>
            <a:noFill/>
          </a:ln>
        </p:spPr>
      </p:pic>
      <p:sp>
        <p:nvSpPr>
          <p:cNvPr id="373" name="Google Shape;373;p24"/>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04 / ASYNC QUEUE &amp; DEVICE NODE PIPELINE</a:t>
            </a:r>
            <a:endParaRPr/>
          </a:p>
        </p:txBody>
      </p:sp>
      <p:sp>
        <p:nvSpPr>
          <p:cNvPr id="374" name="Google Shape;374;p24"/>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t1000_queue.c Producer-Consumer Asynchronous Pipeline</a:t>
            </a:r>
            <a:endParaRPr/>
          </a:p>
        </p:txBody>
      </p:sp>
      <p:sp>
        <p:nvSpPr>
          <p:cNvPr id="375" name="Google Shape;375;p24"/>
          <p:cNvSpPr txBox="1"/>
          <p:nvPr/>
        </p:nvSpPr>
        <p:spPr>
          <a:xfrm>
            <a:off x="828675" y="2795587"/>
            <a:ext cx="364684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284C7"/>
                </a:solidFill>
                <a:latin typeface="Noto Sans TC"/>
                <a:ea typeface="Noto Sans TC"/>
                <a:cs typeface="Noto Sans TC"/>
                <a:sym typeface="Noto Sans TC"/>
              </a:rPr>
              <a:t>01 · APP BINDER CALL</a:t>
            </a:r>
            <a:endParaRPr/>
          </a:p>
        </p:txBody>
      </p:sp>
      <p:sp>
        <p:nvSpPr>
          <p:cNvPr id="376" name="Google Shape;376;p24"/>
          <p:cNvSpPr txBox="1"/>
          <p:nvPr/>
        </p:nvSpPr>
        <p:spPr>
          <a:xfrm>
            <a:off x="828675" y="3005137"/>
            <a:ext cx="3829189"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Submit Local Bitmap</a:t>
            </a:r>
            <a:endParaRPr/>
          </a:p>
        </p:txBody>
      </p:sp>
      <p:sp>
        <p:nvSpPr>
          <p:cNvPr id="377" name="Google Shape;377;p24"/>
          <p:cNvSpPr txBox="1"/>
          <p:nvPr/>
        </p:nvSpPr>
        <p:spPr>
          <a:xfrm>
            <a:off x="828675" y="3319462"/>
            <a:ext cx="3646847"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75569"/>
                </a:solidFill>
                <a:latin typeface="Noto Sans TC"/>
                <a:ea typeface="Noto Sans TC"/>
                <a:cs typeface="Noto Sans TC"/>
                <a:sym typeface="Noto Sans TC"/>
              </a:rPr>
              <a:t>Call setUpdateAreaData</a:t>
            </a:r>
            <a:endParaRPr/>
          </a:p>
        </p:txBody>
      </p:sp>
      <p:sp>
        <p:nvSpPr>
          <p:cNvPr id="378" name="Google Shape;378;p24"/>
          <p:cNvSpPr txBox="1"/>
          <p:nvPr/>
        </p:nvSpPr>
        <p:spPr>
          <a:xfrm>
            <a:off x="4637335" y="2795587"/>
            <a:ext cx="364684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59669"/>
                </a:solidFill>
                <a:latin typeface="Noto Sans TC"/>
                <a:ea typeface="Noto Sans TC"/>
                <a:cs typeface="Noto Sans TC"/>
                <a:sym typeface="Noto Sans TC"/>
              </a:rPr>
              <a:t>02 · PRODUCER (&lt;0.12ms)</a:t>
            </a:r>
            <a:endParaRPr/>
          </a:p>
        </p:txBody>
      </p:sp>
      <p:sp>
        <p:nvSpPr>
          <p:cNvPr id="379" name="Google Shape;379;p24"/>
          <p:cNvSpPr txBox="1"/>
          <p:nvPr/>
        </p:nvSpPr>
        <p:spPr>
          <a:xfrm>
            <a:off x="4637335" y="3005137"/>
            <a:ext cx="3829189"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Non-Blocking FIFO Enqueue</a:t>
            </a:r>
            <a:endParaRPr/>
          </a:p>
        </p:txBody>
      </p:sp>
      <p:sp>
        <p:nvSpPr>
          <p:cNvPr id="380" name="Google Shape;380;p24"/>
          <p:cNvSpPr txBox="1"/>
          <p:nvPr/>
        </p:nvSpPr>
        <p:spPr>
          <a:xfrm>
            <a:off x="4637335" y="3319462"/>
            <a:ext cx="3646847"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Returns to App immediately after </a:t>
            </a:r>
          </a:p>
          <a:p>
            <a:pPr marL="0" marR="0" lvl="0" indent="0" algn="l" rtl="0">
              <a:spcBef>
                <a:spcPts val="0"/>
              </a:spcBef>
              <a:spcAft>
                <a:spcPts val="0"/>
              </a:spcAft>
              <a:buNone/>
            </a:pPr>
            <a:r>
              <a:rPr lang="en-US" sz="1350" b="0" i="0" u="none" strike="noStrike" cap="none" dirty="0" err="1">
                <a:solidFill>
                  <a:srgbClr val="475569"/>
                </a:solidFill>
                <a:latin typeface="Noto Sans TC"/>
                <a:ea typeface="Noto Sans TC"/>
                <a:cs typeface="Noto Sans TC"/>
                <a:sym typeface="Noto Sans TC"/>
              </a:rPr>
              <a:t>push_msg</a:t>
            </a:r>
            <a:endParaRPr dirty="0"/>
          </a:p>
        </p:txBody>
      </p:sp>
      <p:sp>
        <p:nvSpPr>
          <p:cNvPr id="381" name="Google Shape;381;p24"/>
          <p:cNvSpPr txBox="1"/>
          <p:nvPr/>
        </p:nvSpPr>
        <p:spPr>
          <a:xfrm>
            <a:off x="8445996" y="2795587"/>
            <a:ext cx="364684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D97706"/>
                </a:solidFill>
                <a:latin typeface="Noto Sans TC"/>
                <a:ea typeface="Noto Sans TC"/>
                <a:cs typeface="Noto Sans TC"/>
                <a:sym typeface="Noto Sans TC"/>
              </a:rPr>
              <a:t>03 · WORKER THREAD</a:t>
            </a:r>
            <a:endParaRPr/>
          </a:p>
        </p:txBody>
      </p:sp>
      <p:sp>
        <p:nvSpPr>
          <p:cNvPr id="382" name="Google Shape;382;p24"/>
          <p:cNvSpPr txBox="1"/>
          <p:nvPr/>
        </p:nvSpPr>
        <p:spPr>
          <a:xfrm>
            <a:off x="8445996" y="3005137"/>
            <a:ext cx="3746003"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Condition Variable Dequeue</a:t>
            </a:r>
            <a:endParaRPr/>
          </a:p>
        </p:txBody>
      </p:sp>
      <p:sp>
        <p:nvSpPr>
          <p:cNvPr id="383" name="Google Shape;383;p24"/>
          <p:cNvSpPr txBox="1"/>
          <p:nvPr/>
        </p:nvSpPr>
        <p:spPr>
          <a:xfrm>
            <a:off x="8445996" y="3319462"/>
            <a:ext cx="3646847"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err="1">
                <a:solidFill>
                  <a:srgbClr val="475569"/>
                </a:solidFill>
                <a:latin typeface="Noto Sans TC"/>
                <a:ea typeface="Noto Sans TC"/>
                <a:cs typeface="Noto Sans TC"/>
                <a:sym typeface="Noto Sans TC"/>
              </a:rPr>
              <a:t>queue_sender_thread</a:t>
            </a:r>
            <a:r>
              <a:rPr lang="en-US" sz="1350" b="0" i="0" u="none" strike="noStrike" cap="none" dirty="0">
                <a:solidFill>
                  <a:srgbClr val="475569"/>
                </a:solidFill>
                <a:latin typeface="Noto Sans TC"/>
                <a:ea typeface="Noto Sans TC"/>
                <a:cs typeface="Noto Sans TC"/>
                <a:sym typeface="Noto Sans TC"/>
              </a:rPr>
              <a:t> dequeues </a:t>
            </a:r>
          </a:p>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in batches</a:t>
            </a:r>
            <a:endParaRPr dirty="0"/>
          </a:p>
        </p:txBody>
      </p:sp>
      <p:sp>
        <p:nvSpPr>
          <p:cNvPr id="384" name="Google Shape;384;p24"/>
          <p:cNvSpPr txBox="1"/>
          <p:nvPr/>
        </p:nvSpPr>
        <p:spPr>
          <a:xfrm>
            <a:off x="828675" y="4214812"/>
            <a:ext cx="364684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7C3AED"/>
                </a:solidFill>
                <a:latin typeface="Noto Sans TC"/>
                <a:ea typeface="Noto Sans TC"/>
                <a:cs typeface="Noto Sans TC"/>
                <a:sym typeface="Noto Sans TC"/>
              </a:rPr>
              <a:t>04 · 4BPP ROTATION (&lt;0.1ms)</a:t>
            </a:r>
            <a:endParaRPr/>
          </a:p>
        </p:txBody>
      </p:sp>
      <p:sp>
        <p:nvSpPr>
          <p:cNvPr id="385" name="Google Shape;385;p24"/>
          <p:cNvSpPr txBox="1"/>
          <p:nvPr/>
        </p:nvSpPr>
        <p:spPr>
          <a:xfrm>
            <a:off x="828675" y="4424362"/>
            <a:ext cx="3829189"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Hardware Orientation </a:t>
            </a:r>
          </a:p>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Re-Mapping</a:t>
            </a:r>
            <a:endParaRPr dirty="0"/>
          </a:p>
        </p:txBody>
      </p:sp>
      <p:sp>
        <p:nvSpPr>
          <p:cNvPr id="386" name="Google Shape;386;p24"/>
          <p:cNvSpPr txBox="1"/>
          <p:nvPr/>
        </p:nvSpPr>
        <p:spPr>
          <a:xfrm>
            <a:off x="828674" y="5052607"/>
            <a:ext cx="3646847"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t1000_dpy_rotate aligns rotation</a:t>
            </a:r>
            <a:endParaRPr dirty="0"/>
          </a:p>
        </p:txBody>
      </p:sp>
      <p:sp>
        <p:nvSpPr>
          <p:cNvPr id="387" name="Google Shape;387;p24"/>
          <p:cNvSpPr txBox="1"/>
          <p:nvPr/>
        </p:nvSpPr>
        <p:spPr>
          <a:xfrm>
            <a:off x="4637335" y="4214812"/>
            <a:ext cx="364684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2563EB"/>
                </a:solidFill>
                <a:latin typeface="Noto Sans TC"/>
                <a:ea typeface="Noto Sans TC"/>
                <a:cs typeface="Noto Sans TC"/>
                <a:sym typeface="Noto Sans TC"/>
              </a:rPr>
              <a:t>05 · SYSFS VFS WRITE</a:t>
            </a:r>
            <a:endParaRPr/>
          </a:p>
        </p:txBody>
      </p:sp>
      <p:sp>
        <p:nvSpPr>
          <p:cNvPr id="388" name="Google Shape;388;p24"/>
          <p:cNvSpPr txBox="1"/>
          <p:nvPr/>
        </p:nvSpPr>
        <p:spPr>
          <a:xfrm>
            <a:off x="4637335" y="4424362"/>
            <a:ext cx="3829189"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4096B Device Node Write</a:t>
            </a:r>
            <a:endParaRPr/>
          </a:p>
        </p:txBody>
      </p:sp>
      <p:sp>
        <p:nvSpPr>
          <p:cNvPr id="389" name="Google Shape;389;p24"/>
          <p:cNvSpPr txBox="1"/>
          <p:nvPr/>
        </p:nvSpPr>
        <p:spPr>
          <a:xfrm>
            <a:off x="4637335" y="4738687"/>
            <a:ext cx="3646847"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75569"/>
                </a:solidFill>
                <a:latin typeface="Noto Sans TC"/>
                <a:ea typeface="Noto Sans TC"/>
                <a:cs typeface="Noto Sans TC"/>
                <a:sym typeface="Noto Sans TC"/>
              </a:rPr>
              <a:t>Direct write to /eink_spi/disp_area</a:t>
            </a:r>
            <a:endParaRPr/>
          </a:p>
        </p:txBody>
      </p:sp>
      <p:sp>
        <p:nvSpPr>
          <p:cNvPr id="390" name="Google Shape;390;p24"/>
          <p:cNvSpPr txBox="1"/>
          <p:nvPr/>
        </p:nvSpPr>
        <p:spPr>
          <a:xfrm>
            <a:off x="8445996" y="4214812"/>
            <a:ext cx="3646847"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47857"/>
                </a:solidFill>
                <a:latin typeface="Noto Sans TC"/>
                <a:ea typeface="Noto Sans TC"/>
                <a:cs typeface="Noto Sans TC"/>
                <a:sym typeface="Noto Sans TC"/>
              </a:rPr>
              <a:t>06 · 24MHz DMA &amp; DU</a:t>
            </a:r>
            <a:endParaRPr/>
          </a:p>
        </p:txBody>
      </p:sp>
      <p:sp>
        <p:nvSpPr>
          <p:cNvPr id="391" name="Google Shape;391;p24"/>
          <p:cNvSpPr txBox="1"/>
          <p:nvPr/>
        </p:nvSpPr>
        <p:spPr>
          <a:xfrm>
            <a:off x="8445996" y="4424362"/>
            <a:ext cx="3746003"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65F46"/>
                </a:solidFill>
                <a:latin typeface="Noto Sans TC"/>
                <a:ea typeface="Noto Sans TC"/>
                <a:cs typeface="Noto Sans TC"/>
                <a:sym typeface="Noto Sans TC"/>
              </a:rPr>
              <a:t>T-Con High-Speed Inking</a:t>
            </a:r>
            <a:endParaRPr/>
          </a:p>
        </p:txBody>
      </p:sp>
      <p:sp>
        <p:nvSpPr>
          <p:cNvPr id="392" name="Google Shape;392;p24"/>
          <p:cNvSpPr txBox="1"/>
          <p:nvPr/>
        </p:nvSpPr>
        <p:spPr>
          <a:xfrm>
            <a:off x="8445996" y="4738687"/>
            <a:ext cx="3646847"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047857"/>
                </a:solidFill>
                <a:latin typeface="Noto Sans TC"/>
                <a:ea typeface="Noto Sans TC"/>
                <a:cs typeface="Noto Sans TC"/>
                <a:sym typeface="Noto Sans TC"/>
              </a:rPr>
              <a:t>Batch 2 points halves waveform </a:t>
            </a:r>
          </a:p>
          <a:p>
            <a:pPr marL="0" marR="0" lvl="0" indent="0" algn="l" rtl="0">
              <a:spcBef>
                <a:spcPts val="0"/>
              </a:spcBef>
              <a:spcAft>
                <a:spcPts val="0"/>
              </a:spcAft>
              <a:buNone/>
            </a:pPr>
            <a:r>
              <a:rPr lang="en-US" sz="1350" b="0" i="0" u="none" strike="noStrike" cap="none" dirty="0">
                <a:solidFill>
                  <a:srgbClr val="047857"/>
                </a:solidFill>
                <a:latin typeface="Noto Sans TC"/>
                <a:ea typeface="Noto Sans TC"/>
                <a:cs typeface="Noto Sans TC"/>
                <a:sym typeface="Noto Sans TC"/>
              </a:rPr>
              <a:t>engine load</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396"/>
        <p:cNvGrpSpPr/>
        <p:nvPr/>
      </p:nvGrpSpPr>
      <p:grpSpPr>
        <a:xfrm>
          <a:off x="0" y="0"/>
          <a:ext cx="0" cy="0"/>
          <a:chOff x="0" y="0"/>
          <a:chExt cx="0" cy="0"/>
        </a:xfrm>
      </p:grpSpPr>
      <p:sp>
        <p:nvSpPr>
          <p:cNvPr id="397" name="Google Shape;397;p25"/>
          <p:cNvSpPr/>
          <p:nvPr/>
        </p:nvSpPr>
        <p:spPr>
          <a:xfrm>
            <a:off x="600075" y="2298501"/>
            <a:ext cx="3463825" cy="3165870"/>
          </a:xfrm>
          <a:prstGeom prst="roundRect">
            <a:avLst>
              <a:gd name="adj" fmla="val 3845"/>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8" name="Google Shape;398;p25"/>
          <p:cNvSpPr/>
          <p:nvPr/>
        </p:nvSpPr>
        <p:spPr>
          <a:xfrm>
            <a:off x="4302025" y="2298501"/>
            <a:ext cx="3623816" cy="3165871"/>
          </a:xfrm>
          <a:prstGeom prst="roundRect">
            <a:avLst>
              <a:gd name="adj" fmla="val 361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9" name="Google Shape;399;p25"/>
          <p:cNvSpPr/>
          <p:nvPr/>
        </p:nvSpPr>
        <p:spPr>
          <a:xfrm>
            <a:off x="8154441" y="2298501"/>
            <a:ext cx="3427958" cy="3069134"/>
          </a:xfrm>
          <a:prstGeom prst="roundRect">
            <a:avLst>
              <a:gd name="adj" fmla="val 3845"/>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0" name="Google Shape;400;p25"/>
          <p:cNvSpPr/>
          <p:nvPr/>
        </p:nvSpPr>
        <p:spPr>
          <a:xfrm>
            <a:off x="885826" y="3604766"/>
            <a:ext cx="2987575" cy="1619994"/>
          </a:xfrm>
          <a:prstGeom prst="roundRect">
            <a:avLst>
              <a:gd name="adj" fmla="val 4703"/>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1" name="Google Shape;401;p25"/>
          <p:cNvSpPr/>
          <p:nvPr/>
        </p:nvSpPr>
        <p:spPr>
          <a:xfrm>
            <a:off x="4540150" y="3509339"/>
            <a:ext cx="3147566" cy="1813321"/>
          </a:xfrm>
          <a:prstGeom prst="roundRect">
            <a:avLst>
              <a:gd name="adj" fmla="val 4202"/>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2" name="Google Shape;402;p25"/>
          <p:cNvSpPr/>
          <p:nvPr/>
        </p:nvSpPr>
        <p:spPr>
          <a:xfrm>
            <a:off x="8392566" y="3652391"/>
            <a:ext cx="2951708" cy="1619994"/>
          </a:xfrm>
          <a:prstGeom prst="roundRect">
            <a:avLst>
              <a:gd name="adj" fmla="val 4703"/>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03" name="Google Shape;403;p25" descr="image.png"/>
          <p:cNvPicPr preferRelativeResize="0"/>
          <p:nvPr/>
        </p:nvPicPr>
        <p:blipFill rotWithShape="1">
          <a:blip r:embed="rId3">
            <a:alphaModFix/>
          </a:blip>
          <a:srcRect/>
          <a:stretch/>
        </p:blipFill>
        <p:spPr>
          <a:xfrm>
            <a:off x="882515" y="2590718"/>
            <a:ext cx="192732" cy="247650"/>
          </a:xfrm>
          <a:prstGeom prst="rect">
            <a:avLst/>
          </a:prstGeom>
          <a:noFill/>
          <a:ln>
            <a:noFill/>
          </a:ln>
        </p:spPr>
      </p:pic>
      <p:pic>
        <p:nvPicPr>
          <p:cNvPr id="404" name="Google Shape;404;p25" descr="image.png"/>
          <p:cNvPicPr preferRelativeResize="0"/>
          <p:nvPr/>
        </p:nvPicPr>
        <p:blipFill rotWithShape="1">
          <a:blip r:embed="rId4">
            <a:alphaModFix/>
          </a:blip>
          <a:srcRect/>
          <a:stretch/>
        </p:blipFill>
        <p:spPr>
          <a:xfrm>
            <a:off x="4540150" y="2593776"/>
            <a:ext cx="192732" cy="247650"/>
          </a:xfrm>
          <a:prstGeom prst="rect">
            <a:avLst/>
          </a:prstGeom>
          <a:noFill/>
          <a:ln>
            <a:noFill/>
          </a:ln>
        </p:spPr>
      </p:pic>
      <p:pic>
        <p:nvPicPr>
          <p:cNvPr id="405" name="Google Shape;405;p25" descr="image.png"/>
          <p:cNvPicPr preferRelativeResize="0"/>
          <p:nvPr/>
        </p:nvPicPr>
        <p:blipFill rotWithShape="1">
          <a:blip r:embed="rId5">
            <a:alphaModFix/>
          </a:blip>
          <a:srcRect/>
          <a:stretch/>
        </p:blipFill>
        <p:spPr>
          <a:xfrm>
            <a:off x="8392566" y="2609768"/>
            <a:ext cx="192732" cy="247650"/>
          </a:xfrm>
          <a:prstGeom prst="rect">
            <a:avLst/>
          </a:prstGeom>
          <a:noFill/>
          <a:ln>
            <a:noFill/>
          </a:ln>
        </p:spPr>
      </p:pic>
      <p:sp>
        <p:nvSpPr>
          <p:cNvPr id="406" name="Google Shape;406;p25"/>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04 / APP SDK INTEGRATION</a:t>
            </a:r>
            <a:endParaRPr/>
          </a:p>
        </p:txBody>
      </p:sp>
      <p:sp>
        <p:nvSpPr>
          <p:cNvPr id="407" name="Google Shape;407;p25"/>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Java SDK (EInkServiceManager) Three Production Integration Patterns</a:t>
            </a:r>
            <a:endParaRPr/>
          </a:p>
        </p:txBody>
      </p:sp>
      <p:sp>
        <p:nvSpPr>
          <p:cNvPr id="408" name="Google Shape;408;p25"/>
          <p:cNvSpPr txBox="1"/>
          <p:nvPr/>
        </p:nvSpPr>
        <p:spPr>
          <a:xfrm>
            <a:off x="866109" y="3001894"/>
            <a:ext cx="3734469"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Lock DU Mode &amp; Enable Bypass </a:t>
            </a:r>
          </a:p>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Direct Path</a:t>
            </a:r>
            <a:endParaRPr dirty="0"/>
          </a:p>
        </p:txBody>
      </p:sp>
      <p:sp>
        <p:nvSpPr>
          <p:cNvPr id="409" name="Google Shape;409;p25"/>
          <p:cNvSpPr txBox="1"/>
          <p:nvPr/>
        </p:nvSpPr>
        <p:spPr>
          <a:xfrm>
            <a:off x="1019176" y="3738116"/>
            <a:ext cx="2816125" cy="11849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i="0" u="none" strike="noStrike" cap="none" dirty="0" err="1">
                <a:solidFill>
                  <a:srgbClr val="38BDF8"/>
                </a:solidFill>
                <a:latin typeface="Noto Sans TC"/>
                <a:ea typeface="Noto Sans TC"/>
                <a:cs typeface="Noto Sans TC"/>
                <a:sym typeface="Noto Sans TC"/>
              </a:rPr>
              <a:t>mService.connect_plus</a:t>
            </a:r>
            <a:r>
              <a:rPr lang="en-US" sz="1100" b="0" i="0" u="none" strike="noStrike" cap="none" dirty="0">
                <a:solidFill>
                  <a:srgbClr val="38BDF8"/>
                </a:solidFill>
                <a:latin typeface="Noto Sans TC"/>
                <a:ea typeface="Noto Sans TC"/>
                <a:cs typeface="Noto Sans TC"/>
                <a:sym typeface="Noto Sans TC"/>
              </a:rPr>
              <a:t>(</a:t>
            </a:r>
            <a:r>
              <a:rPr lang="en-US" sz="1100" b="0" i="0" u="none" strike="noStrike" cap="none" dirty="0" err="1">
                <a:solidFill>
                  <a:srgbClr val="38BDF8"/>
                </a:solidFill>
                <a:latin typeface="Noto Sans TC"/>
                <a:ea typeface="Noto Sans TC"/>
                <a:cs typeface="Noto Sans TC"/>
                <a:sym typeface="Noto Sans TC"/>
              </a:rPr>
              <a:t>mCb</a:t>
            </a:r>
            <a:r>
              <a:rPr lang="en-US" sz="1100" b="0" i="0" u="none" strike="noStrike" cap="none" dirty="0">
                <a:solidFill>
                  <a:srgbClr val="38BDF8"/>
                </a:solidFill>
                <a:latin typeface="Noto Sans TC"/>
                <a:ea typeface="Noto Sans TC"/>
                <a:cs typeface="Noto Sans TC"/>
                <a:sym typeface="Noto Sans TC"/>
              </a:rPr>
              <a:t>); </a:t>
            </a:r>
            <a:r>
              <a:rPr lang="en-US" sz="1100" b="0" i="0" u="none" strike="noStrike" cap="none" dirty="0" err="1">
                <a:solidFill>
                  <a:srgbClr val="38BDF8"/>
                </a:solidFill>
                <a:latin typeface="Noto Sans TC"/>
                <a:ea typeface="Noto Sans TC"/>
                <a:cs typeface="Noto Sans TC"/>
                <a:sym typeface="Noto Sans TC"/>
              </a:rPr>
              <a:t>mService.setMipiMode</a:t>
            </a:r>
            <a:r>
              <a:rPr lang="en-US" sz="1100" b="0" i="0" u="none" strike="noStrike" cap="none" dirty="0">
                <a:solidFill>
                  <a:srgbClr val="38BDF8"/>
                </a:solidFill>
                <a:latin typeface="Noto Sans TC"/>
                <a:ea typeface="Noto Sans TC"/>
                <a:cs typeface="Noto Sans TC"/>
                <a:sym typeface="Noto Sans TC"/>
              </a:rPr>
              <a:t>(            </a:t>
            </a:r>
          </a:p>
          <a:p>
            <a:pPr marL="0" marR="0" lvl="0" indent="0" algn="l" rtl="0">
              <a:spcBef>
                <a:spcPts val="0"/>
              </a:spcBef>
              <a:spcAft>
                <a:spcPts val="0"/>
              </a:spcAft>
              <a:buNone/>
            </a:pPr>
            <a:r>
              <a:rPr lang="en-US" sz="1100" dirty="0">
                <a:solidFill>
                  <a:srgbClr val="38BDF8"/>
                </a:solidFill>
                <a:latin typeface="Noto Sans TC"/>
                <a:ea typeface="Noto Sans TC"/>
                <a:cs typeface="Noto Sans TC"/>
                <a:sym typeface="Noto Sans TC"/>
              </a:rPr>
              <a:t>     </a:t>
            </a:r>
            <a:r>
              <a:rPr lang="en-US" sz="1100" b="0" i="0" u="none" strike="noStrike" cap="none" dirty="0">
                <a:solidFill>
                  <a:srgbClr val="38BDF8"/>
                </a:solidFill>
                <a:latin typeface="Noto Sans TC"/>
                <a:ea typeface="Noto Sans TC"/>
                <a:cs typeface="Noto Sans TC"/>
                <a:sym typeface="Noto Sans TC"/>
              </a:rPr>
              <a:t>T1000.MIPI_MODE_FAST_READER_DU); </a:t>
            </a:r>
            <a:r>
              <a:rPr lang="en-US" sz="1100" b="0" i="0" u="none" strike="noStrike" cap="none" dirty="0" err="1">
                <a:solidFill>
                  <a:srgbClr val="38BDF8"/>
                </a:solidFill>
                <a:latin typeface="Noto Sans TC"/>
                <a:ea typeface="Noto Sans TC"/>
                <a:cs typeface="Noto Sans TC"/>
                <a:sym typeface="Noto Sans TC"/>
              </a:rPr>
              <a:t>mService.setPartialUpdate</a:t>
            </a:r>
            <a:r>
              <a:rPr lang="en-US" sz="1100" b="0" i="0" u="none" strike="noStrike" cap="none" dirty="0">
                <a:solidFill>
                  <a:srgbClr val="38BDF8"/>
                </a:solidFill>
                <a:latin typeface="Noto Sans TC"/>
                <a:ea typeface="Noto Sans TC"/>
                <a:cs typeface="Noto Sans TC"/>
                <a:sym typeface="Noto Sans TC"/>
              </a:rPr>
              <a:t>(1); </a:t>
            </a:r>
          </a:p>
          <a:p>
            <a:pPr marL="0" marR="0" lvl="0" indent="0" algn="l" rtl="0">
              <a:spcBef>
                <a:spcPts val="0"/>
              </a:spcBef>
              <a:spcAft>
                <a:spcPts val="0"/>
              </a:spcAft>
              <a:buNone/>
            </a:pPr>
            <a:r>
              <a:rPr lang="en-US" sz="1100" b="1" i="0" u="none" strike="noStrike" cap="none" dirty="0">
                <a:solidFill>
                  <a:srgbClr val="38BDF8"/>
                </a:solidFill>
                <a:latin typeface="Noto Sans TC"/>
                <a:ea typeface="Noto Sans TC"/>
                <a:cs typeface="Noto Sans TC"/>
                <a:sym typeface="Noto Sans TC"/>
              </a:rPr>
              <a:t>// Send dirty </a:t>
            </a:r>
            <a:r>
              <a:rPr lang="en-US" sz="1100" b="1" i="0" u="none" strike="noStrike" cap="none" dirty="0" err="1">
                <a:solidFill>
                  <a:srgbClr val="38BDF8"/>
                </a:solidFill>
                <a:latin typeface="Noto Sans TC"/>
                <a:ea typeface="Noto Sans TC"/>
                <a:cs typeface="Noto Sans TC"/>
                <a:sym typeface="Noto Sans TC"/>
              </a:rPr>
              <a:t>rect</a:t>
            </a:r>
            <a:r>
              <a:rPr lang="en-US" sz="1100" b="1" i="0" u="none" strike="noStrike" cap="none" dirty="0">
                <a:solidFill>
                  <a:srgbClr val="38BDF8"/>
                </a:solidFill>
                <a:latin typeface="Noto Sans TC"/>
                <a:ea typeface="Noto Sans TC"/>
                <a:cs typeface="Noto Sans TC"/>
                <a:sym typeface="Noto Sans TC"/>
              </a:rPr>
              <a:t> 4BPP bitmap</a:t>
            </a:r>
            <a:r>
              <a:rPr lang="en-US" sz="1100" b="0" i="0" u="none" strike="noStrike" cap="none" dirty="0">
                <a:solidFill>
                  <a:srgbClr val="38BDF8"/>
                </a:solidFill>
                <a:latin typeface="Noto Sans TC"/>
                <a:ea typeface="Noto Sans TC"/>
                <a:cs typeface="Noto Sans TC"/>
                <a:sym typeface="Noto Sans TC"/>
              </a:rPr>
              <a:t> </a:t>
            </a:r>
            <a:r>
              <a:rPr lang="en-US" sz="1100" b="0" i="0" u="none" strike="noStrike" cap="none" dirty="0" err="1">
                <a:solidFill>
                  <a:srgbClr val="38BDF8"/>
                </a:solidFill>
                <a:latin typeface="Noto Sans TC"/>
                <a:ea typeface="Noto Sans TC"/>
                <a:cs typeface="Noto Sans TC"/>
                <a:sym typeface="Noto Sans TC"/>
              </a:rPr>
              <a:t>mService.setUpdateAreaData</a:t>
            </a:r>
            <a:r>
              <a:rPr lang="en-US" sz="1100" b="0" i="0" u="none" strike="noStrike" cap="none" dirty="0">
                <a:solidFill>
                  <a:srgbClr val="38BDF8"/>
                </a:solidFill>
                <a:latin typeface="Noto Sans TC"/>
                <a:ea typeface="Noto Sans TC"/>
                <a:cs typeface="Noto Sans TC"/>
                <a:sym typeface="Noto Sans TC"/>
              </a:rPr>
              <a:t>( x, y, w, h, </a:t>
            </a:r>
            <a:r>
              <a:rPr lang="en-US" sz="1100" b="0" i="0" u="none" strike="noStrike" cap="none" dirty="0" err="1">
                <a:solidFill>
                  <a:srgbClr val="38BDF8"/>
                </a:solidFill>
                <a:latin typeface="Noto Sans TC"/>
                <a:ea typeface="Noto Sans TC"/>
                <a:cs typeface="Noto Sans TC"/>
                <a:sym typeface="Noto Sans TC"/>
              </a:rPr>
              <a:t>buf</a:t>
            </a:r>
            <a:r>
              <a:rPr lang="en-US" sz="1100" b="0" i="0" u="none" strike="noStrike" cap="none" dirty="0">
                <a:solidFill>
                  <a:srgbClr val="38BDF8"/>
                </a:solidFill>
                <a:latin typeface="Noto Sans TC"/>
                <a:ea typeface="Noto Sans TC"/>
                <a:cs typeface="Noto Sans TC"/>
                <a:sym typeface="Noto Sans TC"/>
              </a:rPr>
              <a:t>);</a:t>
            </a:r>
            <a:endParaRPr sz="1100" dirty="0"/>
          </a:p>
        </p:txBody>
      </p:sp>
      <p:sp>
        <p:nvSpPr>
          <p:cNvPr id="410" name="Google Shape;410;p25"/>
          <p:cNvSpPr txBox="1"/>
          <p:nvPr/>
        </p:nvSpPr>
        <p:spPr>
          <a:xfrm>
            <a:off x="4554476" y="2965017"/>
            <a:ext cx="3371366"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GL16 Regal Page Flip + </a:t>
            </a:r>
          </a:p>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Periodic GC16 Refresh</a:t>
            </a:r>
            <a:endParaRPr dirty="0"/>
          </a:p>
        </p:txBody>
      </p:sp>
      <p:sp>
        <p:nvSpPr>
          <p:cNvPr id="411" name="Google Shape;411;p25"/>
          <p:cNvSpPr txBox="1"/>
          <p:nvPr/>
        </p:nvSpPr>
        <p:spPr>
          <a:xfrm>
            <a:off x="4673500" y="3642689"/>
            <a:ext cx="2976116" cy="135421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i="0" u="none" strike="noStrike" cap="none" dirty="0">
                <a:solidFill>
                  <a:srgbClr val="34D399"/>
                </a:solidFill>
                <a:latin typeface="Noto Sans TC"/>
                <a:ea typeface="Noto Sans TC"/>
                <a:cs typeface="Noto Sans TC"/>
                <a:sym typeface="Noto Sans TC"/>
              </a:rPr>
              <a:t>if (++</a:t>
            </a:r>
            <a:r>
              <a:rPr lang="en-US" sz="1100" b="0" i="0" u="none" strike="noStrike" cap="none" dirty="0" err="1">
                <a:solidFill>
                  <a:srgbClr val="34D399"/>
                </a:solidFill>
                <a:latin typeface="Noto Sans TC"/>
                <a:ea typeface="Noto Sans TC"/>
                <a:cs typeface="Noto Sans TC"/>
                <a:sym typeface="Noto Sans TC"/>
              </a:rPr>
              <a:t>pageCount</a:t>
            </a:r>
            <a:r>
              <a:rPr lang="en-US" sz="1100" b="0" i="0" u="none" strike="noStrike" cap="none" dirty="0">
                <a:solidFill>
                  <a:srgbClr val="34D399"/>
                </a:solidFill>
                <a:latin typeface="Noto Sans TC"/>
                <a:ea typeface="Noto Sans TC"/>
                <a:cs typeface="Noto Sans TC"/>
                <a:sym typeface="Noto Sans TC"/>
              </a:rPr>
              <a:t> &gt;= 10) {</a:t>
            </a:r>
          </a:p>
          <a:p>
            <a:pPr marL="0" marR="0" lvl="0" indent="0" algn="l" rtl="0">
              <a:spcBef>
                <a:spcPts val="0"/>
              </a:spcBef>
              <a:spcAft>
                <a:spcPts val="0"/>
              </a:spcAft>
              <a:buNone/>
            </a:pPr>
            <a:r>
              <a:rPr lang="en-US" sz="1100" b="0" i="0" u="none" strike="noStrike" cap="none" dirty="0">
                <a:solidFill>
                  <a:srgbClr val="34D399"/>
                </a:solidFill>
                <a:latin typeface="Noto Sans TC"/>
                <a:ea typeface="Noto Sans TC"/>
                <a:cs typeface="Noto Sans TC"/>
                <a:sym typeface="Noto Sans TC"/>
              </a:rPr>
              <a:t>     </a:t>
            </a:r>
            <a:r>
              <a:rPr lang="en-US" sz="1100" b="0" i="0" u="none" strike="noStrike" cap="none" dirty="0" err="1">
                <a:solidFill>
                  <a:srgbClr val="34D399"/>
                </a:solidFill>
                <a:latin typeface="Noto Sans TC"/>
                <a:ea typeface="Noto Sans TC"/>
                <a:cs typeface="Noto Sans TC"/>
                <a:sym typeface="Noto Sans TC"/>
              </a:rPr>
              <a:t>mService.setMipiMode</a:t>
            </a:r>
            <a:r>
              <a:rPr lang="en-US" sz="1100" b="0" i="0" u="none" strike="noStrike" cap="none" dirty="0">
                <a:solidFill>
                  <a:srgbClr val="34D399"/>
                </a:solidFill>
                <a:latin typeface="Noto Sans TC"/>
                <a:ea typeface="Noto Sans TC"/>
                <a:cs typeface="Noto Sans TC"/>
                <a:sym typeface="Noto Sans TC"/>
              </a:rPr>
              <a:t>(    </a:t>
            </a:r>
          </a:p>
          <a:p>
            <a:pPr marL="0" marR="0" lvl="0" indent="0" algn="l" rtl="0">
              <a:spcBef>
                <a:spcPts val="0"/>
              </a:spcBef>
              <a:spcAft>
                <a:spcPts val="0"/>
              </a:spcAft>
              <a:buNone/>
            </a:pPr>
            <a:r>
              <a:rPr lang="en-US" sz="1100" dirty="0">
                <a:solidFill>
                  <a:srgbClr val="34D399"/>
                </a:solidFill>
                <a:latin typeface="Noto Sans TC"/>
                <a:ea typeface="Noto Sans TC"/>
                <a:cs typeface="Noto Sans TC"/>
                <a:sym typeface="Noto Sans TC"/>
              </a:rPr>
              <a:t>         </a:t>
            </a:r>
            <a:r>
              <a:rPr lang="en-US" sz="1100" b="0" i="0" u="none" strike="noStrike" cap="none" dirty="0">
                <a:solidFill>
                  <a:srgbClr val="34D399"/>
                </a:solidFill>
                <a:latin typeface="Noto Sans TC"/>
                <a:ea typeface="Noto Sans TC"/>
                <a:cs typeface="Noto Sans TC"/>
                <a:sym typeface="Noto Sans TC"/>
              </a:rPr>
              <a:t>T1000.MIPI_MODE_FAST_READER_GC); </a:t>
            </a:r>
            <a:r>
              <a:rPr lang="en-US" sz="1100" b="0" i="0" u="none" strike="noStrike" cap="none" dirty="0" err="1">
                <a:solidFill>
                  <a:srgbClr val="34D399"/>
                </a:solidFill>
                <a:latin typeface="Noto Sans TC"/>
                <a:ea typeface="Noto Sans TC"/>
                <a:cs typeface="Noto Sans TC"/>
                <a:sym typeface="Noto Sans TC"/>
              </a:rPr>
              <a:t>pageCount</a:t>
            </a:r>
            <a:r>
              <a:rPr lang="en-US" sz="1100" b="0" i="0" u="none" strike="noStrike" cap="none" dirty="0">
                <a:solidFill>
                  <a:srgbClr val="34D399"/>
                </a:solidFill>
                <a:latin typeface="Noto Sans TC"/>
                <a:ea typeface="Noto Sans TC"/>
                <a:cs typeface="Noto Sans TC"/>
                <a:sym typeface="Noto Sans TC"/>
              </a:rPr>
              <a:t> = 0</a:t>
            </a:r>
            <a:r>
              <a:rPr lang="en-US" sz="1100" b="1" i="0" u="none" strike="noStrike" cap="none" dirty="0">
                <a:solidFill>
                  <a:srgbClr val="34D399"/>
                </a:solidFill>
                <a:latin typeface="Noto Sans TC"/>
                <a:ea typeface="Noto Sans TC"/>
                <a:cs typeface="Noto Sans TC"/>
                <a:sym typeface="Noto Sans TC"/>
              </a:rPr>
              <a:t>; // Deep ghosting clearance </a:t>
            </a:r>
          </a:p>
          <a:p>
            <a:pPr marL="0" marR="0" lvl="0" indent="0" algn="l" rtl="0">
              <a:spcBef>
                <a:spcPts val="0"/>
              </a:spcBef>
              <a:spcAft>
                <a:spcPts val="0"/>
              </a:spcAft>
              <a:buNone/>
            </a:pPr>
            <a:r>
              <a:rPr lang="en-US" sz="1100" b="0" i="0" u="none" strike="noStrike" cap="none" dirty="0">
                <a:solidFill>
                  <a:srgbClr val="34D399"/>
                </a:solidFill>
                <a:latin typeface="Noto Sans TC"/>
                <a:ea typeface="Noto Sans TC"/>
                <a:cs typeface="Noto Sans TC"/>
                <a:sym typeface="Noto Sans TC"/>
              </a:rPr>
              <a:t>} else { </a:t>
            </a:r>
          </a:p>
          <a:p>
            <a:pPr marL="0" marR="0" lvl="0" indent="0" algn="l" rtl="0">
              <a:spcBef>
                <a:spcPts val="0"/>
              </a:spcBef>
              <a:spcAft>
                <a:spcPts val="0"/>
              </a:spcAft>
              <a:buNone/>
            </a:pPr>
            <a:r>
              <a:rPr lang="en-US" sz="1100" dirty="0">
                <a:solidFill>
                  <a:srgbClr val="34D399"/>
                </a:solidFill>
                <a:latin typeface="Noto Sans TC"/>
                <a:ea typeface="Noto Sans TC"/>
                <a:cs typeface="Noto Sans TC"/>
                <a:sym typeface="Noto Sans TC"/>
              </a:rPr>
              <a:t>     </a:t>
            </a:r>
            <a:r>
              <a:rPr lang="en-US" sz="1100" b="0" i="0" u="none" strike="noStrike" cap="none" dirty="0" err="1">
                <a:solidFill>
                  <a:srgbClr val="34D399"/>
                </a:solidFill>
                <a:latin typeface="Noto Sans TC"/>
                <a:ea typeface="Noto Sans TC"/>
                <a:cs typeface="Noto Sans TC"/>
                <a:sym typeface="Noto Sans TC"/>
              </a:rPr>
              <a:t>mService.setMipiMode</a:t>
            </a:r>
            <a:r>
              <a:rPr lang="en-US" sz="1100" b="0" i="0" u="none" strike="noStrike" cap="none" dirty="0">
                <a:solidFill>
                  <a:srgbClr val="34D399"/>
                </a:solidFill>
                <a:latin typeface="Noto Sans TC"/>
                <a:ea typeface="Noto Sans TC"/>
                <a:cs typeface="Noto Sans TC"/>
                <a:sym typeface="Noto Sans TC"/>
              </a:rPr>
              <a:t>(      </a:t>
            </a:r>
          </a:p>
          <a:p>
            <a:pPr marL="0" marR="0" lvl="0" indent="0" algn="l" rtl="0">
              <a:spcBef>
                <a:spcPts val="0"/>
              </a:spcBef>
              <a:spcAft>
                <a:spcPts val="0"/>
              </a:spcAft>
              <a:buNone/>
            </a:pPr>
            <a:r>
              <a:rPr lang="en-US" sz="1100" dirty="0">
                <a:solidFill>
                  <a:srgbClr val="34D399"/>
                </a:solidFill>
                <a:latin typeface="Noto Sans TC"/>
                <a:ea typeface="Noto Sans TC"/>
                <a:cs typeface="Noto Sans TC"/>
                <a:sym typeface="Noto Sans TC"/>
              </a:rPr>
              <a:t>         </a:t>
            </a:r>
            <a:r>
              <a:rPr lang="en-US" sz="1100" b="0" i="0" u="none" strike="noStrike" cap="none" dirty="0">
                <a:solidFill>
                  <a:srgbClr val="34D399"/>
                </a:solidFill>
                <a:latin typeface="Noto Sans TC"/>
                <a:ea typeface="Noto Sans TC"/>
                <a:cs typeface="Noto Sans TC"/>
                <a:sym typeface="Noto Sans TC"/>
              </a:rPr>
              <a:t>T1000.MIPI_MODE_READER); </a:t>
            </a:r>
          </a:p>
          <a:p>
            <a:pPr marL="0" marR="0" lvl="0" indent="0" algn="l" rtl="0">
              <a:spcBef>
                <a:spcPts val="0"/>
              </a:spcBef>
              <a:spcAft>
                <a:spcPts val="0"/>
              </a:spcAft>
              <a:buNone/>
            </a:pPr>
            <a:r>
              <a:rPr lang="en-US" sz="1100" b="0" i="0" u="none" strike="noStrike" cap="none" dirty="0">
                <a:solidFill>
                  <a:srgbClr val="34D399"/>
                </a:solidFill>
                <a:latin typeface="Noto Sans TC"/>
                <a:ea typeface="Noto Sans TC"/>
                <a:cs typeface="Noto Sans TC"/>
                <a:sym typeface="Noto Sans TC"/>
              </a:rPr>
              <a:t>}</a:t>
            </a:r>
            <a:endParaRPr sz="1100" dirty="0"/>
          </a:p>
        </p:txBody>
      </p:sp>
      <p:sp>
        <p:nvSpPr>
          <p:cNvPr id="412" name="Google Shape;412;p25"/>
          <p:cNvSpPr txBox="1"/>
          <p:nvPr/>
        </p:nvSpPr>
        <p:spPr>
          <a:xfrm>
            <a:off x="8392566" y="3001894"/>
            <a:ext cx="3689635"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Lock A2 during scroll; switch to </a:t>
            </a:r>
          </a:p>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GL16 after 300ms idle</a:t>
            </a:r>
            <a:endParaRPr dirty="0"/>
          </a:p>
        </p:txBody>
      </p:sp>
      <p:sp>
        <p:nvSpPr>
          <p:cNvPr id="413" name="Google Shape;413;p25"/>
          <p:cNvSpPr txBox="1"/>
          <p:nvPr/>
        </p:nvSpPr>
        <p:spPr>
          <a:xfrm>
            <a:off x="8525916" y="3785741"/>
            <a:ext cx="2780258" cy="11849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b="0" i="0" u="none" strike="noStrike" cap="none" dirty="0" err="1">
                <a:solidFill>
                  <a:srgbClr val="FBBF24"/>
                </a:solidFill>
                <a:latin typeface="Noto Sans TC"/>
                <a:ea typeface="Noto Sans TC"/>
                <a:cs typeface="Noto Sans TC"/>
                <a:sym typeface="Noto Sans TC"/>
              </a:rPr>
              <a:t>onScrollStateChanged</a:t>
            </a:r>
            <a:r>
              <a:rPr lang="en-US" sz="1100" b="0" i="0" u="none" strike="noStrike" cap="none" dirty="0">
                <a:solidFill>
                  <a:srgbClr val="FBBF24"/>
                </a:solidFill>
                <a:latin typeface="Noto Sans TC"/>
                <a:ea typeface="Noto Sans TC"/>
                <a:cs typeface="Noto Sans TC"/>
                <a:sym typeface="Noto Sans TC"/>
              </a:rPr>
              <a:t>(int state) { </a:t>
            </a:r>
          </a:p>
          <a:p>
            <a:pPr marL="0" marR="0" lvl="0" indent="0" algn="l" rtl="0">
              <a:spcBef>
                <a:spcPts val="0"/>
              </a:spcBef>
              <a:spcAft>
                <a:spcPts val="0"/>
              </a:spcAft>
              <a:buNone/>
            </a:pPr>
            <a:r>
              <a:rPr lang="en-US" sz="1100" dirty="0">
                <a:solidFill>
                  <a:srgbClr val="FBBF24"/>
                </a:solidFill>
                <a:latin typeface="Noto Sans TC"/>
                <a:ea typeface="Noto Sans TC"/>
                <a:cs typeface="Noto Sans TC"/>
                <a:sym typeface="Noto Sans TC"/>
              </a:rPr>
              <a:t>     </a:t>
            </a:r>
            <a:r>
              <a:rPr lang="en-US" sz="1100" b="0" i="0" u="none" strike="noStrike" cap="none" dirty="0">
                <a:solidFill>
                  <a:srgbClr val="FBBF24"/>
                </a:solidFill>
                <a:latin typeface="Noto Sans TC"/>
                <a:ea typeface="Noto Sans TC"/>
                <a:cs typeface="Noto Sans TC"/>
                <a:sym typeface="Noto Sans TC"/>
              </a:rPr>
              <a:t>if (state == DRAGGING)        </a:t>
            </a:r>
          </a:p>
          <a:p>
            <a:pPr marL="0" marR="0" lvl="0" indent="0" algn="l" rtl="0">
              <a:spcBef>
                <a:spcPts val="0"/>
              </a:spcBef>
              <a:spcAft>
                <a:spcPts val="0"/>
              </a:spcAft>
              <a:buNone/>
            </a:pPr>
            <a:r>
              <a:rPr lang="en-US" sz="1100" dirty="0">
                <a:solidFill>
                  <a:srgbClr val="FBBF24"/>
                </a:solidFill>
                <a:latin typeface="Noto Sans TC"/>
                <a:ea typeface="Noto Sans TC"/>
                <a:cs typeface="Noto Sans TC"/>
                <a:sym typeface="Noto Sans TC"/>
              </a:rPr>
              <a:t>          </a:t>
            </a:r>
            <a:r>
              <a:rPr lang="en-US" sz="1100" b="0" i="0" u="none" strike="noStrike" cap="none" dirty="0" err="1">
                <a:solidFill>
                  <a:srgbClr val="FBBF24"/>
                </a:solidFill>
                <a:latin typeface="Noto Sans TC"/>
                <a:ea typeface="Noto Sans TC"/>
                <a:cs typeface="Noto Sans TC"/>
                <a:sym typeface="Noto Sans TC"/>
              </a:rPr>
              <a:t>setMipiMode</a:t>
            </a:r>
            <a:r>
              <a:rPr lang="en-US" sz="1100" b="0" i="0" u="none" strike="noStrike" cap="none" dirty="0">
                <a:solidFill>
                  <a:srgbClr val="FBBF24"/>
                </a:solidFill>
                <a:latin typeface="Noto Sans TC"/>
                <a:ea typeface="Noto Sans TC"/>
                <a:cs typeface="Noto Sans TC"/>
                <a:sym typeface="Noto Sans TC"/>
              </a:rPr>
              <a:t>(FAST_READER_A2); </a:t>
            </a:r>
          </a:p>
          <a:p>
            <a:pPr marL="0" marR="0" lvl="0" indent="0" algn="l" rtl="0">
              <a:spcBef>
                <a:spcPts val="0"/>
              </a:spcBef>
              <a:spcAft>
                <a:spcPts val="0"/>
              </a:spcAft>
              <a:buNone/>
            </a:pPr>
            <a:r>
              <a:rPr lang="en-US" sz="1100" dirty="0">
                <a:solidFill>
                  <a:srgbClr val="FBBF24"/>
                </a:solidFill>
                <a:latin typeface="Noto Sans TC"/>
                <a:ea typeface="Noto Sans TC"/>
                <a:cs typeface="Noto Sans TC"/>
                <a:sym typeface="Noto Sans TC"/>
              </a:rPr>
              <a:t>     </a:t>
            </a:r>
            <a:r>
              <a:rPr lang="en-US" sz="1100" b="0" i="0" u="none" strike="noStrike" cap="none" dirty="0">
                <a:solidFill>
                  <a:srgbClr val="FBBF24"/>
                </a:solidFill>
                <a:latin typeface="Noto Sans TC"/>
                <a:ea typeface="Noto Sans TC"/>
                <a:cs typeface="Noto Sans TC"/>
                <a:sym typeface="Noto Sans TC"/>
              </a:rPr>
              <a:t>else if (state == IDLE) </a:t>
            </a:r>
          </a:p>
          <a:p>
            <a:pPr marL="0" marR="0" lvl="0" indent="0" algn="l" rtl="0">
              <a:spcBef>
                <a:spcPts val="0"/>
              </a:spcBef>
              <a:spcAft>
                <a:spcPts val="0"/>
              </a:spcAft>
              <a:buNone/>
            </a:pPr>
            <a:r>
              <a:rPr lang="en-US" sz="1100" dirty="0">
                <a:solidFill>
                  <a:srgbClr val="FBBF24"/>
                </a:solidFill>
                <a:latin typeface="Noto Sans TC"/>
                <a:ea typeface="Noto Sans TC"/>
                <a:cs typeface="Noto Sans TC"/>
                <a:sym typeface="Noto Sans TC"/>
              </a:rPr>
              <a:t>          </a:t>
            </a:r>
            <a:r>
              <a:rPr lang="en-US" sz="1100" b="0" i="0" u="none" strike="noStrike" cap="none" dirty="0" err="1">
                <a:solidFill>
                  <a:srgbClr val="FBBF24"/>
                </a:solidFill>
                <a:latin typeface="Noto Sans TC"/>
                <a:ea typeface="Noto Sans TC"/>
                <a:cs typeface="Noto Sans TC"/>
                <a:sym typeface="Noto Sans TC"/>
              </a:rPr>
              <a:t>postDelayed</a:t>
            </a:r>
            <a:r>
              <a:rPr lang="en-US" sz="1100" b="0" i="0" u="none" strike="noStrike" cap="none" dirty="0">
                <a:solidFill>
                  <a:srgbClr val="FBBF24"/>
                </a:solidFill>
                <a:latin typeface="Noto Sans TC"/>
                <a:ea typeface="Noto Sans TC"/>
                <a:cs typeface="Noto Sans TC"/>
                <a:sym typeface="Noto Sans TC"/>
              </a:rPr>
              <a:t>(() -&gt;   </a:t>
            </a:r>
          </a:p>
          <a:p>
            <a:pPr marL="0" marR="0" lvl="0" indent="0" algn="l" rtl="0">
              <a:spcBef>
                <a:spcPts val="0"/>
              </a:spcBef>
              <a:spcAft>
                <a:spcPts val="0"/>
              </a:spcAft>
              <a:buNone/>
            </a:pPr>
            <a:r>
              <a:rPr lang="en-US" sz="1100" dirty="0">
                <a:solidFill>
                  <a:srgbClr val="FBBF24"/>
                </a:solidFill>
                <a:latin typeface="Noto Sans TC"/>
                <a:ea typeface="Noto Sans TC"/>
                <a:cs typeface="Noto Sans TC"/>
                <a:sym typeface="Noto Sans TC"/>
              </a:rPr>
              <a:t>              </a:t>
            </a:r>
            <a:r>
              <a:rPr lang="en-US" sz="1100" b="0" i="0" u="none" strike="noStrike" cap="none" dirty="0" err="1">
                <a:solidFill>
                  <a:srgbClr val="FBBF24"/>
                </a:solidFill>
                <a:latin typeface="Noto Sans TC"/>
                <a:ea typeface="Noto Sans TC"/>
                <a:cs typeface="Noto Sans TC"/>
                <a:sym typeface="Noto Sans TC"/>
              </a:rPr>
              <a:t>setMipiMode</a:t>
            </a:r>
            <a:r>
              <a:rPr lang="en-US" sz="1100" b="0" i="0" u="none" strike="noStrike" cap="none" dirty="0">
                <a:solidFill>
                  <a:srgbClr val="FBBF24"/>
                </a:solidFill>
                <a:latin typeface="Noto Sans TC"/>
                <a:ea typeface="Noto Sans TC"/>
                <a:cs typeface="Noto Sans TC"/>
                <a:sym typeface="Noto Sans TC"/>
              </a:rPr>
              <a:t>(READER), 300); </a:t>
            </a:r>
          </a:p>
          <a:p>
            <a:pPr marL="0" marR="0" lvl="0" indent="0" algn="l" rtl="0">
              <a:spcBef>
                <a:spcPts val="0"/>
              </a:spcBef>
              <a:spcAft>
                <a:spcPts val="0"/>
              </a:spcAft>
              <a:buNone/>
            </a:pPr>
            <a:r>
              <a:rPr lang="en-US" sz="1100" b="0" i="0" u="none" strike="noStrike" cap="none" dirty="0">
                <a:solidFill>
                  <a:srgbClr val="FBBF24"/>
                </a:solidFill>
                <a:latin typeface="Noto Sans TC"/>
                <a:ea typeface="Noto Sans TC"/>
                <a:cs typeface="Noto Sans TC"/>
                <a:sym typeface="Noto Sans TC"/>
              </a:rPr>
              <a:t>}</a:t>
            </a:r>
          </a:p>
        </p:txBody>
      </p:sp>
      <p:sp>
        <p:nvSpPr>
          <p:cNvPr id="414" name="Google Shape;414;p25"/>
          <p:cNvSpPr txBox="1"/>
          <p:nvPr/>
        </p:nvSpPr>
        <p:spPr>
          <a:xfrm>
            <a:off x="1156014" y="2572827"/>
            <a:ext cx="2647466"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0F172A"/>
                </a:solidFill>
                <a:latin typeface="Noto Sans TC"/>
                <a:ea typeface="Noto Sans TC"/>
                <a:cs typeface="Noto Sans TC"/>
                <a:sym typeface="Noto Sans TC"/>
              </a:rPr>
              <a:t>1. Handwriting Notes App</a:t>
            </a:r>
            <a:endParaRPr dirty="0"/>
          </a:p>
        </p:txBody>
      </p:sp>
      <p:sp>
        <p:nvSpPr>
          <p:cNvPr id="416" name="Google Shape;416;p25"/>
          <p:cNvSpPr txBox="1"/>
          <p:nvPr/>
        </p:nvSpPr>
        <p:spPr>
          <a:xfrm>
            <a:off x="4847183" y="2574726"/>
            <a:ext cx="2611937"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0F172A"/>
                </a:solidFill>
                <a:latin typeface="Noto Sans TC"/>
                <a:ea typeface="Noto Sans TC"/>
                <a:cs typeface="Noto Sans TC"/>
                <a:sym typeface="Noto Sans TC"/>
              </a:rPr>
              <a:t>2. E-Book Reader App</a:t>
            </a:r>
            <a:endParaRPr dirty="0"/>
          </a:p>
        </p:txBody>
      </p:sp>
      <p:sp>
        <p:nvSpPr>
          <p:cNvPr id="418" name="Google Shape;418;p25"/>
          <p:cNvSpPr txBox="1"/>
          <p:nvPr/>
        </p:nvSpPr>
        <p:spPr>
          <a:xfrm>
            <a:off x="8699599" y="2590718"/>
            <a:ext cx="2644675"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0F172A"/>
                </a:solidFill>
                <a:latin typeface="Noto Sans TC"/>
                <a:ea typeface="Noto Sans TC"/>
                <a:cs typeface="Noto Sans TC"/>
                <a:sym typeface="Noto Sans TC"/>
              </a:rPr>
              <a:t>3. Fast List Scrolling</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2E8F0"/>
        </a:solidFill>
        <a:effectLst/>
      </p:bgPr>
    </p:bg>
    <p:spTree>
      <p:nvGrpSpPr>
        <p:cNvPr id="1" name="Shape 423"/>
        <p:cNvGrpSpPr/>
        <p:nvPr/>
      </p:nvGrpSpPr>
      <p:grpSpPr>
        <a:xfrm>
          <a:off x="0" y="0"/>
          <a:ext cx="0" cy="0"/>
          <a:chOff x="0" y="0"/>
          <a:chExt cx="0" cy="0"/>
        </a:xfrm>
      </p:grpSpPr>
      <p:sp>
        <p:nvSpPr>
          <p:cNvPr id="426" name="Google Shape;426;p26"/>
          <p:cNvSpPr txBox="1"/>
          <p:nvPr/>
        </p:nvSpPr>
        <p:spPr>
          <a:xfrm>
            <a:off x="609600" y="457200"/>
            <a:ext cx="115824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04 / FRAMEWORK 256-LEVEL SPATIAL DITHER</a:t>
            </a:r>
            <a:endParaRPr/>
          </a:p>
        </p:txBody>
      </p:sp>
      <p:sp>
        <p:nvSpPr>
          <p:cNvPr id="427" name="Google Shape;427;p26"/>
          <p:cNvSpPr txBox="1"/>
          <p:nvPr/>
        </p:nvSpPr>
        <p:spPr>
          <a:xfrm>
            <a:off x="609600" y="695325"/>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Breaking 16-Level Hardware Limit: BufferQueue In-Place Dither &amp; 10-Thread Parallel Acceleration</a:t>
            </a:r>
            <a:endParaRPr/>
          </a:p>
        </p:txBody>
      </p:sp>
      <p:pic>
        <p:nvPicPr>
          <p:cNvPr id="3" name="圖片 2" descr="一張含有 文字, 螢幕擷取畫面, 字型 的圖片&#10;&#10;AI 產生的內容可能不正確。">
            <a:extLst>
              <a:ext uri="{FF2B5EF4-FFF2-40B4-BE49-F238E27FC236}">
                <a16:creationId xmlns:a16="http://schemas.microsoft.com/office/drawing/2014/main" id="{0E58E57B-1243-1956-9A4E-80F34338874A}"/>
              </a:ext>
            </a:extLst>
          </p:cNvPr>
          <p:cNvPicPr>
            <a:picLocks noChangeAspect="1"/>
          </p:cNvPicPr>
          <p:nvPr/>
        </p:nvPicPr>
        <p:blipFill>
          <a:blip r:embed="rId3"/>
          <a:stretch>
            <a:fillRect/>
          </a:stretch>
        </p:blipFill>
        <p:spPr>
          <a:xfrm>
            <a:off x="829056" y="1326672"/>
            <a:ext cx="10308759" cy="560393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34"/>
        <p:cNvGrpSpPr/>
        <p:nvPr/>
      </p:nvGrpSpPr>
      <p:grpSpPr>
        <a:xfrm>
          <a:off x="0" y="0"/>
          <a:ext cx="0" cy="0"/>
          <a:chOff x="0" y="0"/>
          <a:chExt cx="0" cy="0"/>
        </a:xfrm>
      </p:grpSpPr>
      <p:pic>
        <p:nvPicPr>
          <p:cNvPr id="3" name="圖片 2" descr="一張含有 文字, 螢幕擷取畫面, 字型 的圖片&#10;&#10;AI 產生的內容可能不正確。">
            <a:extLst>
              <a:ext uri="{FF2B5EF4-FFF2-40B4-BE49-F238E27FC236}">
                <a16:creationId xmlns:a16="http://schemas.microsoft.com/office/drawing/2014/main" id="{D94AE3BB-77CB-9E93-302D-EC5D4F737530}"/>
              </a:ext>
            </a:extLst>
          </p:cNvPr>
          <p:cNvPicPr>
            <a:picLocks noChangeAspect="1"/>
          </p:cNvPicPr>
          <p:nvPr/>
        </p:nvPicPr>
        <p:blipFill>
          <a:blip r:embed="rId3"/>
          <a:stretch>
            <a:fillRect/>
          </a:stretch>
        </p:blipFill>
        <p:spPr>
          <a:xfrm>
            <a:off x="348915" y="1402191"/>
            <a:ext cx="11676676" cy="5395651"/>
          </a:xfrm>
          <a:prstGeom prst="rect">
            <a:avLst/>
          </a:prstGeom>
        </p:spPr>
      </p:pic>
      <p:sp>
        <p:nvSpPr>
          <p:cNvPr id="436" name="Google Shape;436;p27"/>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05 / SUB-28MS LOW-LATENCY HANDWRITING</a:t>
            </a:r>
            <a:endParaRPr/>
          </a:p>
        </p:txBody>
      </p:sp>
      <p:sp>
        <p:nvSpPr>
          <p:cNvPr id="437" name="Google Shape;437;p27"/>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Breaking 80~120ms Legacy Latency: Dual Bypass Low-Latency Inking Architecture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41"/>
        <p:cNvGrpSpPr/>
        <p:nvPr/>
      </p:nvGrpSpPr>
      <p:grpSpPr>
        <a:xfrm>
          <a:off x="0" y="0"/>
          <a:ext cx="0" cy="0"/>
          <a:chOff x="0" y="0"/>
          <a:chExt cx="0" cy="0"/>
        </a:xfrm>
      </p:grpSpPr>
      <p:sp>
        <p:nvSpPr>
          <p:cNvPr id="442" name="Google Shape;442;p28"/>
          <p:cNvSpPr/>
          <p:nvPr/>
        </p:nvSpPr>
        <p:spPr>
          <a:xfrm>
            <a:off x="609600" y="2227658"/>
            <a:ext cx="1847403" cy="1433512"/>
          </a:xfrm>
          <a:prstGeom prst="roundRect">
            <a:avLst>
              <a:gd name="adj" fmla="val 11111"/>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3" name="Google Shape;443;p28"/>
          <p:cNvSpPr/>
          <p:nvPr/>
        </p:nvSpPr>
        <p:spPr>
          <a:xfrm>
            <a:off x="2871936" y="2218133"/>
            <a:ext cx="1866453" cy="1443037"/>
          </a:xfrm>
          <a:prstGeom prst="roundRect">
            <a:avLst>
              <a:gd name="adj" fmla="val 10909"/>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4" name="Google Shape;444;p28"/>
          <p:cNvSpPr/>
          <p:nvPr/>
        </p:nvSpPr>
        <p:spPr>
          <a:xfrm>
            <a:off x="7553738" y="2210988"/>
            <a:ext cx="1866453" cy="1457325"/>
          </a:xfrm>
          <a:prstGeom prst="roundRect">
            <a:avLst>
              <a:gd name="adj" fmla="val 10619"/>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5" name="Google Shape;445;p28"/>
          <p:cNvSpPr/>
          <p:nvPr/>
        </p:nvSpPr>
        <p:spPr>
          <a:xfrm>
            <a:off x="5081852" y="2203845"/>
            <a:ext cx="1999804" cy="1457323"/>
          </a:xfrm>
          <a:prstGeom prst="roundRect">
            <a:avLst>
              <a:gd name="adj" fmla="val 10619"/>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6" name="Google Shape;446;p28"/>
          <p:cNvSpPr/>
          <p:nvPr/>
        </p:nvSpPr>
        <p:spPr>
          <a:xfrm>
            <a:off x="9911817" y="2203846"/>
            <a:ext cx="1866453" cy="1457322"/>
          </a:xfrm>
          <a:prstGeom prst="roundRect">
            <a:avLst>
              <a:gd name="adj" fmla="val 10619"/>
            </a:avLst>
          </a:prstGeom>
          <a:solidFill>
            <a:srgbClr val="ECFDF5"/>
          </a:solidFill>
          <a:ln w="9525" cap="flat" cmpd="sng">
            <a:solidFill>
              <a:srgbClr val="6EE7B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8" name="Google Shape;448;p28"/>
          <p:cNvSpPr/>
          <p:nvPr/>
        </p:nvSpPr>
        <p:spPr>
          <a:xfrm>
            <a:off x="1774124" y="4481509"/>
            <a:ext cx="3389709" cy="752475"/>
          </a:xfrm>
          <a:prstGeom prst="roundRect">
            <a:avLst>
              <a:gd name="adj" fmla="val 12658"/>
            </a:avLst>
          </a:prstGeom>
          <a:solidFill>
            <a:srgbClr val="FEF2F2"/>
          </a:solidFill>
          <a:ln w="9525" cap="flat" cmpd="sng">
            <a:solidFill>
              <a:srgbClr val="FECA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9" name="Google Shape;449;p28"/>
          <p:cNvSpPr/>
          <p:nvPr/>
        </p:nvSpPr>
        <p:spPr>
          <a:xfrm>
            <a:off x="6195222" y="4481509"/>
            <a:ext cx="3389709" cy="781050"/>
          </a:xfrm>
          <a:prstGeom prst="roundRect">
            <a:avLst>
              <a:gd name="adj" fmla="val 12195"/>
            </a:avLst>
          </a:prstGeom>
          <a:solidFill>
            <a:srgbClr val="F0FDF4"/>
          </a:solidFill>
          <a:ln w="9525" cap="flat" cmpd="sng">
            <a:solidFill>
              <a:srgbClr val="BBF7D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50" name="Google Shape;450;p28" descr="image.png"/>
          <p:cNvPicPr preferRelativeResize="0"/>
          <p:nvPr/>
        </p:nvPicPr>
        <p:blipFill rotWithShape="1">
          <a:blip r:embed="rId3">
            <a:alphaModFix/>
          </a:blip>
          <a:srcRect/>
          <a:stretch/>
        </p:blipFill>
        <p:spPr>
          <a:xfrm>
            <a:off x="2590353" y="2646759"/>
            <a:ext cx="148232" cy="190500"/>
          </a:xfrm>
          <a:prstGeom prst="rect">
            <a:avLst/>
          </a:prstGeom>
          <a:noFill/>
          <a:ln>
            <a:noFill/>
          </a:ln>
        </p:spPr>
      </p:pic>
      <p:pic>
        <p:nvPicPr>
          <p:cNvPr id="451" name="Google Shape;451;p28" descr="image.png"/>
          <p:cNvPicPr preferRelativeResize="0"/>
          <p:nvPr/>
        </p:nvPicPr>
        <p:blipFill rotWithShape="1">
          <a:blip r:embed="rId3">
            <a:alphaModFix/>
          </a:blip>
          <a:srcRect/>
          <a:stretch/>
        </p:blipFill>
        <p:spPr>
          <a:xfrm>
            <a:off x="4871739" y="2646759"/>
            <a:ext cx="148232" cy="190500"/>
          </a:xfrm>
          <a:prstGeom prst="rect">
            <a:avLst/>
          </a:prstGeom>
          <a:noFill/>
          <a:ln>
            <a:noFill/>
          </a:ln>
        </p:spPr>
      </p:pic>
      <p:pic>
        <p:nvPicPr>
          <p:cNvPr id="452" name="Google Shape;452;p28" descr="image.png"/>
          <p:cNvPicPr preferRelativeResize="0"/>
          <p:nvPr/>
        </p:nvPicPr>
        <p:blipFill rotWithShape="1">
          <a:blip r:embed="rId4">
            <a:alphaModFix/>
          </a:blip>
          <a:srcRect/>
          <a:stretch/>
        </p:blipFill>
        <p:spPr>
          <a:xfrm>
            <a:off x="7243581" y="2646759"/>
            <a:ext cx="148232" cy="190500"/>
          </a:xfrm>
          <a:prstGeom prst="rect">
            <a:avLst/>
          </a:prstGeom>
          <a:noFill/>
          <a:ln>
            <a:noFill/>
          </a:ln>
        </p:spPr>
      </p:pic>
      <p:pic>
        <p:nvPicPr>
          <p:cNvPr id="453" name="Google Shape;453;p28" descr="image.png"/>
          <p:cNvPicPr preferRelativeResize="0"/>
          <p:nvPr/>
        </p:nvPicPr>
        <p:blipFill rotWithShape="1">
          <a:blip r:embed="rId3">
            <a:alphaModFix/>
          </a:blip>
          <a:srcRect/>
          <a:stretch/>
        </p:blipFill>
        <p:spPr>
          <a:xfrm>
            <a:off x="9584931" y="2646759"/>
            <a:ext cx="148232" cy="190500"/>
          </a:xfrm>
          <a:prstGeom prst="rect">
            <a:avLst/>
          </a:prstGeom>
          <a:noFill/>
          <a:ln>
            <a:noFill/>
          </a:ln>
        </p:spPr>
      </p:pic>
      <p:sp>
        <p:nvSpPr>
          <p:cNvPr id="454" name="Google Shape;454;p28"/>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05 / DIRECT TOUCH HOOK &amp; ONEWAY IPC</a:t>
            </a:r>
            <a:endParaRPr/>
          </a:p>
        </p:txBody>
      </p:sp>
      <p:sp>
        <p:nvSpPr>
          <p:cNvPr id="455" name="Google Shape;455;p28"/>
          <p:cNvSpPr txBox="1"/>
          <p:nvPr/>
        </p:nvSpPr>
        <p:spPr>
          <a:xfrm>
            <a:off x="609600" y="862010"/>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dirty="0">
                <a:solidFill>
                  <a:srgbClr val="0F172A"/>
                </a:solidFill>
                <a:latin typeface="Noto Sans TC"/>
                <a:ea typeface="Noto Sans TC"/>
                <a:cs typeface="Noto Sans TC"/>
                <a:sym typeface="Noto Sans TC"/>
              </a:rPr>
              <a:t>Direct Touch Ingestion: SCHED_FIFO Real-Time Thread &amp; </a:t>
            </a:r>
            <a:r>
              <a:rPr lang="en-US" sz="2550" b="1" i="0" u="none" strike="noStrike" cap="none" dirty="0" err="1">
                <a:solidFill>
                  <a:srgbClr val="0F172A"/>
                </a:solidFill>
                <a:latin typeface="Noto Sans TC"/>
                <a:ea typeface="Noto Sans TC"/>
                <a:cs typeface="Noto Sans TC"/>
                <a:sym typeface="Noto Sans TC"/>
              </a:rPr>
              <a:t>Oneway</a:t>
            </a:r>
            <a:r>
              <a:rPr lang="en-US" sz="2550" b="1" i="0" u="none" strike="noStrike" cap="none" dirty="0">
                <a:solidFill>
                  <a:srgbClr val="0F172A"/>
                </a:solidFill>
                <a:latin typeface="Noto Sans TC"/>
                <a:ea typeface="Noto Sans TC"/>
                <a:cs typeface="Noto Sans TC"/>
                <a:sym typeface="Noto Sans TC"/>
              </a:rPr>
              <a:t> Binder IPC</a:t>
            </a:r>
            <a:endParaRPr dirty="0"/>
          </a:p>
        </p:txBody>
      </p:sp>
      <p:sp>
        <p:nvSpPr>
          <p:cNvPr id="457" name="Google Shape;457;p28"/>
          <p:cNvSpPr txBox="1"/>
          <p:nvPr/>
        </p:nvSpPr>
        <p:spPr>
          <a:xfrm>
            <a:off x="762000" y="2418159"/>
            <a:ext cx="1928254"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38BDF8"/>
                </a:solidFill>
                <a:latin typeface="Noto Sans TC"/>
                <a:ea typeface="Noto Sans TC"/>
                <a:cs typeface="Noto Sans TC"/>
                <a:sym typeface="Noto Sans TC"/>
              </a:rPr>
              <a:t>01 · WACOM 200Hz</a:t>
            </a:r>
            <a:endParaRPr/>
          </a:p>
        </p:txBody>
      </p:sp>
      <p:sp>
        <p:nvSpPr>
          <p:cNvPr id="458" name="Google Shape;458;p28"/>
          <p:cNvSpPr txBox="1"/>
          <p:nvPr/>
        </p:nvSpPr>
        <p:spPr>
          <a:xfrm>
            <a:off x="762000" y="2627709"/>
            <a:ext cx="2024667"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Noto Sans TC"/>
                <a:ea typeface="Noto Sans TC"/>
                <a:cs typeface="Noto Sans TC"/>
                <a:sym typeface="Noto Sans TC"/>
              </a:rPr>
              <a:t>/dev/input/event*</a:t>
            </a:r>
            <a:endParaRPr/>
          </a:p>
        </p:txBody>
      </p:sp>
      <p:sp>
        <p:nvSpPr>
          <p:cNvPr id="459" name="Google Shape;459;p28"/>
          <p:cNvSpPr txBox="1"/>
          <p:nvPr/>
        </p:nvSpPr>
        <p:spPr>
          <a:xfrm>
            <a:off x="752474" y="3094434"/>
            <a:ext cx="1928254"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94A3B8"/>
                </a:solidFill>
                <a:latin typeface="Noto Sans TC"/>
                <a:ea typeface="Noto Sans TC"/>
                <a:cs typeface="Noto Sans TC"/>
                <a:sym typeface="Noto Sans TC"/>
              </a:rPr>
              <a:t>4096-Level Pressure Interrupt</a:t>
            </a:r>
            <a:endParaRPr dirty="0"/>
          </a:p>
        </p:txBody>
      </p:sp>
      <p:sp>
        <p:nvSpPr>
          <p:cNvPr id="460" name="Google Shape;460;p28"/>
          <p:cNvSpPr txBox="1"/>
          <p:nvPr/>
        </p:nvSpPr>
        <p:spPr>
          <a:xfrm>
            <a:off x="3033861" y="2418159"/>
            <a:ext cx="1928254"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284C7"/>
                </a:solidFill>
                <a:latin typeface="Noto Sans TC"/>
                <a:ea typeface="Noto Sans TC"/>
                <a:cs typeface="Noto Sans TC"/>
                <a:sym typeface="Noto Sans TC"/>
              </a:rPr>
              <a:t>02 · SCHED_FIFO</a:t>
            </a:r>
            <a:endParaRPr/>
          </a:p>
        </p:txBody>
      </p:sp>
      <p:sp>
        <p:nvSpPr>
          <p:cNvPr id="461" name="Google Shape;461;p28"/>
          <p:cNvSpPr txBox="1"/>
          <p:nvPr/>
        </p:nvSpPr>
        <p:spPr>
          <a:xfrm>
            <a:off x="3033861" y="2627709"/>
            <a:ext cx="2024667"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F172A"/>
                </a:solidFill>
                <a:latin typeface="Noto Sans TC"/>
                <a:ea typeface="Noto Sans TC"/>
                <a:cs typeface="Noto Sans TC"/>
                <a:sym typeface="Noto Sans TC"/>
              </a:rPr>
              <a:t>handwrite_touch.c</a:t>
            </a:r>
            <a:endParaRPr/>
          </a:p>
        </p:txBody>
      </p:sp>
      <p:sp>
        <p:nvSpPr>
          <p:cNvPr id="462" name="Google Shape;462;p28"/>
          <p:cNvSpPr txBox="1"/>
          <p:nvPr/>
        </p:nvSpPr>
        <p:spPr>
          <a:xfrm>
            <a:off x="2970205" y="3094433"/>
            <a:ext cx="1928254"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0.3ms Preemptive Direct Ingestion</a:t>
            </a:r>
            <a:endParaRPr dirty="0"/>
          </a:p>
        </p:txBody>
      </p:sp>
      <p:sp>
        <p:nvSpPr>
          <p:cNvPr id="463" name="Google Shape;463;p28"/>
          <p:cNvSpPr txBox="1"/>
          <p:nvPr/>
        </p:nvSpPr>
        <p:spPr>
          <a:xfrm>
            <a:off x="7715663" y="2411013"/>
            <a:ext cx="1370033"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7C3AED"/>
                </a:solidFill>
                <a:latin typeface="Noto Sans TC"/>
                <a:ea typeface="Noto Sans TC"/>
                <a:cs typeface="Noto Sans TC"/>
                <a:sym typeface="Noto Sans TC"/>
              </a:rPr>
              <a:t>04 · C MATRIX</a:t>
            </a:r>
            <a:endParaRPr dirty="0"/>
          </a:p>
        </p:txBody>
      </p:sp>
      <p:sp>
        <p:nvSpPr>
          <p:cNvPr id="464" name="Google Shape;464;p28"/>
          <p:cNvSpPr txBox="1"/>
          <p:nvPr/>
        </p:nvSpPr>
        <p:spPr>
          <a:xfrm>
            <a:off x="7715663" y="2634850"/>
            <a:ext cx="1614153"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0F172A"/>
                </a:solidFill>
                <a:latin typeface="Noto Sans TC"/>
                <a:ea typeface="Noto Sans TC"/>
                <a:cs typeface="Noto Sans TC"/>
                <a:sym typeface="Noto Sans TC"/>
              </a:rPr>
              <a:t>Orientation &amp; Tilt Mapping</a:t>
            </a:r>
            <a:endParaRPr dirty="0"/>
          </a:p>
        </p:txBody>
      </p:sp>
      <p:sp>
        <p:nvSpPr>
          <p:cNvPr id="465" name="Google Shape;465;p28"/>
          <p:cNvSpPr txBox="1"/>
          <p:nvPr/>
        </p:nvSpPr>
        <p:spPr>
          <a:xfrm>
            <a:off x="7715663" y="3121466"/>
            <a:ext cx="1614153"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0/90/180/270° </a:t>
            </a:r>
          </a:p>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Coordinate Mapping</a:t>
            </a:r>
            <a:endParaRPr dirty="0"/>
          </a:p>
        </p:txBody>
      </p:sp>
      <p:sp>
        <p:nvSpPr>
          <p:cNvPr id="466" name="Google Shape;466;p28"/>
          <p:cNvSpPr txBox="1"/>
          <p:nvPr/>
        </p:nvSpPr>
        <p:spPr>
          <a:xfrm>
            <a:off x="5243777" y="2403871"/>
            <a:ext cx="1928254"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dirty="0">
                <a:solidFill>
                  <a:srgbClr val="059669"/>
                </a:solidFill>
                <a:latin typeface="Noto Sans TC"/>
                <a:ea typeface="Noto Sans TC"/>
                <a:cs typeface="Noto Sans TC"/>
                <a:sym typeface="Noto Sans TC"/>
              </a:rPr>
              <a:t>03 · FLAG_ONEWAY</a:t>
            </a:r>
            <a:endParaRPr dirty="0"/>
          </a:p>
        </p:txBody>
      </p:sp>
      <p:sp>
        <p:nvSpPr>
          <p:cNvPr id="467" name="Google Shape;467;p28"/>
          <p:cNvSpPr txBox="1"/>
          <p:nvPr/>
        </p:nvSpPr>
        <p:spPr>
          <a:xfrm>
            <a:off x="5243777" y="2613421"/>
            <a:ext cx="1723431"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err="1">
                <a:solidFill>
                  <a:srgbClr val="0F172A"/>
                </a:solidFill>
                <a:latin typeface="Noto Sans TC"/>
                <a:ea typeface="Noto Sans TC"/>
                <a:cs typeface="Noto Sans TC"/>
                <a:sym typeface="Noto Sans TC"/>
              </a:rPr>
              <a:t>Oneway</a:t>
            </a:r>
            <a:r>
              <a:rPr lang="en-US" sz="1350" b="1" i="0" u="none" strike="noStrike" cap="none" dirty="0">
                <a:solidFill>
                  <a:srgbClr val="0F172A"/>
                </a:solidFill>
                <a:latin typeface="Noto Sans TC"/>
                <a:ea typeface="Noto Sans TC"/>
                <a:cs typeface="Noto Sans TC"/>
                <a:sym typeface="Noto Sans TC"/>
              </a:rPr>
              <a:t> </a:t>
            </a:r>
          </a:p>
          <a:p>
            <a:pPr marL="0" marR="0" lvl="0" indent="0" algn="l" rtl="0">
              <a:spcBef>
                <a:spcPts val="0"/>
              </a:spcBef>
              <a:spcAft>
                <a:spcPts val="0"/>
              </a:spcAft>
              <a:buNone/>
            </a:pPr>
            <a:r>
              <a:rPr lang="en-US" sz="1350" b="1" i="0" u="none" strike="noStrike" cap="none" dirty="0">
                <a:solidFill>
                  <a:srgbClr val="0F172A"/>
                </a:solidFill>
                <a:latin typeface="Noto Sans TC"/>
                <a:ea typeface="Noto Sans TC"/>
                <a:cs typeface="Noto Sans TC"/>
                <a:sym typeface="Noto Sans TC"/>
              </a:rPr>
              <a:t>Non-Blocking IPC</a:t>
            </a:r>
            <a:endParaRPr dirty="0"/>
          </a:p>
        </p:txBody>
      </p:sp>
      <p:sp>
        <p:nvSpPr>
          <p:cNvPr id="468" name="Google Shape;468;p28"/>
          <p:cNvSpPr txBox="1"/>
          <p:nvPr/>
        </p:nvSpPr>
        <p:spPr>
          <a:xfrm>
            <a:off x="5243777" y="3112179"/>
            <a:ext cx="1928254"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Zero wait; returns immediately to sampling</a:t>
            </a:r>
            <a:endParaRPr dirty="0"/>
          </a:p>
        </p:txBody>
      </p:sp>
      <p:sp>
        <p:nvSpPr>
          <p:cNvPr id="469" name="Google Shape;469;p28"/>
          <p:cNvSpPr txBox="1"/>
          <p:nvPr/>
        </p:nvSpPr>
        <p:spPr>
          <a:xfrm>
            <a:off x="10073742" y="2403871"/>
            <a:ext cx="1928254"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47857"/>
                </a:solidFill>
                <a:latin typeface="Noto Sans TC"/>
                <a:ea typeface="Noto Sans TC"/>
                <a:cs typeface="Noto Sans TC"/>
                <a:sym typeface="Noto Sans TC"/>
              </a:rPr>
              <a:t>05 · BINDER POOL</a:t>
            </a:r>
            <a:endParaRPr/>
          </a:p>
        </p:txBody>
      </p:sp>
      <p:sp>
        <p:nvSpPr>
          <p:cNvPr id="470" name="Google Shape;470;p28"/>
          <p:cNvSpPr txBox="1"/>
          <p:nvPr/>
        </p:nvSpPr>
        <p:spPr>
          <a:xfrm>
            <a:off x="10073742" y="2613421"/>
            <a:ext cx="2024667"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065F46"/>
                </a:solidFill>
                <a:latin typeface="Noto Sans TC"/>
                <a:ea typeface="Noto Sans TC"/>
                <a:cs typeface="Noto Sans TC"/>
                <a:sym typeface="Noto Sans TC"/>
              </a:rPr>
              <a:t>Bypasses UI Main Thread</a:t>
            </a:r>
            <a:endParaRPr/>
          </a:p>
        </p:txBody>
      </p:sp>
      <p:sp>
        <p:nvSpPr>
          <p:cNvPr id="471" name="Google Shape;471;p28"/>
          <p:cNvSpPr txBox="1"/>
          <p:nvPr/>
        </p:nvSpPr>
        <p:spPr>
          <a:xfrm>
            <a:off x="10073742" y="3086215"/>
            <a:ext cx="1928254"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047857"/>
                </a:solidFill>
                <a:latin typeface="Noto Sans TC"/>
                <a:ea typeface="Noto Sans TC"/>
                <a:cs typeface="Noto Sans TC"/>
                <a:sym typeface="Noto Sans TC"/>
              </a:rPr>
              <a:t>End-to-End Reporting </a:t>
            </a:r>
          </a:p>
          <a:p>
            <a:pPr marL="0" marR="0" lvl="0" indent="0" algn="l" rtl="0">
              <a:spcBef>
                <a:spcPts val="0"/>
              </a:spcBef>
              <a:spcAft>
                <a:spcPts val="0"/>
              </a:spcAft>
              <a:buNone/>
            </a:pPr>
            <a:r>
              <a:rPr lang="en-US" sz="1200" b="0" i="0" u="none" strike="noStrike" cap="none" dirty="0">
                <a:solidFill>
                  <a:srgbClr val="047857"/>
                </a:solidFill>
                <a:latin typeface="Noto Sans TC"/>
                <a:ea typeface="Noto Sans TC"/>
                <a:cs typeface="Noto Sans TC"/>
                <a:sym typeface="Noto Sans TC"/>
              </a:rPr>
              <a:t>&lt; 1.5ms</a:t>
            </a:r>
            <a:endParaRPr dirty="0"/>
          </a:p>
        </p:txBody>
      </p:sp>
      <p:sp>
        <p:nvSpPr>
          <p:cNvPr id="473" name="Google Shape;473;p28"/>
          <p:cNvSpPr txBox="1"/>
          <p:nvPr/>
        </p:nvSpPr>
        <p:spPr>
          <a:xfrm>
            <a:off x="1974149" y="4643434"/>
            <a:ext cx="3084909" cy="4286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991B1B"/>
                </a:solidFill>
                <a:latin typeface="Noto Sans TC"/>
                <a:ea typeface="Noto Sans TC"/>
                <a:cs typeface="Noto Sans TC"/>
                <a:sym typeface="Noto Sans TC"/>
              </a:rPr>
              <a:t>Legacy Sync Binder + UI Looper: Latency &gt; 45 </a:t>
            </a:r>
            <a:r>
              <a:rPr lang="en-US" sz="1350" b="1" i="0" u="none" strike="noStrike" cap="none" dirty="0" err="1">
                <a:solidFill>
                  <a:srgbClr val="991B1B"/>
                </a:solidFill>
                <a:latin typeface="Noto Sans TC"/>
                <a:ea typeface="Noto Sans TC"/>
                <a:cs typeface="Noto Sans TC"/>
                <a:sym typeface="Noto Sans TC"/>
              </a:rPr>
              <a:t>ms</a:t>
            </a:r>
            <a:endParaRPr dirty="0"/>
          </a:p>
        </p:txBody>
      </p:sp>
      <p:sp>
        <p:nvSpPr>
          <p:cNvPr id="474" name="Google Shape;474;p28"/>
          <p:cNvSpPr txBox="1"/>
          <p:nvPr/>
        </p:nvSpPr>
        <p:spPr>
          <a:xfrm>
            <a:off x="6395247" y="4643434"/>
            <a:ext cx="3084909"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166534"/>
                </a:solidFill>
                <a:latin typeface="Noto Sans TC"/>
                <a:ea typeface="Noto Sans TC"/>
                <a:cs typeface="Noto Sans TC"/>
                <a:sym typeface="Noto Sans TC"/>
              </a:rPr>
              <a:t>SCHED_FIFO + FLAG_ONEWAY: Latency &lt; 1.5 ms (95% Faster)</a:t>
            </a:r>
            <a:endParaRPr/>
          </a:p>
        </p:txBody>
      </p:sp>
      <p:pic>
        <p:nvPicPr>
          <p:cNvPr id="2" name="Google Shape;452;p28" descr="image.png">
            <a:extLst>
              <a:ext uri="{FF2B5EF4-FFF2-40B4-BE49-F238E27FC236}">
                <a16:creationId xmlns:a16="http://schemas.microsoft.com/office/drawing/2014/main" id="{95C6EB05-D52E-39F1-49C7-B67138500BED}"/>
              </a:ext>
            </a:extLst>
          </p:cNvPr>
          <p:cNvPicPr preferRelativeResize="0"/>
          <p:nvPr/>
        </p:nvPicPr>
        <p:blipFill rotWithShape="1">
          <a:blip r:embed="rId4">
            <a:alphaModFix/>
          </a:blip>
          <a:srcRect/>
          <a:stretch/>
        </p:blipFill>
        <p:spPr>
          <a:xfrm>
            <a:off x="5605411" y="4744249"/>
            <a:ext cx="148232" cy="190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3481320" y="274680"/>
            <a:ext cx="6958080" cy="43164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a:spcBef>
                <a:spcPts val="139"/>
              </a:spcBef>
              <a:spcAft>
                <a:spcPts val="139"/>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r>
              <a:rPr lang="en-US" sz="2800" b="1" dirty="0">
                <a:solidFill>
                  <a:srgbClr val="70AC28"/>
                </a:solidFill>
                <a:latin typeface="Calibri"/>
                <a:ea typeface="新細明體"/>
              </a:rPr>
              <a:t>Jagged issue</a:t>
            </a:r>
            <a:endParaRPr lang="en-US" sz="2800" b="1" dirty="0">
              <a:solidFill>
                <a:srgbClr val="555555"/>
              </a:solidFill>
              <a:latin typeface="Arial"/>
            </a:endParaRPr>
          </a:p>
        </p:txBody>
      </p:sp>
      <p:sp>
        <p:nvSpPr>
          <p:cNvPr id="20" name="矩形 19"/>
          <p:cNvSpPr/>
          <p:nvPr/>
        </p:nvSpPr>
        <p:spPr>
          <a:xfrm>
            <a:off x="1687440" y="6400800"/>
            <a:ext cx="564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spcBef>
                <a:spcPts val="139"/>
              </a:spcBef>
              <a:spcAft>
                <a:spcPts val="139"/>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r>
              <a:rPr lang="en-US" sz="2000" b="1">
                <a:solidFill>
                  <a:srgbClr val="A6A6A6"/>
                </a:solidFill>
                <a:latin typeface="Calibri"/>
                <a:ea typeface="新細明體"/>
              </a:rPr>
              <a:t>Confidential</a:t>
            </a:r>
            <a:endParaRPr lang="en-US" sz="2000" b="1">
              <a:solidFill>
                <a:srgbClr val="555555"/>
              </a:solidFill>
              <a:latin typeface="Arial"/>
            </a:endParaRPr>
          </a:p>
        </p:txBody>
      </p:sp>
      <p:graphicFrame>
        <p:nvGraphicFramePr>
          <p:cNvPr id="21" name="物件 20"/>
          <p:cNvGraphicFramePr/>
          <p:nvPr/>
        </p:nvGraphicFramePr>
        <p:xfrm>
          <a:off x="3100440" y="2898720"/>
          <a:ext cx="6119640" cy="1079640"/>
        </p:xfrm>
        <a:graphic>
          <a:graphicData uri="http://schemas.openxmlformats.org/presentationml/2006/ole">
            <mc:AlternateContent xmlns:mc="http://schemas.openxmlformats.org/markup-compatibility/2006">
              <mc:Choice xmlns:v="urn:schemas-microsoft-com:vml" Requires="v">
                <p:oleObj r:id="rId2" imgW="0" imgH="0" progId="Word.Document.12">
                  <p:embed/>
                </p:oleObj>
              </mc:Choice>
              <mc:Fallback>
                <p:oleObj r:id="rId2" imgW="0" imgH="0" progId="Word.Document.12">
                  <p:embed/>
                  <p:pic>
                    <p:nvPicPr>
                      <p:cNvPr id="21" name="物件 20"/>
                      <p:cNvPicPr/>
                      <p:nvPr/>
                    </p:nvPicPr>
                    <p:blipFill>
                      <a:blip r:embed="rId3"/>
                      <a:stretch/>
                    </p:blipFill>
                    <p:spPr>
                      <a:xfrm>
                        <a:off x="3100440" y="2898720"/>
                        <a:ext cx="6119640" cy="1079640"/>
                      </a:xfrm>
                      <a:prstGeom prst="rect">
                        <a:avLst/>
                      </a:prstGeom>
                      <a:noFill/>
                      <a:ln w="0">
                        <a:noFill/>
                      </a:ln>
                    </p:spPr>
                  </p:pic>
                </p:oleObj>
              </mc:Fallback>
            </mc:AlternateContent>
          </a:graphicData>
        </a:graphic>
      </p:graphicFrame>
      <p:pic>
        <p:nvPicPr>
          <p:cNvPr id="23" name="圖片 22"/>
          <p:cNvPicPr/>
          <p:nvPr/>
        </p:nvPicPr>
        <p:blipFill>
          <a:blip r:embed="rId4"/>
          <a:stretch/>
        </p:blipFill>
        <p:spPr>
          <a:xfrm>
            <a:off x="1755048" y="2230560"/>
            <a:ext cx="5911920" cy="3641760"/>
          </a:xfrm>
          <a:prstGeom prst="rect">
            <a:avLst/>
          </a:prstGeom>
          <a:noFill/>
          <a:ln w="0">
            <a:noFill/>
          </a:ln>
        </p:spPr>
      </p:pic>
      <p:sp>
        <p:nvSpPr>
          <p:cNvPr id="24" name="矩形 23"/>
          <p:cNvSpPr/>
          <p:nvPr/>
        </p:nvSpPr>
        <p:spPr>
          <a:xfrm>
            <a:off x="957216" y="549360"/>
            <a:ext cx="8460000" cy="28796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marL="343080" indent="-343080">
              <a:spcBef>
                <a:spcPts val="737"/>
              </a:spcBef>
              <a:spcAft>
                <a:spcPts val="139"/>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endParaRPr lang="en-US" sz="2400" b="1" dirty="0">
              <a:solidFill>
                <a:srgbClr val="555555"/>
              </a:solidFill>
              <a:latin typeface="Arial"/>
            </a:endParaRPr>
          </a:p>
          <a:p>
            <a:pPr marL="343080" indent="-343080">
              <a:spcBef>
                <a:spcPts val="737"/>
              </a:spcBef>
              <a:spcAft>
                <a:spcPts val="139"/>
              </a:spcAft>
              <a:buClr>
                <a:srgbClr val="555555"/>
              </a:buClr>
              <a:buFont typeface="Calibri"/>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r>
              <a:rPr lang="en-US" sz="2400" b="1" dirty="0" err="1">
                <a:solidFill>
                  <a:srgbClr val="555555"/>
                </a:solidFill>
                <a:latin typeface="Calibri"/>
                <a:ea typeface="新細明體"/>
              </a:rPr>
              <a:t>Rect</a:t>
            </a:r>
            <a:r>
              <a:rPr lang="en-US" sz="2400" b="1" dirty="0">
                <a:solidFill>
                  <a:srgbClr val="555555"/>
                </a:solidFill>
                <a:latin typeface="Calibri"/>
                <a:ea typeface="新細明體"/>
              </a:rPr>
              <a:t> is an area of rectangle generated by 2 points on canvas</a:t>
            </a:r>
            <a:endParaRPr lang="en-US" sz="2400" b="1" dirty="0">
              <a:solidFill>
                <a:srgbClr val="555555"/>
              </a:solidFill>
              <a:latin typeface="Arial"/>
            </a:endParaRPr>
          </a:p>
          <a:p>
            <a:pPr marL="343080" indent="-343080">
              <a:spcBef>
                <a:spcPts val="737"/>
              </a:spcBef>
              <a:spcAft>
                <a:spcPts val="139"/>
              </a:spcAft>
              <a:buClr>
                <a:srgbClr val="555555"/>
              </a:buClr>
              <a:buFont typeface="Calibri"/>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r>
              <a:rPr lang="en-US" sz="2400" b="1" dirty="0">
                <a:solidFill>
                  <a:srgbClr val="555555"/>
                </a:solidFill>
                <a:latin typeface="Calibri"/>
                <a:ea typeface="新細明體"/>
              </a:rPr>
              <a:t>Updating </a:t>
            </a:r>
            <a:r>
              <a:rPr lang="en-US" sz="2400" b="1" dirty="0" err="1">
                <a:solidFill>
                  <a:srgbClr val="555555"/>
                </a:solidFill>
                <a:latin typeface="Calibri"/>
                <a:ea typeface="新細明體"/>
              </a:rPr>
              <a:t>rect</a:t>
            </a:r>
            <a:r>
              <a:rPr lang="en-US" sz="2400" b="1" dirty="0">
                <a:solidFill>
                  <a:srgbClr val="555555"/>
                </a:solidFill>
                <a:latin typeface="Calibri"/>
                <a:ea typeface="新細明體"/>
              </a:rPr>
              <a:t> + wider margin prevents the jagged line around the locations of touch points</a:t>
            </a:r>
            <a:endParaRPr lang="en-US" sz="2400" b="1" dirty="0">
              <a:solidFill>
                <a:srgbClr val="555555"/>
              </a:solidFill>
              <a:latin typeface="Arial"/>
            </a:endParaRPr>
          </a:p>
          <a:p>
            <a:pPr marL="343080" indent="-343080">
              <a:spcBef>
                <a:spcPts val="737"/>
              </a:spcBef>
              <a:spcAft>
                <a:spcPts val="139"/>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endParaRPr lang="en-US" sz="2400" b="1" dirty="0">
              <a:solidFill>
                <a:srgbClr val="555555"/>
              </a:solidFill>
              <a:latin typeface="Arial"/>
            </a:endParaRPr>
          </a:p>
        </p:txBody>
      </p:sp>
      <p:graphicFrame>
        <p:nvGraphicFramePr>
          <p:cNvPr id="25" name="物件 24"/>
          <p:cNvGraphicFramePr/>
          <p:nvPr>
            <p:extLst>
              <p:ext uri="{D42A27DB-BD31-4B8C-83A1-F6EECF244321}">
                <p14:modId xmlns:p14="http://schemas.microsoft.com/office/powerpoint/2010/main" val="64395851"/>
              </p:ext>
            </p:extLst>
          </p:nvPr>
        </p:nvGraphicFramePr>
        <p:xfrm>
          <a:off x="4129752" y="5229000"/>
          <a:ext cx="6120000" cy="1079640"/>
        </p:xfrm>
        <a:graphic>
          <a:graphicData uri="http://schemas.openxmlformats.org/presentationml/2006/ole">
            <mc:AlternateContent xmlns:mc="http://schemas.openxmlformats.org/markup-compatibility/2006">
              <mc:Choice xmlns:v="urn:schemas-microsoft-com:vml" Requires="v">
                <p:oleObj r:id="rId5" imgW="0" imgH="0" progId="Word.Document.12">
                  <p:embed/>
                </p:oleObj>
              </mc:Choice>
              <mc:Fallback>
                <p:oleObj r:id="rId5" imgW="0" imgH="0" progId="Word.Document.12">
                  <p:embed/>
                  <p:pic>
                    <p:nvPicPr>
                      <p:cNvPr id="25" name="物件 24"/>
                      <p:cNvPicPr/>
                      <p:nvPr/>
                    </p:nvPicPr>
                    <p:blipFill>
                      <a:blip r:embed="rId6"/>
                      <a:stretch/>
                    </p:blipFill>
                    <p:spPr>
                      <a:xfrm>
                        <a:off x="4129752" y="5229000"/>
                        <a:ext cx="6120000" cy="1079640"/>
                      </a:xfrm>
                      <a:prstGeom prst="rect">
                        <a:avLst/>
                      </a:prstGeom>
                      <a:noFill/>
                      <a:ln w="0">
                        <a:noFill/>
                      </a:ln>
                    </p:spPr>
                  </p:pic>
                </p:oleObj>
              </mc:Fallback>
            </mc:AlternateContent>
          </a:graphicData>
        </a:graphic>
      </p:graphicFrame>
      <p:sp>
        <p:nvSpPr>
          <p:cNvPr id="2" name="Google Shape;481;p29">
            <a:extLst>
              <a:ext uri="{FF2B5EF4-FFF2-40B4-BE49-F238E27FC236}">
                <a16:creationId xmlns:a16="http://schemas.microsoft.com/office/drawing/2014/main" id="{FA810109-D767-AB2D-5104-ABCC11DF0085}"/>
              </a:ext>
            </a:extLst>
          </p:cNvPr>
          <p:cNvSpPr txBox="1"/>
          <p:nvPr/>
        </p:nvSpPr>
        <p:spPr>
          <a:xfrm>
            <a:off x="957216" y="880131"/>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dirty="0">
                <a:solidFill>
                  <a:srgbClr val="0284C7"/>
                </a:solidFill>
                <a:latin typeface="Noto Sans TC"/>
                <a:ea typeface="Noto Sans TC"/>
                <a:cs typeface="Noto Sans TC"/>
                <a:sym typeface="Noto Sans TC"/>
              </a:rPr>
              <a:t>05 / CANVASDRAW GEOMETRIC ALGORITHMS (1 &amp; 2)</a:t>
            </a:r>
            <a:endParaRPr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p:cNvSpPr/>
          <p:nvPr/>
        </p:nvSpPr>
        <p:spPr>
          <a:xfrm>
            <a:off x="3481320" y="274680"/>
            <a:ext cx="6958080" cy="43164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a:spcBef>
                <a:spcPts val="139"/>
              </a:spcBef>
              <a:spcAft>
                <a:spcPts val="139"/>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r>
              <a:rPr lang="en-US" sz="2800" b="1">
                <a:solidFill>
                  <a:srgbClr val="70AC28"/>
                </a:solidFill>
                <a:latin typeface="Calibri"/>
                <a:ea typeface="新細明體"/>
              </a:rPr>
              <a:t>Latency issue</a:t>
            </a:r>
            <a:endParaRPr lang="en-US" sz="2800" b="1">
              <a:solidFill>
                <a:srgbClr val="555555"/>
              </a:solidFill>
              <a:latin typeface="Arial"/>
            </a:endParaRPr>
          </a:p>
        </p:txBody>
      </p:sp>
      <p:sp>
        <p:nvSpPr>
          <p:cNvPr id="28" name="矩形 27"/>
          <p:cNvSpPr/>
          <p:nvPr/>
        </p:nvSpPr>
        <p:spPr>
          <a:xfrm>
            <a:off x="1687440" y="6400800"/>
            <a:ext cx="564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spcBef>
                <a:spcPts val="139"/>
              </a:spcBef>
              <a:spcAft>
                <a:spcPts val="139"/>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r>
              <a:rPr lang="en-US" sz="2000" b="1">
                <a:solidFill>
                  <a:srgbClr val="A6A6A6"/>
                </a:solidFill>
                <a:latin typeface="Calibri"/>
                <a:ea typeface="新細明體"/>
              </a:rPr>
              <a:t>Confidential</a:t>
            </a:r>
            <a:endParaRPr lang="en-US" sz="2000" b="1">
              <a:solidFill>
                <a:srgbClr val="555555"/>
              </a:solidFill>
              <a:latin typeface="Arial"/>
            </a:endParaRPr>
          </a:p>
        </p:txBody>
      </p:sp>
      <p:sp>
        <p:nvSpPr>
          <p:cNvPr id="29" name="矩形 28"/>
          <p:cNvSpPr/>
          <p:nvPr/>
        </p:nvSpPr>
        <p:spPr>
          <a:xfrm>
            <a:off x="1204104" y="549360"/>
            <a:ext cx="8460000" cy="28796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marL="343080" indent="-343080">
              <a:spcBef>
                <a:spcPts val="737"/>
              </a:spcBef>
              <a:spcAft>
                <a:spcPts val="139"/>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endParaRPr lang="en-US" sz="2400" b="1" dirty="0">
              <a:solidFill>
                <a:srgbClr val="555555"/>
              </a:solidFill>
              <a:latin typeface="Arial"/>
            </a:endParaRPr>
          </a:p>
          <a:p>
            <a:pPr marL="343080" indent="-343080">
              <a:spcBef>
                <a:spcPts val="737"/>
              </a:spcBef>
              <a:spcAft>
                <a:spcPts val="139"/>
              </a:spcAft>
              <a:buClr>
                <a:srgbClr val="555555"/>
              </a:buClr>
              <a:buFont typeface="Calibri"/>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r>
              <a:rPr lang="en-US" sz="2400" b="1" dirty="0">
                <a:solidFill>
                  <a:srgbClr val="555555"/>
                </a:solidFill>
                <a:latin typeface="Calibri"/>
                <a:ea typeface="新細明體"/>
              </a:rPr>
              <a:t>Divide the large </a:t>
            </a:r>
            <a:r>
              <a:rPr lang="en-US" sz="2400" b="1" dirty="0" err="1">
                <a:solidFill>
                  <a:srgbClr val="555555"/>
                </a:solidFill>
                <a:latin typeface="Calibri"/>
                <a:ea typeface="新細明體"/>
              </a:rPr>
              <a:t>rect</a:t>
            </a:r>
            <a:r>
              <a:rPr lang="en-US" sz="2400" b="1" dirty="0">
                <a:solidFill>
                  <a:srgbClr val="555555"/>
                </a:solidFill>
                <a:latin typeface="Calibri"/>
                <a:ea typeface="新細明體"/>
              </a:rPr>
              <a:t> into several small </a:t>
            </a:r>
            <a:r>
              <a:rPr lang="en-US" sz="2400" b="1" dirty="0" err="1">
                <a:solidFill>
                  <a:srgbClr val="555555"/>
                </a:solidFill>
                <a:latin typeface="Calibri"/>
                <a:ea typeface="新細明體"/>
              </a:rPr>
              <a:t>rects</a:t>
            </a:r>
            <a:r>
              <a:rPr lang="en-US" sz="2400" b="1" dirty="0">
                <a:solidFill>
                  <a:srgbClr val="555555"/>
                </a:solidFill>
                <a:latin typeface="Calibri"/>
                <a:ea typeface="新細明體"/>
              </a:rPr>
              <a:t>, and only update the diagonal ones, to reduce the size of partial update</a:t>
            </a:r>
            <a:endParaRPr lang="en-US" sz="2400" b="1" dirty="0">
              <a:solidFill>
                <a:srgbClr val="555555"/>
              </a:solidFill>
              <a:latin typeface="Arial"/>
            </a:endParaRPr>
          </a:p>
          <a:p>
            <a:pPr marL="343080" indent="-343080">
              <a:spcBef>
                <a:spcPts val="737"/>
              </a:spcBef>
              <a:spcAft>
                <a:spcPts val="139"/>
              </a:spcAft>
              <a:buClr>
                <a:srgbClr val="555555"/>
              </a:buClr>
              <a:buFont typeface="Calibri"/>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r>
              <a:rPr lang="en-US" sz="2400" b="1" dirty="0">
                <a:solidFill>
                  <a:srgbClr val="555555"/>
                </a:solidFill>
                <a:latin typeface="Calibri"/>
                <a:ea typeface="新細明體"/>
              </a:rPr>
              <a:t>Size&gt;4000 =&gt; 3x3, Size&gt;8000 =&gt; 5x5, Size&gt;16000 =&gt; 7x7</a:t>
            </a:r>
            <a:endParaRPr lang="en-US" sz="2400" b="1" dirty="0">
              <a:solidFill>
                <a:srgbClr val="555555"/>
              </a:solidFill>
              <a:latin typeface="Arial"/>
            </a:endParaRPr>
          </a:p>
          <a:p>
            <a:pPr marL="343080" indent="-343080">
              <a:spcBef>
                <a:spcPts val="737"/>
              </a:spcBef>
              <a:spcAft>
                <a:spcPts val="139"/>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endParaRPr lang="en-US" sz="2400" b="1" dirty="0">
              <a:solidFill>
                <a:srgbClr val="555555"/>
              </a:solidFill>
              <a:latin typeface="Arial"/>
            </a:endParaRPr>
          </a:p>
        </p:txBody>
      </p:sp>
      <p:pic>
        <p:nvPicPr>
          <p:cNvPr id="30" name="圖片 29"/>
          <p:cNvPicPr/>
          <p:nvPr/>
        </p:nvPicPr>
        <p:blipFill>
          <a:blip r:embed="rId2"/>
          <a:stretch/>
        </p:blipFill>
        <p:spPr>
          <a:xfrm>
            <a:off x="1687440" y="2447784"/>
            <a:ext cx="6092640" cy="3595680"/>
          </a:xfrm>
          <a:prstGeom prst="rect">
            <a:avLst/>
          </a:prstGeom>
          <a:noFill/>
          <a:ln w="0">
            <a:noFill/>
          </a:ln>
        </p:spPr>
      </p:pic>
      <p:sp>
        <p:nvSpPr>
          <p:cNvPr id="2" name="Google Shape;481;p29">
            <a:extLst>
              <a:ext uri="{FF2B5EF4-FFF2-40B4-BE49-F238E27FC236}">
                <a16:creationId xmlns:a16="http://schemas.microsoft.com/office/drawing/2014/main" id="{B023C2B4-B33A-E284-1B7A-5FC07DDBA5CD}"/>
              </a:ext>
            </a:extLst>
          </p:cNvPr>
          <p:cNvSpPr txBox="1"/>
          <p:nvPr/>
        </p:nvSpPr>
        <p:spPr>
          <a:xfrm>
            <a:off x="957072" y="814536"/>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dirty="0">
                <a:solidFill>
                  <a:srgbClr val="0284C7"/>
                </a:solidFill>
                <a:latin typeface="Noto Sans TC"/>
                <a:ea typeface="Noto Sans TC"/>
                <a:cs typeface="Noto Sans TC"/>
                <a:sym typeface="Noto Sans TC"/>
              </a:rPr>
              <a:t>05 / CANVASDRAW GEOMETRIC ALGORITHMS (1 &amp; 2)</a:t>
            </a:r>
            <a:endParaRPr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3481320" y="274680"/>
            <a:ext cx="6958080" cy="431640"/>
          </a:xfrm>
          <a:prstGeom prst="rect">
            <a:avLst/>
          </a:prstGeom>
          <a:noFill/>
          <a:ln w="0">
            <a:noFill/>
          </a:ln>
        </p:spPr>
        <p:style>
          <a:lnRef idx="0">
            <a:scrgbClr r="0" g="0" b="0"/>
          </a:lnRef>
          <a:fillRef idx="0">
            <a:scrgbClr r="0" g="0" b="0"/>
          </a:fillRef>
          <a:effectRef idx="0">
            <a:scrgbClr r="0" g="0" b="0"/>
          </a:effectRef>
          <a:fontRef idx="minor"/>
        </p:style>
        <p:txBody>
          <a:bodyPr anchor="ctr">
            <a:noAutofit/>
          </a:bodyPr>
          <a:lstStyle/>
          <a:p>
            <a:pPr algn="r">
              <a:spcBef>
                <a:spcPts val="139"/>
              </a:spcBef>
              <a:spcAft>
                <a:spcPts val="139"/>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r>
              <a:rPr lang="en-US" sz="2800" b="1">
                <a:solidFill>
                  <a:srgbClr val="70AC28"/>
                </a:solidFill>
                <a:latin typeface="Calibri"/>
                <a:ea typeface="新細明體"/>
              </a:rPr>
              <a:t>Disconnected issue</a:t>
            </a:r>
            <a:endParaRPr lang="en-US" sz="2800" b="1">
              <a:solidFill>
                <a:srgbClr val="555555"/>
              </a:solidFill>
              <a:latin typeface="Arial"/>
            </a:endParaRPr>
          </a:p>
        </p:txBody>
      </p:sp>
      <p:sp>
        <p:nvSpPr>
          <p:cNvPr id="32" name="矩形 31"/>
          <p:cNvSpPr/>
          <p:nvPr/>
        </p:nvSpPr>
        <p:spPr>
          <a:xfrm>
            <a:off x="2065440" y="468360"/>
            <a:ext cx="8602560" cy="287964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marL="343080" indent="-343080">
              <a:spcBef>
                <a:spcPts val="737"/>
              </a:spcBef>
              <a:spcAft>
                <a:spcPts val="139"/>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endParaRPr lang="en-US" sz="2400" b="1">
              <a:solidFill>
                <a:srgbClr val="555555"/>
              </a:solidFill>
              <a:latin typeface="Arial"/>
            </a:endParaRPr>
          </a:p>
          <a:p>
            <a:pPr marL="343080" indent="-343080">
              <a:spcBef>
                <a:spcPts val="737"/>
              </a:spcBef>
              <a:spcAft>
                <a:spcPts val="139"/>
              </a:spcAft>
              <a:buClr>
                <a:srgbClr val="555555"/>
              </a:buClr>
              <a:buFont typeface="Calibri"/>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r>
              <a:rPr lang="en-US" sz="2400" b="1">
                <a:solidFill>
                  <a:srgbClr val="555555"/>
                </a:solidFill>
                <a:latin typeface="Calibri"/>
                <a:ea typeface="新細明體"/>
              </a:rPr>
              <a:t>Save the touch events in a temporary queue to cache them</a:t>
            </a:r>
            <a:endParaRPr lang="en-US" sz="2400" b="1">
              <a:solidFill>
                <a:srgbClr val="555555"/>
              </a:solidFill>
              <a:latin typeface="Arial"/>
            </a:endParaRPr>
          </a:p>
          <a:p>
            <a:pPr marL="343080" indent="-343080">
              <a:spcBef>
                <a:spcPts val="737"/>
              </a:spcBef>
              <a:spcAft>
                <a:spcPts val="139"/>
              </a:spcAft>
              <a:buClr>
                <a:srgbClr val="555555"/>
              </a:buClr>
              <a:buFont typeface="Calibri"/>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r>
              <a:rPr lang="en-US" sz="2400" b="1">
                <a:solidFill>
                  <a:srgbClr val="555555"/>
                </a:solidFill>
                <a:latin typeface="Calibri"/>
                <a:ea typeface="新細明體"/>
              </a:rPr>
              <a:t>After this queue is clear, the later events will catch up the original order, and keep the drawing performance.</a:t>
            </a:r>
            <a:endParaRPr lang="en-US" sz="2400" b="1">
              <a:solidFill>
                <a:srgbClr val="555555"/>
              </a:solidFill>
              <a:latin typeface="Arial"/>
            </a:endParaRPr>
          </a:p>
          <a:p>
            <a:pPr marL="343080" indent="-343080">
              <a:spcBef>
                <a:spcPts val="737"/>
              </a:spcBef>
              <a:spcAft>
                <a:spcPts val="139"/>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endParaRPr lang="en-US" sz="2400" b="1">
              <a:solidFill>
                <a:srgbClr val="555555"/>
              </a:solidFill>
              <a:latin typeface="Arial"/>
            </a:endParaRPr>
          </a:p>
          <a:p>
            <a:pPr marL="343080" indent="-343080">
              <a:spcBef>
                <a:spcPts val="737"/>
              </a:spcBef>
              <a:spcAft>
                <a:spcPts val="139"/>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endParaRPr lang="en-US" sz="2400" b="1">
              <a:solidFill>
                <a:srgbClr val="555555"/>
              </a:solidFill>
              <a:latin typeface="Arial"/>
            </a:endParaRPr>
          </a:p>
        </p:txBody>
      </p:sp>
      <p:sp>
        <p:nvSpPr>
          <p:cNvPr id="33" name="矩形 32"/>
          <p:cNvSpPr/>
          <p:nvPr/>
        </p:nvSpPr>
        <p:spPr>
          <a:xfrm>
            <a:off x="1687440" y="6400800"/>
            <a:ext cx="5643720" cy="365040"/>
          </a:xfrm>
          <a:prstGeom prst="rect">
            <a:avLst/>
          </a:prstGeom>
          <a:noFill/>
          <a:ln w="0">
            <a:noFill/>
          </a:ln>
        </p:spPr>
        <p:style>
          <a:lnRef idx="0">
            <a:scrgbClr r="0" g="0" b="0"/>
          </a:lnRef>
          <a:fillRef idx="0">
            <a:scrgbClr r="0" g="0" b="0"/>
          </a:fillRef>
          <a:effectRef idx="0">
            <a:scrgbClr r="0" g="0" b="0"/>
          </a:effectRef>
          <a:fontRef idx="minor"/>
        </p:style>
        <p:txBody>
          <a:bodyPr lIns="90000" tIns="46800" rIns="90000" bIns="46800" anchor="ctr">
            <a:noAutofit/>
          </a:bodyPr>
          <a:lstStyle/>
          <a:p>
            <a:pPr>
              <a:spcBef>
                <a:spcPts val="139"/>
              </a:spcBef>
              <a:spcAft>
                <a:spcPts val="139"/>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434520" algn="l"/>
                <a:tab pos="9883800" algn="l"/>
                <a:tab pos="10333080" algn="l"/>
                <a:tab pos="10782360" algn="l"/>
              </a:tabLst>
            </a:pPr>
            <a:r>
              <a:rPr lang="en-US" sz="2000" b="1">
                <a:solidFill>
                  <a:srgbClr val="A6A6A6"/>
                </a:solidFill>
                <a:latin typeface="Calibri"/>
                <a:ea typeface="新細明體"/>
              </a:rPr>
              <a:t>Confidential</a:t>
            </a:r>
            <a:endParaRPr lang="en-US" sz="2000" b="1">
              <a:solidFill>
                <a:srgbClr val="555555"/>
              </a:solidFill>
              <a:latin typeface="Arial"/>
            </a:endParaRPr>
          </a:p>
        </p:txBody>
      </p:sp>
      <p:sp>
        <p:nvSpPr>
          <p:cNvPr id="34" name="矩形 33"/>
          <p:cNvSpPr/>
          <p:nvPr/>
        </p:nvSpPr>
        <p:spPr>
          <a:xfrm>
            <a:off x="1955640" y="5832360"/>
            <a:ext cx="1621080" cy="360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spcBef>
                <a:spcPts val="139"/>
              </a:spcBef>
              <a:spcAft>
                <a:spcPts val="13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n-US" sz="1600" b="1">
                <a:solidFill>
                  <a:srgbClr val="555555"/>
                </a:solidFill>
                <a:latin typeface="Arial"/>
              </a:rPr>
              <a:t>Display Layer</a:t>
            </a:r>
          </a:p>
        </p:txBody>
      </p:sp>
      <p:sp>
        <p:nvSpPr>
          <p:cNvPr id="35" name="矩形 34"/>
          <p:cNvSpPr/>
          <p:nvPr/>
        </p:nvSpPr>
        <p:spPr>
          <a:xfrm>
            <a:off x="2254080" y="4483080"/>
            <a:ext cx="1320840" cy="360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spcBef>
                <a:spcPts val="139"/>
              </a:spcBef>
              <a:spcAft>
                <a:spcPts val="13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n-US" sz="1600" b="1">
                <a:solidFill>
                  <a:srgbClr val="555555"/>
                </a:solidFill>
                <a:latin typeface="Arial"/>
              </a:rPr>
              <a:t>App Layer</a:t>
            </a:r>
          </a:p>
        </p:txBody>
      </p:sp>
      <p:sp>
        <p:nvSpPr>
          <p:cNvPr id="36" name="矩形 35"/>
          <p:cNvSpPr/>
          <p:nvPr/>
        </p:nvSpPr>
        <p:spPr>
          <a:xfrm>
            <a:off x="2073360" y="3024360"/>
            <a:ext cx="1555560" cy="360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spcBef>
                <a:spcPts val="139"/>
              </a:spcBef>
              <a:spcAft>
                <a:spcPts val="13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n-US" sz="1600" b="1">
                <a:solidFill>
                  <a:srgbClr val="555555"/>
                </a:solidFill>
                <a:latin typeface="Arial"/>
              </a:rPr>
              <a:t>Touch Layer</a:t>
            </a:r>
          </a:p>
        </p:txBody>
      </p:sp>
      <p:pic>
        <p:nvPicPr>
          <p:cNvPr id="37" name="圖片 36"/>
          <p:cNvPicPr/>
          <p:nvPr/>
        </p:nvPicPr>
        <p:blipFill>
          <a:blip r:embed="rId3"/>
          <a:stretch/>
        </p:blipFill>
        <p:spPr>
          <a:xfrm>
            <a:off x="3441720" y="2786040"/>
            <a:ext cx="5931000" cy="3693960"/>
          </a:xfrm>
          <a:prstGeom prst="rect">
            <a:avLst/>
          </a:prstGeom>
          <a:noFill/>
          <a:ln w="0">
            <a:noFill/>
          </a:ln>
        </p:spPr>
      </p:pic>
      <p:sp>
        <p:nvSpPr>
          <p:cNvPr id="38" name="矩形 37"/>
          <p:cNvSpPr/>
          <p:nvPr/>
        </p:nvSpPr>
        <p:spPr>
          <a:xfrm>
            <a:off x="6562560" y="4282920"/>
            <a:ext cx="900360" cy="360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spcBef>
                <a:spcPts val="139"/>
              </a:spcBef>
              <a:spcAft>
                <a:spcPts val="13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n-US" sz="1600" b="1">
                <a:solidFill>
                  <a:srgbClr val="FF0000"/>
                </a:solidFill>
                <a:latin typeface="Arial"/>
              </a:rPr>
              <a:t>Queue</a:t>
            </a:r>
            <a:endParaRPr lang="en-US" sz="1600" b="1">
              <a:solidFill>
                <a:srgbClr val="555555"/>
              </a:solidFill>
              <a:latin typeface="Arial"/>
            </a:endParaRPr>
          </a:p>
        </p:txBody>
      </p:sp>
      <p:sp>
        <p:nvSpPr>
          <p:cNvPr id="39" name="矩形 38"/>
          <p:cNvSpPr/>
          <p:nvPr/>
        </p:nvSpPr>
        <p:spPr>
          <a:xfrm>
            <a:off x="5173680" y="5857920"/>
            <a:ext cx="1103400" cy="333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spcBef>
                <a:spcPts val="139"/>
              </a:spcBef>
              <a:spcAft>
                <a:spcPts val="13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n-US" sz="1600" b="1">
                <a:solidFill>
                  <a:srgbClr val="555555"/>
                </a:solidFill>
                <a:latin typeface="Arial"/>
              </a:rPr>
              <a:t>Occupied</a:t>
            </a:r>
          </a:p>
        </p:txBody>
      </p:sp>
      <p:sp>
        <p:nvSpPr>
          <p:cNvPr id="40" name="矩形 39"/>
          <p:cNvSpPr/>
          <p:nvPr/>
        </p:nvSpPr>
        <p:spPr>
          <a:xfrm>
            <a:off x="4584720" y="4464000"/>
            <a:ext cx="1811160" cy="360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spcBef>
                <a:spcPts val="139"/>
              </a:spcBef>
              <a:spcAft>
                <a:spcPts val="13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n-US" sz="1600" b="1">
                <a:solidFill>
                  <a:srgbClr val="FF972F"/>
                </a:solidFill>
                <a:latin typeface="Arial"/>
              </a:rPr>
              <a:t>Full Update</a:t>
            </a:r>
            <a:endParaRPr lang="en-US" sz="1600" b="1">
              <a:solidFill>
                <a:srgbClr val="555555"/>
              </a:solidFill>
              <a:latin typeface="Arial"/>
            </a:endParaRPr>
          </a:p>
        </p:txBody>
      </p:sp>
      <p:sp>
        <p:nvSpPr>
          <p:cNvPr id="41" name="矩形 40"/>
          <p:cNvSpPr/>
          <p:nvPr/>
        </p:nvSpPr>
        <p:spPr>
          <a:xfrm>
            <a:off x="2736840" y="5327640"/>
            <a:ext cx="1811520" cy="360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spcBef>
                <a:spcPts val="139"/>
              </a:spcBef>
              <a:spcAft>
                <a:spcPts val="139"/>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 pos="9434520" algn="l"/>
                <a:tab pos="9883800" algn="l"/>
                <a:tab pos="10333080" algn="l"/>
                <a:tab pos="10782360" algn="l"/>
              </a:tabLst>
            </a:pPr>
            <a:r>
              <a:rPr lang="en-US" sz="1600" b="1">
                <a:solidFill>
                  <a:srgbClr val="5983B0"/>
                </a:solidFill>
                <a:latin typeface="Arial"/>
              </a:rPr>
              <a:t>Partial Update</a:t>
            </a:r>
            <a:endParaRPr lang="en-US" sz="1600" b="1">
              <a:solidFill>
                <a:srgbClr val="555555"/>
              </a:solidFill>
              <a:latin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2E8F0"/>
        </a:solidFill>
        <a:effectLst/>
      </p:bgPr>
    </p:bg>
    <p:spTree>
      <p:nvGrpSpPr>
        <p:cNvPr id="1" name="Shape 504"/>
        <p:cNvGrpSpPr/>
        <p:nvPr/>
      </p:nvGrpSpPr>
      <p:grpSpPr>
        <a:xfrm>
          <a:off x="0" y="0"/>
          <a:ext cx="0" cy="0"/>
          <a:chOff x="0" y="0"/>
          <a:chExt cx="0" cy="0"/>
        </a:xfrm>
      </p:grpSpPr>
      <p:sp>
        <p:nvSpPr>
          <p:cNvPr id="505" name="Google Shape;505;p31"/>
          <p:cNvSpPr/>
          <p:nvPr/>
        </p:nvSpPr>
        <p:spPr>
          <a:xfrm>
            <a:off x="609600" y="4377750"/>
            <a:ext cx="10972800" cy="1467000"/>
          </a:xfrm>
          <a:prstGeom prst="roundRect">
            <a:avLst>
              <a:gd name="adj" fmla="val 7792"/>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506" name="Google Shape;506;p31"/>
          <p:cNvSpPr/>
          <p:nvPr/>
        </p:nvSpPr>
        <p:spPr>
          <a:xfrm>
            <a:off x="609838" y="1998844"/>
            <a:ext cx="2808000" cy="1590600"/>
          </a:xfrm>
          <a:prstGeom prst="roundRect">
            <a:avLst>
              <a:gd name="adj" fmla="val 7185"/>
            </a:avLst>
          </a:prstGeom>
          <a:solidFill>
            <a:srgbClr val="FFFFFF"/>
          </a:solidFill>
          <a:ln w="19050" cap="flat" cmpd="sng">
            <a:solidFill>
              <a:srgbClr val="0284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507" name="Google Shape;507;p31"/>
          <p:cNvSpPr/>
          <p:nvPr/>
        </p:nvSpPr>
        <p:spPr>
          <a:xfrm>
            <a:off x="4686984" y="1998844"/>
            <a:ext cx="2808000" cy="1590600"/>
          </a:xfrm>
          <a:prstGeom prst="roundRect">
            <a:avLst>
              <a:gd name="adj" fmla="val 7185"/>
            </a:avLst>
          </a:prstGeom>
          <a:solidFill>
            <a:srgbClr val="F0FDF4"/>
          </a:solidFill>
          <a:ln w="19050" cap="flat" cmpd="sng">
            <a:solidFill>
              <a:srgbClr val="10B98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508" name="Google Shape;508;p31"/>
          <p:cNvSpPr/>
          <p:nvPr/>
        </p:nvSpPr>
        <p:spPr>
          <a:xfrm>
            <a:off x="8774400" y="1998844"/>
            <a:ext cx="2808000" cy="1590600"/>
          </a:xfrm>
          <a:prstGeom prst="roundRect">
            <a:avLst>
              <a:gd name="adj" fmla="val 7185"/>
            </a:avLst>
          </a:prstGeom>
          <a:solidFill>
            <a:srgbClr val="FFFFFF"/>
          </a:solidFill>
          <a:ln w="19050" cap="flat" cmpd="sng">
            <a:solidFill>
              <a:srgbClr val="64748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509" name="Google Shape;509;p31"/>
          <p:cNvSpPr/>
          <p:nvPr/>
        </p:nvSpPr>
        <p:spPr>
          <a:xfrm>
            <a:off x="6827787" y="4649212"/>
            <a:ext cx="4488000" cy="924000"/>
          </a:xfrm>
          <a:prstGeom prst="roundRect">
            <a:avLst>
              <a:gd name="adj" fmla="val 10309"/>
            </a:avLst>
          </a:prstGeom>
          <a:solidFill>
            <a:srgbClr val="1E293B"/>
          </a:solidFill>
          <a:ln w="9525" cap="flat" cmpd="sng">
            <a:solidFill>
              <a:srgbClr val="38BDF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510" name="Google Shape;510;p31"/>
          <p:cNvSpPr txBox="1"/>
          <p:nvPr/>
        </p:nvSpPr>
        <p:spPr>
          <a:xfrm>
            <a:off x="609600" y="457200"/>
            <a:ext cx="115824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06 / POWER MANAGEMENT &amp; TIMING SEQUENCE</a:t>
            </a:r>
            <a:endParaRPr/>
          </a:p>
        </p:txBody>
      </p:sp>
      <p:sp>
        <p:nvSpPr>
          <p:cNvPr id="511" name="Google Shape;511;p31"/>
          <p:cNvSpPr txBox="1"/>
          <p:nvPr/>
        </p:nvSpPr>
        <p:spPr>
          <a:xfrm>
            <a:off x="609600" y="695325"/>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3-Tier Power State Machine &amp; Strict Power-On/Wake-Up Timing</a:t>
            </a:r>
            <a:endParaRPr/>
          </a:p>
        </p:txBody>
      </p:sp>
      <p:sp>
        <p:nvSpPr>
          <p:cNvPr id="512" name="Google Shape;512;p31"/>
          <p:cNvSpPr txBox="1"/>
          <p:nvPr/>
        </p:nvSpPr>
        <p:spPr>
          <a:xfrm>
            <a:off x="857488" y="2246494"/>
            <a:ext cx="28911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284C7"/>
                </a:solidFill>
                <a:latin typeface="Noto Sans TC"/>
                <a:ea typeface="Noto Sans TC"/>
                <a:cs typeface="Noto Sans TC"/>
                <a:sym typeface="Noto Sans TC"/>
              </a:rPr>
              <a:t>STATE 01 · ACTIVE</a:t>
            </a:r>
            <a:endParaRPr/>
          </a:p>
        </p:txBody>
      </p:sp>
      <p:sp>
        <p:nvSpPr>
          <p:cNvPr id="513" name="Google Shape;513;p31"/>
          <p:cNvSpPr txBox="1"/>
          <p:nvPr/>
        </p:nvSpPr>
        <p:spPr>
          <a:xfrm>
            <a:off x="857488" y="2456044"/>
            <a:ext cx="28911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150mW+</a:t>
            </a:r>
            <a:endParaRPr/>
          </a:p>
        </p:txBody>
      </p:sp>
      <p:sp>
        <p:nvSpPr>
          <p:cNvPr id="514" name="Google Shape;514;p31"/>
          <p:cNvSpPr txBox="1"/>
          <p:nvPr/>
        </p:nvSpPr>
        <p:spPr>
          <a:xfrm>
            <a:off x="857488" y="2884669"/>
            <a:ext cx="24081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75569"/>
                </a:solidFill>
                <a:latin typeface="Noto Sans TC"/>
                <a:ea typeface="Noto Sans TC"/>
                <a:cs typeface="Noto Sans TC"/>
                <a:sym typeface="Noto Sans TC"/>
              </a:rPr>
              <a:t>PMIC ±15V fully active, instant inking</a:t>
            </a:r>
            <a:endParaRPr/>
          </a:p>
        </p:txBody>
      </p:sp>
      <p:sp>
        <p:nvSpPr>
          <p:cNvPr id="515" name="Google Shape;515;p31"/>
          <p:cNvSpPr txBox="1"/>
          <p:nvPr/>
        </p:nvSpPr>
        <p:spPr>
          <a:xfrm>
            <a:off x="3465552" y="2490544"/>
            <a:ext cx="1173900" cy="161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dirty="0">
                <a:solidFill>
                  <a:srgbClr val="059669"/>
                </a:solidFill>
                <a:latin typeface="Noto Sans TC"/>
                <a:ea typeface="Noto Sans TC"/>
                <a:cs typeface="Noto Sans TC"/>
                <a:sym typeface="Noto Sans TC"/>
              </a:rPr>
              <a:t>Idle &gt; 5s ➔</a:t>
            </a:r>
            <a:endParaRPr dirty="0"/>
          </a:p>
        </p:txBody>
      </p:sp>
      <p:sp>
        <p:nvSpPr>
          <p:cNvPr id="516" name="Google Shape;516;p31"/>
          <p:cNvSpPr txBox="1"/>
          <p:nvPr/>
        </p:nvSpPr>
        <p:spPr>
          <a:xfrm>
            <a:off x="3465552" y="2813231"/>
            <a:ext cx="1173900" cy="161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0284C7"/>
                </a:solidFill>
                <a:latin typeface="Noto Sans TC"/>
                <a:ea typeface="Noto Sans TC"/>
                <a:cs typeface="Noto Sans TC"/>
                <a:sym typeface="Noto Sans TC"/>
              </a:rPr>
              <a:t>◄ 150ms Wake-up</a:t>
            </a:r>
            <a:endParaRPr/>
          </a:p>
        </p:txBody>
      </p:sp>
      <p:sp>
        <p:nvSpPr>
          <p:cNvPr id="517" name="Google Shape;517;p31"/>
          <p:cNvSpPr txBox="1"/>
          <p:nvPr/>
        </p:nvSpPr>
        <p:spPr>
          <a:xfrm>
            <a:off x="4934634" y="2246494"/>
            <a:ext cx="28911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47857"/>
                </a:solidFill>
                <a:latin typeface="Noto Sans TC"/>
                <a:ea typeface="Noto Sans TC"/>
                <a:cs typeface="Noto Sans TC"/>
                <a:sym typeface="Noto Sans TC"/>
              </a:rPr>
              <a:t>STATE 02 · NORMAL SLEEP</a:t>
            </a:r>
            <a:endParaRPr/>
          </a:p>
        </p:txBody>
      </p:sp>
      <p:sp>
        <p:nvSpPr>
          <p:cNvPr id="518" name="Google Shape;518;p31"/>
          <p:cNvSpPr txBox="1"/>
          <p:nvPr/>
        </p:nvSpPr>
        <p:spPr>
          <a:xfrm>
            <a:off x="4934634" y="2456044"/>
            <a:ext cx="28911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59669"/>
                </a:solidFill>
                <a:latin typeface="Noto Sans TC"/>
                <a:ea typeface="Noto Sans TC"/>
                <a:cs typeface="Noto Sans TC"/>
                <a:sym typeface="Noto Sans TC"/>
              </a:rPr>
              <a:t>35 mW</a:t>
            </a:r>
            <a:endParaRPr/>
          </a:p>
        </p:txBody>
      </p:sp>
      <p:sp>
        <p:nvSpPr>
          <p:cNvPr id="519" name="Google Shape;519;p31"/>
          <p:cNvSpPr txBox="1"/>
          <p:nvPr/>
        </p:nvSpPr>
        <p:spPr>
          <a:xfrm>
            <a:off x="4934634" y="2884669"/>
            <a:ext cx="24081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065F46"/>
                </a:solidFill>
                <a:latin typeface="Noto Sans TC"/>
                <a:ea typeface="Noto Sans TC"/>
                <a:cs typeface="Noto Sans TC"/>
                <a:sym typeface="Noto Sans TC"/>
              </a:rPr>
              <a:t>Cuts high-voltage bias to stop crosstalk; LPDDR2 self-refresh</a:t>
            </a:r>
            <a:endParaRPr/>
          </a:p>
        </p:txBody>
      </p:sp>
      <p:sp>
        <p:nvSpPr>
          <p:cNvPr id="520" name="Google Shape;520;p31"/>
          <p:cNvSpPr txBox="1"/>
          <p:nvPr/>
        </p:nvSpPr>
        <p:spPr>
          <a:xfrm>
            <a:off x="7542516" y="2454281"/>
            <a:ext cx="1184100" cy="161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dirty="0">
                <a:solidFill>
                  <a:srgbClr val="D97706"/>
                </a:solidFill>
                <a:latin typeface="Noto Sans TC"/>
                <a:ea typeface="Noto Sans TC"/>
                <a:cs typeface="Noto Sans TC"/>
                <a:sym typeface="Noto Sans TC"/>
              </a:rPr>
              <a:t>Screen Off &gt; 15m ➔</a:t>
            </a:r>
            <a:endParaRPr dirty="0"/>
          </a:p>
        </p:txBody>
      </p:sp>
      <p:sp>
        <p:nvSpPr>
          <p:cNvPr id="521" name="Google Shape;521;p31"/>
          <p:cNvSpPr txBox="1"/>
          <p:nvPr/>
        </p:nvSpPr>
        <p:spPr>
          <a:xfrm>
            <a:off x="7542698" y="2813231"/>
            <a:ext cx="1184100" cy="161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1" i="0" u="none" strike="noStrike" cap="none">
                <a:solidFill>
                  <a:srgbClr val="0284C7"/>
                </a:solidFill>
                <a:latin typeface="Noto Sans TC"/>
                <a:ea typeface="Noto Sans TC"/>
                <a:cs typeface="Noto Sans TC"/>
                <a:sym typeface="Noto Sans TC"/>
              </a:rPr>
              <a:t>◄ 800ms Wake-up</a:t>
            </a:r>
            <a:endParaRPr/>
          </a:p>
        </p:txBody>
      </p:sp>
      <p:sp>
        <p:nvSpPr>
          <p:cNvPr id="522" name="Google Shape;522;p31"/>
          <p:cNvSpPr txBox="1"/>
          <p:nvPr/>
        </p:nvSpPr>
        <p:spPr>
          <a:xfrm>
            <a:off x="9022050" y="2246494"/>
            <a:ext cx="28911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475569"/>
                </a:solidFill>
                <a:latin typeface="Noto Sans TC"/>
                <a:ea typeface="Noto Sans TC"/>
                <a:cs typeface="Noto Sans TC"/>
                <a:sym typeface="Noto Sans TC"/>
              </a:rPr>
              <a:t>STATE 03 · DEEP SLEEP</a:t>
            </a:r>
            <a:endParaRPr/>
          </a:p>
        </p:txBody>
      </p:sp>
      <p:sp>
        <p:nvSpPr>
          <p:cNvPr id="523" name="Google Shape;523;p31"/>
          <p:cNvSpPr txBox="1"/>
          <p:nvPr/>
        </p:nvSpPr>
        <p:spPr>
          <a:xfrm>
            <a:off x="9022050" y="2456044"/>
            <a:ext cx="28911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3 mW</a:t>
            </a:r>
            <a:endParaRPr/>
          </a:p>
        </p:txBody>
      </p:sp>
      <p:sp>
        <p:nvSpPr>
          <p:cNvPr id="524" name="Google Shape;524;p31"/>
          <p:cNvSpPr txBox="1"/>
          <p:nvPr/>
        </p:nvSpPr>
        <p:spPr>
          <a:xfrm>
            <a:off x="9022050" y="2884669"/>
            <a:ext cx="24081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75569"/>
                </a:solidFill>
                <a:latin typeface="Noto Sans TC"/>
                <a:ea typeface="Noto Sans TC"/>
                <a:cs typeface="Noto Sans TC"/>
                <a:sym typeface="Noto Sans TC"/>
              </a:rPr>
              <a:t>PMIC power off; bistability maintains image for 4+ weeks</a:t>
            </a:r>
            <a:endParaRPr/>
          </a:p>
        </p:txBody>
      </p:sp>
      <p:sp>
        <p:nvSpPr>
          <p:cNvPr id="525" name="Google Shape;525;p31"/>
          <p:cNvSpPr txBox="1"/>
          <p:nvPr/>
        </p:nvSpPr>
        <p:spPr>
          <a:xfrm>
            <a:off x="876300" y="4587300"/>
            <a:ext cx="71535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38BDF8"/>
                </a:solidFill>
                <a:latin typeface="Noto Sans TC"/>
                <a:ea typeface="Noto Sans TC"/>
                <a:cs typeface="Noto Sans TC"/>
                <a:sym typeface="Noto Sans TC"/>
              </a:rPr>
              <a:t>Strict 4-Step T-Con Power-On &amp; Wake-Up Sequence</a:t>
            </a:r>
            <a:endParaRPr/>
          </a:p>
        </p:txBody>
      </p:sp>
      <p:sp>
        <p:nvSpPr>
          <p:cNvPr id="526" name="Google Shape;526;p31"/>
          <p:cNvSpPr txBox="1"/>
          <p:nvPr/>
        </p:nvSpPr>
        <p:spPr>
          <a:xfrm>
            <a:off x="876300" y="4844475"/>
            <a:ext cx="5818200" cy="8313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E2E8F0"/>
                </a:solidFill>
                <a:latin typeface="Noto Sans TC"/>
                <a:ea typeface="Noto Sans TC"/>
                <a:cs typeface="Noto Sans TC"/>
                <a:sym typeface="Noto Sans TC"/>
              </a:rPr>
              <a:t>1. Pause SoC MIPI output ➔ 2. Assert WAKEUP_N and sequence VDD/VSH/VSL/VCOM ➔ 3. Wait for READY pin High ➔ 4. Resume continuous MIPI stream</a:t>
            </a:r>
            <a:endParaRPr/>
          </a:p>
        </p:txBody>
      </p:sp>
      <p:sp>
        <p:nvSpPr>
          <p:cNvPr id="527" name="Google Shape;527;p31"/>
          <p:cNvSpPr txBox="1"/>
          <p:nvPr/>
        </p:nvSpPr>
        <p:spPr>
          <a:xfrm>
            <a:off x="7027812" y="4811137"/>
            <a:ext cx="51099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38BDF8"/>
                </a:solidFill>
                <a:latin typeface="Noto Sans TC"/>
                <a:ea typeface="Noto Sans TC"/>
                <a:cs typeface="Noto Sans TC"/>
                <a:sym typeface="Noto Sans TC"/>
              </a:rPr>
              <a:t>Iron Rule: Continuous MIPI Clock</a:t>
            </a:r>
            <a:endParaRPr/>
          </a:p>
        </p:txBody>
      </p:sp>
      <p:sp>
        <p:nvSpPr>
          <p:cNvPr id="528" name="Google Shape;528;p31"/>
          <p:cNvSpPr txBox="1"/>
          <p:nvPr/>
        </p:nvSpPr>
        <p:spPr>
          <a:xfrm>
            <a:off x="7027812" y="5049262"/>
            <a:ext cx="41832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CBD5E1"/>
                </a:solidFill>
                <a:latin typeface="Noto Sans TC"/>
                <a:ea typeface="Noto Sans TC"/>
                <a:cs typeface="Noto Sans TC"/>
                <a:sym typeface="Noto Sans TC"/>
              </a:rPr>
              <a:t>Mandatory Continuous Clock prevents T-Con DSI PLL unlock and white-line tearing artifacts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532"/>
        <p:cNvGrpSpPr/>
        <p:nvPr/>
      </p:nvGrpSpPr>
      <p:grpSpPr>
        <a:xfrm>
          <a:off x="0" y="0"/>
          <a:ext cx="0" cy="0"/>
          <a:chOff x="0" y="0"/>
          <a:chExt cx="0" cy="0"/>
        </a:xfrm>
      </p:grpSpPr>
      <p:sp>
        <p:nvSpPr>
          <p:cNvPr id="533" name="Google Shape;533;p32"/>
          <p:cNvSpPr/>
          <p:nvPr/>
        </p:nvSpPr>
        <p:spPr>
          <a:xfrm>
            <a:off x="528042" y="1943100"/>
            <a:ext cx="10972800" cy="1170490"/>
          </a:xfrm>
          <a:prstGeom prst="roundRect">
            <a:avLst>
              <a:gd name="adj" fmla="val 12244"/>
            </a:avLst>
          </a:prstGeom>
          <a:solidFill>
            <a:srgbClr val="FEF2F2"/>
          </a:solidFill>
          <a:ln w="9525" cap="flat" cmpd="sng">
            <a:solidFill>
              <a:srgbClr val="FECA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4" name="Google Shape;534;p32"/>
          <p:cNvSpPr/>
          <p:nvPr/>
        </p:nvSpPr>
        <p:spPr>
          <a:xfrm>
            <a:off x="528042" y="4095750"/>
            <a:ext cx="2363688" cy="1485900"/>
          </a:xfrm>
          <a:prstGeom prst="roundRect">
            <a:avLst>
              <a:gd name="adj" fmla="val 909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5" name="Google Shape;535;p32"/>
          <p:cNvSpPr/>
          <p:nvPr/>
        </p:nvSpPr>
        <p:spPr>
          <a:xfrm>
            <a:off x="3397744" y="4095750"/>
            <a:ext cx="2454547" cy="1485900"/>
          </a:xfrm>
          <a:prstGeom prst="roundRect">
            <a:avLst>
              <a:gd name="adj" fmla="val 909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6" name="Google Shape;536;p32"/>
          <p:cNvSpPr/>
          <p:nvPr/>
        </p:nvSpPr>
        <p:spPr>
          <a:xfrm>
            <a:off x="6267449" y="4095750"/>
            <a:ext cx="2363688" cy="1485900"/>
          </a:xfrm>
          <a:prstGeom prst="roundRect">
            <a:avLst>
              <a:gd name="adj" fmla="val 9090"/>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7" name="Google Shape;537;p32"/>
          <p:cNvSpPr/>
          <p:nvPr/>
        </p:nvSpPr>
        <p:spPr>
          <a:xfrm>
            <a:off x="9100245" y="3932016"/>
            <a:ext cx="2363688" cy="1794317"/>
          </a:xfrm>
          <a:prstGeom prst="roundRect">
            <a:avLst>
              <a:gd name="adj" fmla="val 7692"/>
            </a:avLst>
          </a:prstGeom>
          <a:solidFill>
            <a:srgbClr val="ECFDF5"/>
          </a:solidFill>
          <a:ln w="9525" cap="flat" cmpd="sng">
            <a:solidFill>
              <a:srgbClr val="6EE7B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538" name="Google Shape;538;p32" descr="image.png"/>
          <p:cNvPicPr preferRelativeResize="0"/>
          <p:nvPr/>
        </p:nvPicPr>
        <p:blipFill rotWithShape="1">
          <a:blip r:embed="rId3">
            <a:alphaModFix/>
          </a:blip>
          <a:srcRect/>
          <a:stretch/>
        </p:blipFill>
        <p:spPr>
          <a:xfrm>
            <a:off x="3063180" y="4619625"/>
            <a:ext cx="163115" cy="209550"/>
          </a:xfrm>
          <a:prstGeom prst="rect">
            <a:avLst/>
          </a:prstGeom>
          <a:noFill/>
          <a:ln>
            <a:noFill/>
          </a:ln>
        </p:spPr>
      </p:pic>
      <p:pic>
        <p:nvPicPr>
          <p:cNvPr id="539" name="Google Shape;539;p32" descr="image.png"/>
          <p:cNvPicPr preferRelativeResize="0"/>
          <p:nvPr/>
        </p:nvPicPr>
        <p:blipFill rotWithShape="1">
          <a:blip r:embed="rId3">
            <a:alphaModFix/>
          </a:blip>
          <a:srcRect/>
          <a:stretch/>
        </p:blipFill>
        <p:spPr>
          <a:xfrm>
            <a:off x="5932884" y="4619625"/>
            <a:ext cx="163115" cy="209550"/>
          </a:xfrm>
          <a:prstGeom prst="rect">
            <a:avLst/>
          </a:prstGeom>
          <a:noFill/>
          <a:ln>
            <a:noFill/>
          </a:ln>
        </p:spPr>
      </p:pic>
      <p:pic>
        <p:nvPicPr>
          <p:cNvPr id="540" name="Google Shape;540;p32" descr="image.png"/>
          <p:cNvPicPr preferRelativeResize="0"/>
          <p:nvPr/>
        </p:nvPicPr>
        <p:blipFill rotWithShape="1">
          <a:blip r:embed="rId4">
            <a:alphaModFix/>
          </a:blip>
          <a:srcRect/>
          <a:stretch/>
        </p:blipFill>
        <p:spPr>
          <a:xfrm>
            <a:off x="8802588" y="4619625"/>
            <a:ext cx="163115" cy="209550"/>
          </a:xfrm>
          <a:prstGeom prst="rect">
            <a:avLst/>
          </a:prstGeom>
          <a:noFill/>
          <a:ln>
            <a:noFill/>
          </a:ln>
        </p:spPr>
      </p:pic>
      <p:sp>
        <p:nvSpPr>
          <p:cNvPr id="541" name="Google Shape;541;p32"/>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06 / PRODUCTION ROBUSTNESS &amp; ESD SELF-HEALING</a:t>
            </a:r>
            <a:endParaRPr/>
          </a:p>
        </p:txBody>
      </p:sp>
      <p:sp>
        <p:nvSpPr>
          <p:cNvPr id="542" name="Google Shape;542;p32"/>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Combating ±15kV ESD Strikes: 1.5-Second Seamless Self-Healing Closed Loop</a:t>
            </a:r>
            <a:endParaRPr/>
          </a:p>
        </p:txBody>
      </p:sp>
      <p:sp>
        <p:nvSpPr>
          <p:cNvPr id="544" name="Google Shape;544;p32"/>
          <p:cNvSpPr txBox="1"/>
          <p:nvPr/>
        </p:nvSpPr>
        <p:spPr>
          <a:xfrm>
            <a:off x="804267" y="2143125"/>
            <a:ext cx="101520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75" b="1" i="0" u="none" strike="noStrike" cap="none">
                <a:solidFill>
                  <a:srgbClr val="991B1B"/>
                </a:solidFill>
                <a:latin typeface="Noto Sans TC"/>
                <a:ea typeface="Noto Sans TC"/>
                <a:cs typeface="Noto Sans TC"/>
                <a:sym typeface="Noto Sans TC"/>
              </a:rPr>
              <a:t>Kernel Watchdog Workqueue: esd_check_delay_work (1.5s periodic heartbeat check)</a:t>
            </a:r>
            <a:endParaRPr/>
          </a:p>
        </p:txBody>
      </p:sp>
      <p:sp>
        <p:nvSpPr>
          <p:cNvPr id="545" name="Google Shape;545;p32"/>
          <p:cNvSpPr txBox="1"/>
          <p:nvPr/>
        </p:nvSpPr>
        <p:spPr>
          <a:xfrm>
            <a:off x="804267" y="2447925"/>
            <a:ext cx="9668619"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7F1D1D"/>
                </a:solidFill>
                <a:latin typeface="Noto Sans TC"/>
                <a:ea typeface="Noto Sans TC"/>
                <a:cs typeface="Noto Sans TC"/>
                <a:sym typeface="Noto Sans TC"/>
              </a:rPr>
              <a:t>Touching large panels in dry environments causes I2C NACK or T-Con RISC-V hang; 4-step auto-recovery triggers upon fault detection:</a:t>
            </a:r>
            <a:endParaRPr/>
          </a:p>
        </p:txBody>
      </p:sp>
      <p:sp>
        <p:nvSpPr>
          <p:cNvPr id="546" name="Google Shape;546;p32"/>
          <p:cNvSpPr txBox="1"/>
          <p:nvPr/>
        </p:nvSpPr>
        <p:spPr>
          <a:xfrm>
            <a:off x="728067" y="4333875"/>
            <a:ext cx="2454547"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DC2626"/>
                </a:solidFill>
                <a:latin typeface="Noto Sans TC"/>
                <a:ea typeface="Noto Sans TC"/>
                <a:cs typeface="Noto Sans TC"/>
                <a:sym typeface="Noto Sans TC"/>
              </a:rPr>
              <a:t>STEP 01 · HARD RESET</a:t>
            </a:r>
            <a:endParaRPr/>
          </a:p>
        </p:txBody>
      </p:sp>
      <p:sp>
        <p:nvSpPr>
          <p:cNvPr id="547" name="Google Shape;547;p32"/>
          <p:cNvSpPr txBox="1"/>
          <p:nvPr/>
        </p:nvSpPr>
        <p:spPr>
          <a:xfrm>
            <a:off x="728067" y="4572000"/>
            <a:ext cx="257727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Assert Hardware Reset</a:t>
            </a:r>
            <a:endParaRPr/>
          </a:p>
        </p:txBody>
      </p:sp>
      <p:sp>
        <p:nvSpPr>
          <p:cNvPr id="548" name="Google Shape;548;p32"/>
          <p:cNvSpPr txBox="1"/>
          <p:nvPr/>
        </p:nvSpPr>
        <p:spPr>
          <a:xfrm>
            <a:off x="728067" y="5108352"/>
            <a:ext cx="2454547"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Forces reset of T-Con chip internal state</a:t>
            </a:r>
            <a:endParaRPr dirty="0"/>
          </a:p>
        </p:txBody>
      </p:sp>
      <p:sp>
        <p:nvSpPr>
          <p:cNvPr id="549" name="Google Shape;549;p32"/>
          <p:cNvSpPr txBox="1"/>
          <p:nvPr/>
        </p:nvSpPr>
        <p:spPr>
          <a:xfrm>
            <a:off x="3597770" y="4333875"/>
            <a:ext cx="2454547"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D97706"/>
                </a:solidFill>
                <a:latin typeface="Noto Sans TC"/>
                <a:ea typeface="Noto Sans TC"/>
                <a:cs typeface="Noto Sans TC"/>
                <a:sym typeface="Noto Sans TC"/>
              </a:rPr>
              <a:t>STEP 02 · PMIC CYCLE</a:t>
            </a:r>
            <a:endParaRPr/>
          </a:p>
        </p:txBody>
      </p:sp>
      <p:sp>
        <p:nvSpPr>
          <p:cNvPr id="550" name="Google Shape;550;p32"/>
          <p:cNvSpPr txBox="1"/>
          <p:nvPr/>
        </p:nvSpPr>
        <p:spPr>
          <a:xfrm>
            <a:off x="3597770" y="4572000"/>
            <a:ext cx="257727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Re-enable </a:t>
            </a:r>
          </a:p>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High-Voltage Rails</a:t>
            </a:r>
            <a:endParaRPr dirty="0"/>
          </a:p>
        </p:txBody>
      </p:sp>
      <p:sp>
        <p:nvSpPr>
          <p:cNvPr id="551" name="Google Shape;551;p32"/>
          <p:cNvSpPr txBox="1"/>
          <p:nvPr/>
        </p:nvSpPr>
        <p:spPr>
          <a:xfrm>
            <a:off x="3559894" y="5081346"/>
            <a:ext cx="2454547"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Discharges residual polarization charge on panel</a:t>
            </a:r>
            <a:endParaRPr dirty="0"/>
          </a:p>
        </p:txBody>
      </p:sp>
      <p:sp>
        <p:nvSpPr>
          <p:cNvPr id="552" name="Google Shape;552;p32"/>
          <p:cNvSpPr txBox="1"/>
          <p:nvPr/>
        </p:nvSpPr>
        <p:spPr>
          <a:xfrm>
            <a:off x="6467474" y="4333875"/>
            <a:ext cx="2454547"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STEP 03 · RELOAD CFG</a:t>
            </a:r>
            <a:endParaRPr/>
          </a:p>
        </p:txBody>
      </p:sp>
      <p:sp>
        <p:nvSpPr>
          <p:cNvPr id="553" name="Google Shape;553;p32"/>
          <p:cNvSpPr txBox="1"/>
          <p:nvPr/>
        </p:nvSpPr>
        <p:spPr>
          <a:xfrm>
            <a:off x="6467474" y="4572000"/>
            <a:ext cx="2577275"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Reload VCOM &amp; </a:t>
            </a:r>
          </a:p>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Waveform LUT</a:t>
            </a:r>
            <a:endParaRPr dirty="0"/>
          </a:p>
        </p:txBody>
      </p:sp>
      <p:sp>
        <p:nvSpPr>
          <p:cNvPr id="554" name="Google Shape;554;p32"/>
          <p:cNvSpPr txBox="1"/>
          <p:nvPr/>
        </p:nvSpPr>
        <p:spPr>
          <a:xfrm>
            <a:off x="6467473" y="5081346"/>
            <a:ext cx="2454547"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Automatically writes back calibration from /persist</a:t>
            </a:r>
            <a:endParaRPr dirty="0"/>
          </a:p>
        </p:txBody>
      </p:sp>
      <p:sp>
        <p:nvSpPr>
          <p:cNvPr id="555" name="Google Shape;555;p32"/>
          <p:cNvSpPr txBox="1"/>
          <p:nvPr/>
        </p:nvSpPr>
        <p:spPr>
          <a:xfrm>
            <a:off x="9337178" y="4219575"/>
            <a:ext cx="2454547"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47857"/>
                </a:solidFill>
                <a:latin typeface="Noto Sans TC"/>
                <a:ea typeface="Noto Sans TC"/>
                <a:cs typeface="Noto Sans TC"/>
                <a:sym typeface="Noto Sans TC"/>
              </a:rPr>
              <a:t>STEP 04 · GC16 REDRAW</a:t>
            </a:r>
            <a:endParaRPr/>
          </a:p>
        </p:txBody>
      </p:sp>
      <p:sp>
        <p:nvSpPr>
          <p:cNvPr id="556" name="Google Shape;556;p32"/>
          <p:cNvSpPr txBox="1"/>
          <p:nvPr/>
        </p:nvSpPr>
        <p:spPr>
          <a:xfrm>
            <a:off x="9337178" y="4457700"/>
            <a:ext cx="2577275"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65F46"/>
                </a:solidFill>
                <a:latin typeface="Noto Sans TC"/>
                <a:ea typeface="Noto Sans TC"/>
                <a:cs typeface="Noto Sans TC"/>
                <a:sym typeface="Noto Sans TC"/>
              </a:rPr>
              <a:t>Seamlessly Re-render Active Frame</a:t>
            </a:r>
            <a:endParaRPr/>
          </a:p>
        </p:txBody>
      </p:sp>
      <p:sp>
        <p:nvSpPr>
          <p:cNvPr id="557" name="Google Shape;557;p32"/>
          <p:cNvSpPr txBox="1"/>
          <p:nvPr/>
        </p:nvSpPr>
        <p:spPr>
          <a:xfrm>
            <a:off x="9337178" y="5016720"/>
            <a:ext cx="2058888"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047857"/>
                </a:solidFill>
                <a:latin typeface="Noto Sans TC"/>
                <a:ea typeface="Noto Sans TC"/>
                <a:cs typeface="Noto Sans TC"/>
                <a:sym typeface="Noto Sans TC"/>
              </a:rPr>
              <a:t>No system reboot needed; zero customer RMA returns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1"/>
        <p:cNvGrpSpPr/>
        <p:nvPr/>
      </p:nvGrpSpPr>
      <p:grpSpPr>
        <a:xfrm>
          <a:off x="0" y="0"/>
          <a:ext cx="0" cy="0"/>
          <a:chOff x="0" y="0"/>
          <a:chExt cx="0" cy="0"/>
        </a:xfrm>
      </p:grpSpPr>
      <p:sp>
        <p:nvSpPr>
          <p:cNvPr id="562" name="Google Shape;562;p33"/>
          <p:cNvSpPr/>
          <p:nvPr/>
        </p:nvSpPr>
        <p:spPr>
          <a:xfrm>
            <a:off x="609600" y="1368250"/>
            <a:ext cx="685800" cy="57150"/>
          </a:xfrm>
          <a:prstGeom prst="rect">
            <a:avLst/>
          </a:prstGeom>
          <a:solidFill>
            <a:srgbClr val="DC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3" name="Google Shape;563;p33"/>
          <p:cNvSpPr/>
          <p:nvPr/>
        </p:nvSpPr>
        <p:spPr>
          <a:xfrm>
            <a:off x="514350" y="3670626"/>
            <a:ext cx="2600325" cy="1203778"/>
          </a:xfrm>
          <a:prstGeom prst="roundRect">
            <a:avLst>
              <a:gd name="adj" fmla="val 11363"/>
            </a:avLst>
          </a:prstGeom>
          <a:solidFill>
            <a:srgbClr val="F8FAFC"/>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4" name="Google Shape;564;p33"/>
          <p:cNvSpPr/>
          <p:nvPr/>
        </p:nvSpPr>
        <p:spPr>
          <a:xfrm>
            <a:off x="3305175" y="3670625"/>
            <a:ext cx="2600325" cy="1203777"/>
          </a:xfrm>
          <a:prstGeom prst="roundRect">
            <a:avLst>
              <a:gd name="adj" fmla="val 11363"/>
            </a:avLst>
          </a:prstGeom>
          <a:solidFill>
            <a:srgbClr val="F8FAFC"/>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5" name="Google Shape;565;p33"/>
          <p:cNvSpPr/>
          <p:nvPr/>
        </p:nvSpPr>
        <p:spPr>
          <a:xfrm>
            <a:off x="6096000" y="3670626"/>
            <a:ext cx="2682240" cy="1203776"/>
          </a:xfrm>
          <a:prstGeom prst="roundRect">
            <a:avLst>
              <a:gd name="adj" fmla="val 11363"/>
            </a:avLst>
          </a:prstGeom>
          <a:solidFill>
            <a:srgbClr val="F8FAFC"/>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6" name="Google Shape;566;p33"/>
          <p:cNvSpPr/>
          <p:nvPr/>
        </p:nvSpPr>
        <p:spPr>
          <a:xfrm>
            <a:off x="8886825" y="3670626"/>
            <a:ext cx="2950368" cy="1203776"/>
          </a:xfrm>
          <a:prstGeom prst="roundRect">
            <a:avLst>
              <a:gd name="adj" fmla="val 11363"/>
            </a:avLst>
          </a:prstGeom>
          <a:solidFill>
            <a:srgbClr val="F8FAFC"/>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7" name="Google Shape;567;p33"/>
          <p:cNvSpPr txBox="1"/>
          <p:nvPr/>
        </p:nvSpPr>
        <p:spPr>
          <a:xfrm>
            <a:off x="609600" y="1615900"/>
            <a:ext cx="115824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DC2626"/>
                </a:solidFill>
                <a:latin typeface="Noto Sans TC"/>
                <a:ea typeface="Noto Sans TC"/>
                <a:cs typeface="Noto Sans TC"/>
                <a:sym typeface="Noto Sans TC"/>
              </a:rPr>
              <a:t>SECTION 07 · PRODUCTION WAR STORIES &amp; DEBUG TOOLCHAIN</a:t>
            </a:r>
            <a:endParaRPr/>
          </a:p>
        </p:txBody>
      </p:sp>
      <p:sp>
        <p:nvSpPr>
          <p:cNvPr id="568" name="Google Shape;568;p33"/>
          <p:cNvSpPr txBox="1"/>
          <p:nvPr/>
        </p:nvSpPr>
        <p:spPr>
          <a:xfrm>
            <a:off x="609600" y="1901650"/>
            <a:ext cx="11582400" cy="132959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600" b="1" i="0" u="none" strike="noStrike" cap="none" dirty="0">
                <a:solidFill>
                  <a:srgbClr val="0F172A"/>
                </a:solidFill>
                <a:latin typeface="Noto Sans TC"/>
                <a:ea typeface="Noto Sans TC"/>
                <a:cs typeface="Noto Sans TC"/>
                <a:sym typeface="Noto Sans TC"/>
              </a:rPr>
              <a:t>[Special Topic] 11 Golden Lessons Learned &amp; Visual Debug Toolchain</a:t>
            </a:r>
            <a:endParaRPr dirty="0"/>
          </a:p>
        </p:txBody>
      </p:sp>
      <p:sp>
        <p:nvSpPr>
          <p:cNvPr id="569" name="Google Shape;569;p33"/>
          <p:cNvSpPr txBox="1"/>
          <p:nvPr/>
        </p:nvSpPr>
        <p:spPr>
          <a:xfrm>
            <a:off x="714375" y="3870651"/>
            <a:ext cx="2750343"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0284C7"/>
                </a:solidFill>
                <a:latin typeface="Noto Sans TC"/>
                <a:ea typeface="Noto Sans TC"/>
                <a:cs typeface="Noto Sans TC"/>
                <a:sym typeface="Noto Sans TC"/>
              </a:rPr>
              <a:t>Module 1: Latency &amp; </a:t>
            </a:r>
          </a:p>
          <a:p>
            <a:pPr marL="0" marR="0" lvl="0" indent="0" algn="l" rtl="0">
              <a:spcBef>
                <a:spcPts val="0"/>
              </a:spcBef>
              <a:spcAft>
                <a:spcPts val="0"/>
              </a:spcAft>
              <a:buNone/>
            </a:pPr>
            <a:r>
              <a:rPr lang="en-US" sz="1350" b="1" i="0" u="none" strike="noStrike" cap="none" dirty="0">
                <a:solidFill>
                  <a:srgbClr val="0284C7"/>
                </a:solidFill>
                <a:latin typeface="Noto Sans TC"/>
                <a:ea typeface="Noto Sans TC"/>
                <a:cs typeface="Noto Sans TC"/>
                <a:sym typeface="Noto Sans TC"/>
              </a:rPr>
              <a:t>Geometry</a:t>
            </a:r>
            <a:endParaRPr dirty="0"/>
          </a:p>
        </p:txBody>
      </p:sp>
      <p:sp>
        <p:nvSpPr>
          <p:cNvPr id="570" name="Google Shape;570;p33"/>
          <p:cNvSpPr txBox="1"/>
          <p:nvPr/>
        </p:nvSpPr>
        <p:spPr>
          <a:xfrm>
            <a:off x="714373" y="4420151"/>
            <a:ext cx="2750343"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Lesson 1, 2, 3, 4</a:t>
            </a:r>
            <a:endParaRPr dirty="0"/>
          </a:p>
        </p:txBody>
      </p:sp>
      <p:sp>
        <p:nvSpPr>
          <p:cNvPr id="571" name="Google Shape;571;p33"/>
          <p:cNvSpPr txBox="1"/>
          <p:nvPr/>
        </p:nvSpPr>
        <p:spPr>
          <a:xfrm>
            <a:off x="3505200" y="3870651"/>
            <a:ext cx="2750343"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059669"/>
                </a:solidFill>
                <a:latin typeface="Noto Sans TC"/>
                <a:ea typeface="Noto Sans TC"/>
                <a:cs typeface="Noto Sans TC"/>
                <a:sym typeface="Noto Sans TC"/>
              </a:rPr>
              <a:t>Module 2: Crosstalk &amp; </a:t>
            </a:r>
          </a:p>
          <a:p>
            <a:pPr marL="0" marR="0" lvl="0" indent="0" algn="l" rtl="0">
              <a:spcBef>
                <a:spcPts val="0"/>
              </a:spcBef>
              <a:spcAft>
                <a:spcPts val="0"/>
              </a:spcAft>
              <a:buNone/>
            </a:pPr>
            <a:r>
              <a:rPr lang="en-US" sz="1350" b="1" i="0" u="none" strike="noStrike" cap="none" dirty="0">
                <a:solidFill>
                  <a:srgbClr val="059669"/>
                </a:solidFill>
                <a:latin typeface="Noto Sans TC"/>
                <a:ea typeface="Noto Sans TC"/>
                <a:cs typeface="Noto Sans TC"/>
                <a:sym typeface="Noto Sans TC"/>
              </a:rPr>
              <a:t>Flicker Suppression</a:t>
            </a:r>
            <a:endParaRPr dirty="0"/>
          </a:p>
        </p:txBody>
      </p:sp>
      <p:sp>
        <p:nvSpPr>
          <p:cNvPr id="572" name="Google Shape;572;p33"/>
          <p:cNvSpPr txBox="1"/>
          <p:nvPr/>
        </p:nvSpPr>
        <p:spPr>
          <a:xfrm>
            <a:off x="3505199" y="4404828"/>
            <a:ext cx="2750343"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Lesson 5, 6</a:t>
            </a:r>
            <a:endParaRPr dirty="0"/>
          </a:p>
        </p:txBody>
      </p:sp>
      <p:sp>
        <p:nvSpPr>
          <p:cNvPr id="573" name="Google Shape;573;p33"/>
          <p:cNvSpPr txBox="1"/>
          <p:nvPr/>
        </p:nvSpPr>
        <p:spPr>
          <a:xfrm>
            <a:off x="6296025" y="3870651"/>
            <a:ext cx="275034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D97706"/>
                </a:solidFill>
                <a:latin typeface="Noto Sans TC"/>
                <a:ea typeface="Noto Sans TC"/>
                <a:cs typeface="Noto Sans TC"/>
                <a:sym typeface="Noto Sans TC"/>
              </a:rPr>
              <a:t>Module 3: Timing Isolation &amp; Anti-Deadlock</a:t>
            </a:r>
            <a:endParaRPr/>
          </a:p>
        </p:txBody>
      </p:sp>
      <p:sp>
        <p:nvSpPr>
          <p:cNvPr id="574" name="Google Shape;574;p33"/>
          <p:cNvSpPr txBox="1"/>
          <p:nvPr/>
        </p:nvSpPr>
        <p:spPr>
          <a:xfrm>
            <a:off x="6296025" y="4420151"/>
            <a:ext cx="2750343"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Lesson 4, 7</a:t>
            </a:r>
            <a:endParaRPr dirty="0"/>
          </a:p>
        </p:txBody>
      </p:sp>
      <p:sp>
        <p:nvSpPr>
          <p:cNvPr id="575" name="Google Shape;575;p33"/>
          <p:cNvSpPr txBox="1"/>
          <p:nvPr/>
        </p:nvSpPr>
        <p:spPr>
          <a:xfrm>
            <a:off x="9086850" y="3870651"/>
            <a:ext cx="275034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7C3AED"/>
                </a:solidFill>
                <a:latin typeface="Noto Sans TC"/>
                <a:ea typeface="Noto Sans TC"/>
                <a:cs typeface="Noto Sans TC"/>
                <a:sym typeface="Noto Sans TC"/>
              </a:rPr>
              <a:t>Module 4: 3 Visual Debug Tools</a:t>
            </a:r>
            <a:endParaRPr/>
          </a:p>
        </p:txBody>
      </p:sp>
      <p:sp>
        <p:nvSpPr>
          <p:cNvPr id="576" name="Google Shape;576;p33"/>
          <p:cNvSpPr txBox="1"/>
          <p:nvPr/>
        </p:nvSpPr>
        <p:spPr>
          <a:xfrm>
            <a:off x="9086850" y="4393253"/>
            <a:ext cx="2750343"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475569"/>
                </a:solidFill>
                <a:latin typeface="Noto Sans TC"/>
                <a:ea typeface="Noto Sans TC"/>
                <a:cs typeface="Noto Sans TC"/>
                <a:sym typeface="Noto Sans TC"/>
              </a:rPr>
              <a:t>Lesson 8, 9, 10</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2E8F0"/>
        </a:solidFill>
        <a:effectLst/>
      </p:bgPr>
    </p:bg>
    <p:spTree>
      <p:nvGrpSpPr>
        <p:cNvPr id="1" name="Shape 580"/>
        <p:cNvGrpSpPr/>
        <p:nvPr/>
      </p:nvGrpSpPr>
      <p:grpSpPr>
        <a:xfrm>
          <a:off x="0" y="0"/>
          <a:ext cx="0" cy="0"/>
          <a:chOff x="0" y="0"/>
          <a:chExt cx="0" cy="0"/>
        </a:xfrm>
      </p:grpSpPr>
      <p:sp>
        <p:nvSpPr>
          <p:cNvPr id="581" name="TextBox 580"/>
          <p:cNvSpPr txBox="1"/>
          <p:nvPr/>
        </p:nvSpPr>
        <p:spPr>
          <a:xfrm>
            <a:off x="612648" y="457200"/>
            <a:ext cx="10972800" cy="228600"/>
          </a:xfrm>
          <a:prstGeom prst="rect">
            <a:avLst/>
          </a:prstGeom>
          <a:noFill/>
        </p:spPr>
        <p:txBody>
          <a:bodyPr wrap="square" lIns="0" tIns="0" rIns="0" bIns="0">
            <a:spAutoFit/>
          </a:bodyPr>
          <a:lstStyle/>
          <a:p>
            <a:pPr>
              <a:defRPr sz="1125" b="1">
                <a:solidFill>
                  <a:srgbClr val="DC2626"/>
                </a:solidFill>
                <a:latin typeface="Noto Sans TC"/>
              </a:defRPr>
            </a:pPr>
            <a:r>
              <a:t>07 / LESSONS 1, 2 &amp; 3 — LATENCY REDUCTION TRILOGY</a:t>
            </a:r>
          </a:p>
        </p:txBody>
      </p:sp>
      <p:sp>
        <p:nvSpPr>
          <p:cNvPr id="582" name="TextBox 581"/>
          <p:cNvSpPr txBox="1"/>
          <p:nvPr/>
        </p:nvSpPr>
        <p:spPr>
          <a:xfrm>
            <a:off x="612648" y="685800"/>
            <a:ext cx="10972800" cy="411480"/>
          </a:xfrm>
          <a:prstGeom prst="rect">
            <a:avLst/>
          </a:prstGeom>
          <a:noFill/>
        </p:spPr>
        <p:txBody>
          <a:bodyPr wrap="square" lIns="0" tIns="0" rIns="0" bIns="0">
            <a:spAutoFit/>
          </a:bodyPr>
          <a:lstStyle/>
          <a:p>
            <a:pPr>
              <a:defRPr sz="2550" b="1">
                <a:solidFill>
                  <a:srgbClr val="0F172A"/>
                </a:solidFill>
                <a:latin typeface="Noto Sans TC"/>
              </a:defRPr>
            </a:pPr>
            <a:r>
              <a:rPr dirty="0"/>
              <a:t>Handwriting Latency Reduction Trilogy: Bus Overclock, Batch Refresh &amp; Framework Bypass</a:t>
            </a:r>
          </a:p>
        </p:txBody>
      </p:sp>
      <p:sp>
        <p:nvSpPr>
          <p:cNvPr id="583" name="TextBox 582"/>
          <p:cNvSpPr txBox="1"/>
          <p:nvPr/>
        </p:nvSpPr>
        <p:spPr>
          <a:xfrm>
            <a:off x="612648" y="1563624"/>
            <a:ext cx="10972800" cy="184666"/>
          </a:xfrm>
          <a:prstGeom prst="rect">
            <a:avLst/>
          </a:prstGeom>
          <a:noFill/>
        </p:spPr>
        <p:txBody>
          <a:bodyPr wrap="square" lIns="0" tIns="0" rIns="0" bIns="0">
            <a:spAutoFit/>
          </a:bodyPr>
          <a:lstStyle/>
          <a:p>
            <a:pPr>
              <a:defRPr sz="1200">
                <a:solidFill>
                  <a:srgbClr val="475569"/>
                </a:solidFill>
                <a:latin typeface="Noto Sans TC"/>
              </a:defRPr>
            </a:pPr>
            <a:r>
              <a:rPr dirty="0"/>
              <a:t>Breaking layer-by-layer cumulative latency: from low-level SPI DMA and T-Con waveform cadence to Android touch bypass</a:t>
            </a:r>
          </a:p>
        </p:txBody>
      </p:sp>
      <p:sp>
        <p:nvSpPr>
          <p:cNvPr id="584" name="Rounded Rectangle 583"/>
          <p:cNvSpPr/>
          <p:nvPr/>
        </p:nvSpPr>
        <p:spPr>
          <a:xfrm>
            <a:off x="612648" y="2262271"/>
            <a:ext cx="3502152" cy="4462619"/>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5" name="TextBox 584"/>
          <p:cNvSpPr txBox="1"/>
          <p:nvPr/>
        </p:nvSpPr>
        <p:spPr>
          <a:xfrm>
            <a:off x="795528" y="2490872"/>
            <a:ext cx="3136392" cy="228600"/>
          </a:xfrm>
          <a:prstGeom prst="rect">
            <a:avLst/>
          </a:prstGeom>
          <a:noFill/>
        </p:spPr>
        <p:txBody>
          <a:bodyPr wrap="square" lIns="0" tIns="0" rIns="0" bIns="0">
            <a:spAutoFit/>
          </a:bodyPr>
          <a:lstStyle/>
          <a:p>
            <a:pPr>
              <a:defRPr sz="1100" b="1">
                <a:solidFill>
                  <a:srgbClr val="0284C7"/>
                </a:solidFill>
                <a:latin typeface="Noto Sans TC"/>
              </a:defRPr>
            </a:pPr>
            <a:r>
              <a:t>LESSON 01 · 24MHz HSPI</a:t>
            </a:r>
          </a:p>
        </p:txBody>
      </p:sp>
      <p:sp>
        <p:nvSpPr>
          <p:cNvPr id="586" name="TextBox 585"/>
          <p:cNvSpPr txBox="1"/>
          <p:nvPr/>
        </p:nvSpPr>
        <p:spPr>
          <a:xfrm>
            <a:off x="795528" y="2765192"/>
            <a:ext cx="3136392" cy="492443"/>
          </a:xfrm>
          <a:prstGeom prst="rect">
            <a:avLst/>
          </a:prstGeom>
          <a:noFill/>
        </p:spPr>
        <p:txBody>
          <a:bodyPr wrap="square" lIns="0" tIns="0" rIns="0" bIns="0">
            <a:spAutoFit/>
          </a:bodyPr>
          <a:lstStyle/>
          <a:p>
            <a:pPr>
              <a:defRPr sz="1450" b="1">
                <a:solidFill>
                  <a:srgbClr val="0F172A"/>
                </a:solidFill>
                <a:latin typeface="Noto Sans TC"/>
              </a:defRPr>
            </a:pPr>
            <a:r>
              <a:rPr sz="1600" dirty="0"/>
              <a:t>Kernel Overclocks SPI to 24MHz Limit</a:t>
            </a:r>
          </a:p>
        </p:txBody>
      </p:sp>
      <p:sp>
        <p:nvSpPr>
          <p:cNvPr id="587" name="TextBox 586"/>
          <p:cNvSpPr txBox="1"/>
          <p:nvPr/>
        </p:nvSpPr>
        <p:spPr>
          <a:xfrm>
            <a:off x="795528" y="3498079"/>
            <a:ext cx="3136392" cy="1231106"/>
          </a:xfrm>
          <a:prstGeom prst="rect">
            <a:avLst/>
          </a:prstGeom>
          <a:noFill/>
        </p:spPr>
        <p:txBody>
          <a:bodyPr wrap="square" lIns="0" tIns="0" rIns="0" bIns="0">
            <a:spAutoFit/>
          </a:bodyPr>
          <a:lstStyle/>
          <a:p>
            <a:pPr>
              <a:spcAft>
                <a:spcPts val="1000"/>
              </a:spcAft>
              <a:defRPr sz="1100">
                <a:solidFill>
                  <a:srgbClr val="334155"/>
                </a:solidFill>
                <a:latin typeface="Noto Sans TC"/>
              </a:defRPr>
            </a:pPr>
            <a:r>
              <a:rPr sz="1600" dirty="0"/>
              <a:t>[Initial Bottleneck] </a:t>
            </a:r>
            <a:r>
              <a:rPr lang="en-US" altLang="zh-TW" sz="1600" dirty="0"/>
              <a:t>Need check SOC and </a:t>
            </a:r>
            <a:r>
              <a:rPr lang="en-US" altLang="zh-TW" sz="1600" dirty="0" err="1"/>
              <a:t>Tcon</a:t>
            </a:r>
            <a:r>
              <a:rPr lang="en-US" altLang="zh-TW" sz="1600" dirty="0"/>
              <a:t> SPI speed, for this project, </a:t>
            </a:r>
            <a:r>
              <a:rPr lang="en-US" altLang="zh-TW" sz="1600" dirty="0" err="1"/>
              <a:t>Tcon</a:t>
            </a:r>
            <a:r>
              <a:rPr lang="en-US" altLang="zh-TW" sz="1600" dirty="0"/>
              <a:t> max </a:t>
            </a:r>
            <a:r>
              <a:rPr lang="en-US" altLang="zh-TW" sz="1600" dirty="0" err="1"/>
              <a:t>spi</a:t>
            </a:r>
            <a:r>
              <a:rPr lang="en-US" altLang="zh-TW" sz="1600" dirty="0"/>
              <a:t> speed is 24Mhz, need check SOC SPI settings</a:t>
            </a:r>
            <a:r>
              <a:rPr sz="1600" dirty="0"/>
              <a:t>.</a:t>
            </a:r>
          </a:p>
        </p:txBody>
      </p:sp>
      <p:sp>
        <p:nvSpPr>
          <p:cNvPr id="588" name="Rounded Rectangle 587"/>
          <p:cNvSpPr/>
          <p:nvPr/>
        </p:nvSpPr>
        <p:spPr>
          <a:xfrm>
            <a:off x="777240" y="5828432"/>
            <a:ext cx="3172968" cy="548640"/>
          </a:xfrm>
          <a:prstGeom prst="roundRect">
            <a:avLst/>
          </a:prstGeom>
          <a:solidFill>
            <a:srgbClr val="EFF6FF"/>
          </a:solidFill>
          <a:ln w="1905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9" name="TextBox 588"/>
          <p:cNvSpPr txBox="1"/>
          <p:nvPr/>
        </p:nvSpPr>
        <p:spPr>
          <a:xfrm>
            <a:off x="841248" y="5892440"/>
            <a:ext cx="3044952" cy="411480"/>
          </a:xfrm>
          <a:prstGeom prst="rect">
            <a:avLst/>
          </a:prstGeom>
          <a:noFill/>
        </p:spPr>
        <p:txBody>
          <a:bodyPr wrap="square" lIns="0" tIns="0" rIns="0" bIns="0">
            <a:spAutoFit/>
          </a:bodyPr>
          <a:lstStyle/>
          <a:p>
            <a:pPr>
              <a:defRPr sz="1050" b="1">
                <a:solidFill>
                  <a:srgbClr val="0284C7"/>
                </a:solidFill>
                <a:latin typeface="Noto Sans TC"/>
              </a:defRPr>
            </a:pPr>
            <a:r>
              <a:t>⚡ 4KB transfer dropped from 32ms to 1.36ms (24x speedup)</a:t>
            </a:r>
          </a:p>
        </p:txBody>
      </p:sp>
      <p:sp>
        <p:nvSpPr>
          <p:cNvPr id="590" name="Rounded Rectangle 589"/>
          <p:cNvSpPr/>
          <p:nvPr/>
        </p:nvSpPr>
        <p:spPr>
          <a:xfrm>
            <a:off x="4343400" y="2262272"/>
            <a:ext cx="3502152" cy="4462618"/>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1" name="TextBox 590"/>
          <p:cNvSpPr txBox="1"/>
          <p:nvPr/>
        </p:nvSpPr>
        <p:spPr>
          <a:xfrm>
            <a:off x="4526280" y="2490872"/>
            <a:ext cx="3136392" cy="228600"/>
          </a:xfrm>
          <a:prstGeom prst="rect">
            <a:avLst/>
          </a:prstGeom>
          <a:noFill/>
        </p:spPr>
        <p:txBody>
          <a:bodyPr wrap="square" lIns="0" tIns="0" rIns="0" bIns="0">
            <a:spAutoFit/>
          </a:bodyPr>
          <a:lstStyle/>
          <a:p>
            <a:pPr>
              <a:defRPr sz="1100" b="1">
                <a:solidFill>
                  <a:srgbClr val="059669"/>
                </a:solidFill>
                <a:latin typeface="Noto Sans TC"/>
              </a:defRPr>
            </a:pPr>
            <a:r>
              <a:t>LESSON 02 · BATCH REFRESH</a:t>
            </a:r>
          </a:p>
        </p:txBody>
      </p:sp>
      <p:sp>
        <p:nvSpPr>
          <p:cNvPr id="592" name="TextBox 591"/>
          <p:cNvSpPr txBox="1"/>
          <p:nvPr/>
        </p:nvSpPr>
        <p:spPr>
          <a:xfrm>
            <a:off x="4526280" y="2765192"/>
            <a:ext cx="3136392" cy="492443"/>
          </a:xfrm>
          <a:prstGeom prst="rect">
            <a:avLst/>
          </a:prstGeom>
          <a:noFill/>
        </p:spPr>
        <p:txBody>
          <a:bodyPr wrap="square" lIns="0" tIns="0" rIns="0" bIns="0">
            <a:spAutoFit/>
          </a:bodyPr>
          <a:lstStyle/>
          <a:p>
            <a:pPr>
              <a:defRPr sz="1450" b="1">
                <a:solidFill>
                  <a:srgbClr val="0F172A"/>
                </a:solidFill>
                <a:latin typeface="Noto Sans TC"/>
              </a:defRPr>
            </a:pPr>
            <a:r>
              <a:rPr lang="en-US" sz="1600" dirty="0"/>
              <a:t>Merge</a:t>
            </a:r>
            <a:r>
              <a:rPr sz="1600" dirty="0"/>
              <a:t> 2 </a:t>
            </a:r>
            <a:r>
              <a:rPr lang="en-US" sz="1600" dirty="0"/>
              <a:t>partial update data</a:t>
            </a:r>
            <a:r>
              <a:rPr sz="1600" dirty="0"/>
              <a:t> Per Display Refresh</a:t>
            </a:r>
          </a:p>
        </p:txBody>
      </p:sp>
      <p:sp>
        <p:nvSpPr>
          <p:cNvPr id="593" name="TextBox 592"/>
          <p:cNvSpPr txBox="1"/>
          <p:nvPr/>
        </p:nvSpPr>
        <p:spPr>
          <a:xfrm>
            <a:off x="4526280" y="3321643"/>
            <a:ext cx="3319272" cy="2462213"/>
          </a:xfrm>
          <a:prstGeom prst="rect">
            <a:avLst/>
          </a:prstGeom>
          <a:noFill/>
        </p:spPr>
        <p:txBody>
          <a:bodyPr wrap="square" lIns="0" tIns="0" rIns="0" bIns="0">
            <a:spAutoFit/>
          </a:bodyPr>
          <a:lstStyle/>
          <a:p>
            <a:pPr marL="285750" indent="-285750">
              <a:buFont typeface="Arial" panose="020B0604020202020204" pitchFamily="34" charset="0"/>
              <a:buChar char="•"/>
              <a:defRPr sz="1100">
                <a:solidFill>
                  <a:srgbClr val="334155"/>
                </a:solidFill>
                <a:latin typeface="Noto Sans TC"/>
              </a:defRPr>
            </a:pPr>
            <a:r>
              <a:rPr lang="en-US" sz="1600" dirty="0"/>
              <a:t>The T-Con refreshes the screen every 11.6 </a:t>
            </a:r>
            <a:r>
              <a:rPr lang="en-US" sz="1600" dirty="0" err="1"/>
              <a:t>ms</a:t>
            </a:r>
            <a:endParaRPr lang="en-US" sz="1600" dirty="0"/>
          </a:p>
          <a:p>
            <a:pPr marL="285750" indent="-285750">
              <a:buFont typeface="Arial" panose="020B0604020202020204" pitchFamily="34" charset="0"/>
              <a:buChar char="•"/>
              <a:defRPr sz="1100">
                <a:solidFill>
                  <a:srgbClr val="334155"/>
                </a:solidFill>
                <a:latin typeface="Noto Sans TC"/>
              </a:defRPr>
            </a:pPr>
            <a:endParaRPr lang="en-US" sz="1600" dirty="0"/>
          </a:p>
          <a:p>
            <a:pPr marL="285750" indent="-285750">
              <a:buFont typeface="Arial" panose="020B0604020202020204" pitchFamily="34" charset="0"/>
              <a:buChar char="•"/>
              <a:defRPr sz="1100">
                <a:solidFill>
                  <a:srgbClr val="334155"/>
                </a:solidFill>
                <a:latin typeface="Noto Sans TC"/>
              </a:defRPr>
            </a:pPr>
            <a:r>
              <a:rPr lang="en-US" sz="1600" dirty="0"/>
              <a:t>If there is a lot of pending data, send multiple data packets first and then refresh the screen</a:t>
            </a:r>
          </a:p>
          <a:p>
            <a:pPr marL="285750" indent="-285750">
              <a:buFont typeface="Arial" panose="020B0604020202020204" pitchFamily="34" charset="0"/>
              <a:buChar char="•"/>
              <a:defRPr sz="1100">
                <a:solidFill>
                  <a:srgbClr val="334155"/>
                </a:solidFill>
                <a:latin typeface="Noto Sans TC"/>
              </a:defRPr>
            </a:pPr>
            <a:endParaRPr lang="en-US" sz="1600" dirty="0"/>
          </a:p>
          <a:p>
            <a:pPr marL="285750" indent="-285750">
              <a:buFont typeface="Arial" panose="020B0604020202020204" pitchFamily="34" charset="0"/>
              <a:buChar char="•"/>
              <a:defRPr sz="1100">
                <a:solidFill>
                  <a:srgbClr val="334155"/>
                </a:solidFill>
                <a:latin typeface="Noto Sans TC"/>
              </a:defRPr>
            </a:pPr>
            <a:r>
              <a:rPr lang="en-US" sz="1600" dirty="0"/>
              <a:t>Based on our experiments, send two packets before refreshing is enough.</a:t>
            </a:r>
          </a:p>
        </p:txBody>
      </p:sp>
      <p:sp>
        <p:nvSpPr>
          <p:cNvPr id="594" name="Rounded Rectangle 593"/>
          <p:cNvSpPr/>
          <p:nvPr/>
        </p:nvSpPr>
        <p:spPr>
          <a:xfrm>
            <a:off x="4507992" y="5828432"/>
            <a:ext cx="3172968" cy="548640"/>
          </a:xfrm>
          <a:prstGeom prst="roundRect">
            <a:avLst/>
          </a:prstGeom>
          <a:solidFill>
            <a:srgbClr val="ECFDF5"/>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5" name="TextBox 594"/>
          <p:cNvSpPr txBox="1"/>
          <p:nvPr/>
        </p:nvSpPr>
        <p:spPr>
          <a:xfrm>
            <a:off x="4572000" y="5892440"/>
            <a:ext cx="3044952" cy="411480"/>
          </a:xfrm>
          <a:prstGeom prst="rect">
            <a:avLst/>
          </a:prstGeom>
          <a:noFill/>
        </p:spPr>
        <p:txBody>
          <a:bodyPr wrap="square" lIns="0" tIns="0" rIns="0" bIns="0">
            <a:spAutoFit/>
          </a:bodyPr>
          <a:lstStyle/>
          <a:p>
            <a:pPr>
              <a:defRPr sz="1050" b="1">
                <a:solidFill>
                  <a:srgbClr val="059669"/>
                </a:solidFill>
                <a:latin typeface="Noto Sans TC"/>
              </a:defRPr>
            </a:pPr>
            <a:r>
              <a:t>🛡️ Aligns with T-Con waveform rhythm; zero dropped strokes</a:t>
            </a:r>
          </a:p>
        </p:txBody>
      </p:sp>
      <p:sp>
        <p:nvSpPr>
          <p:cNvPr id="596" name="Rounded Rectangle 595"/>
          <p:cNvSpPr/>
          <p:nvPr/>
        </p:nvSpPr>
        <p:spPr>
          <a:xfrm>
            <a:off x="8074152" y="2262271"/>
            <a:ext cx="3502152" cy="4462617"/>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7" name="TextBox 596"/>
          <p:cNvSpPr txBox="1"/>
          <p:nvPr/>
        </p:nvSpPr>
        <p:spPr>
          <a:xfrm>
            <a:off x="8257032" y="2490872"/>
            <a:ext cx="3136392" cy="228600"/>
          </a:xfrm>
          <a:prstGeom prst="rect">
            <a:avLst/>
          </a:prstGeom>
          <a:noFill/>
        </p:spPr>
        <p:txBody>
          <a:bodyPr wrap="square" lIns="0" tIns="0" rIns="0" bIns="0">
            <a:spAutoFit/>
          </a:bodyPr>
          <a:lstStyle/>
          <a:p>
            <a:pPr>
              <a:defRPr sz="1100" b="1">
                <a:solidFill>
                  <a:srgbClr val="7C3AED"/>
                </a:solidFill>
                <a:latin typeface="Noto Sans TC"/>
              </a:defRPr>
            </a:pPr>
            <a:r>
              <a:t>LESSON 03 · BYPASS FRAMEWORK</a:t>
            </a:r>
          </a:p>
        </p:txBody>
      </p:sp>
      <p:sp>
        <p:nvSpPr>
          <p:cNvPr id="598" name="TextBox 597"/>
          <p:cNvSpPr txBox="1"/>
          <p:nvPr/>
        </p:nvSpPr>
        <p:spPr>
          <a:xfrm>
            <a:off x="8257032" y="2765192"/>
            <a:ext cx="3136392" cy="492443"/>
          </a:xfrm>
          <a:prstGeom prst="rect">
            <a:avLst/>
          </a:prstGeom>
          <a:noFill/>
        </p:spPr>
        <p:txBody>
          <a:bodyPr wrap="square" lIns="0" tIns="0" rIns="0" bIns="0">
            <a:spAutoFit/>
          </a:bodyPr>
          <a:lstStyle/>
          <a:p>
            <a:pPr>
              <a:defRPr sz="1450" b="1">
                <a:solidFill>
                  <a:srgbClr val="0F172A"/>
                </a:solidFill>
                <a:latin typeface="Noto Sans TC"/>
              </a:defRPr>
            </a:pPr>
            <a:r>
              <a:rPr sz="1600" dirty="0"/>
              <a:t>Direct Touch Driver Hook Bypasses Framework</a:t>
            </a:r>
          </a:p>
        </p:txBody>
      </p:sp>
      <p:sp>
        <p:nvSpPr>
          <p:cNvPr id="599" name="TextBox 598"/>
          <p:cNvSpPr txBox="1"/>
          <p:nvPr/>
        </p:nvSpPr>
        <p:spPr>
          <a:xfrm>
            <a:off x="8275320" y="3498079"/>
            <a:ext cx="3136392" cy="2098010"/>
          </a:xfrm>
          <a:prstGeom prst="rect">
            <a:avLst/>
          </a:prstGeom>
          <a:noFill/>
        </p:spPr>
        <p:txBody>
          <a:bodyPr wrap="square" lIns="0" tIns="0" rIns="0" bIns="0">
            <a:spAutoFit/>
          </a:bodyPr>
          <a:lstStyle/>
          <a:p>
            <a:pPr>
              <a:spcAft>
                <a:spcPts val="1000"/>
              </a:spcAft>
              <a:defRPr sz="1100">
                <a:solidFill>
                  <a:srgbClr val="334155"/>
                </a:solidFill>
                <a:latin typeface="Noto Sans TC"/>
              </a:defRPr>
            </a:pPr>
            <a:r>
              <a:rPr sz="1600" dirty="0"/>
              <a:t>[System Latency] Android Framework batches touch events, adding </a:t>
            </a:r>
            <a:r>
              <a:rPr sz="1600" dirty="0" err="1"/>
              <a:t>SurfaceFlinger</a:t>
            </a:r>
            <a:r>
              <a:rPr sz="1600" dirty="0"/>
              <a:t> wait and inflating latency &gt;</a:t>
            </a:r>
            <a:r>
              <a:rPr lang="en-US" sz="1600" dirty="0"/>
              <a:t>45</a:t>
            </a:r>
            <a:r>
              <a:rPr sz="1600" dirty="0"/>
              <a:t>ms.</a:t>
            </a:r>
          </a:p>
          <a:p>
            <a:pPr>
              <a:defRPr sz="1100">
                <a:solidFill>
                  <a:srgbClr val="334155"/>
                </a:solidFill>
                <a:latin typeface="Noto Sans TC"/>
              </a:defRPr>
            </a:pPr>
            <a:r>
              <a:rPr sz="1600" dirty="0"/>
              <a:t>[Direct Bypass] Bypasses display pipeline; directly hooks /dev/input/event* with </a:t>
            </a:r>
            <a:r>
              <a:rPr sz="1600" dirty="0" err="1"/>
              <a:t>oneway</a:t>
            </a:r>
            <a:r>
              <a:rPr sz="1600" dirty="0"/>
              <a:t> Binder IPC to </a:t>
            </a:r>
            <a:r>
              <a:rPr sz="1600" dirty="0" err="1"/>
              <a:t>einkservice</a:t>
            </a:r>
            <a:r>
              <a:rPr sz="1600" dirty="0"/>
              <a:t>.</a:t>
            </a:r>
          </a:p>
        </p:txBody>
      </p:sp>
      <p:sp>
        <p:nvSpPr>
          <p:cNvPr id="600" name="Rounded Rectangle 599"/>
          <p:cNvSpPr/>
          <p:nvPr/>
        </p:nvSpPr>
        <p:spPr>
          <a:xfrm>
            <a:off x="8238744" y="5828432"/>
            <a:ext cx="3172968" cy="548640"/>
          </a:xfrm>
          <a:prstGeom prst="roundRect">
            <a:avLst/>
          </a:prstGeom>
          <a:solidFill>
            <a:srgbClr val="F5F3FF"/>
          </a:solidFill>
          <a:ln w="1905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1" name="TextBox 600"/>
          <p:cNvSpPr txBox="1"/>
          <p:nvPr/>
        </p:nvSpPr>
        <p:spPr>
          <a:xfrm>
            <a:off x="8302752" y="5892440"/>
            <a:ext cx="3044952" cy="411480"/>
          </a:xfrm>
          <a:prstGeom prst="rect">
            <a:avLst/>
          </a:prstGeom>
          <a:noFill/>
        </p:spPr>
        <p:txBody>
          <a:bodyPr wrap="square" lIns="0" tIns="0" rIns="0" bIns="0">
            <a:spAutoFit/>
          </a:bodyPr>
          <a:lstStyle/>
          <a:p>
            <a:pPr>
              <a:defRPr sz="1050" b="1">
                <a:solidFill>
                  <a:srgbClr val="7C3AED"/>
                </a:solidFill>
                <a:latin typeface="Noto Sans TC"/>
              </a:defRPr>
            </a:pPr>
            <a:r>
              <a:t>🚀 End-to-end report delay &lt;1.5ms; cuts 30~50ms framework overhead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571500" y="2166937"/>
            <a:ext cx="5600700" cy="3343275"/>
          </a:xfrm>
          <a:prstGeom prst="roundRect">
            <a:avLst>
              <a:gd name="adj" fmla="val 3418"/>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 name="Google Shape;85;p13"/>
          <p:cNvSpPr/>
          <p:nvPr/>
        </p:nvSpPr>
        <p:spPr>
          <a:xfrm>
            <a:off x="800100" y="4443412"/>
            <a:ext cx="5143500" cy="838200"/>
          </a:xfrm>
          <a:prstGeom prst="roundRect">
            <a:avLst>
              <a:gd name="adj" fmla="val 9090"/>
            </a:avLst>
          </a:prstGeom>
          <a:solidFill>
            <a:srgbClr val="FE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3"/>
          <p:cNvSpPr/>
          <p:nvPr/>
        </p:nvSpPr>
        <p:spPr>
          <a:xfrm>
            <a:off x="6477000" y="2228850"/>
            <a:ext cx="5143500" cy="1638300"/>
          </a:xfrm>
          <a:prstGeom prst="roundRect">
            <a:avLst>
              <a:gd name="adj" fmla="val 5813"/>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3"/>
          <p:cNvSpPr/>
          <p:nvPr/>
        </p:nvSpPr>
        <p:spPr>
          <a:xfrm>
            <a:off x="6477000" y="4038600"/>
            <a:ext cx="5143500" cy="1409700"/>
          </a:xfrm>
          <a:prstGeom prst="roundRect">
            <a:avLst>
              <a:gd name="adj" fmla="val 6756"/>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 name="Google Shape;88;p13"/>
          <p:cNvSpPr/>
          <p:nvPr/>
        </p:nvSpPr>
        <p:spPr>
          <a:xfrm>
            <a:off x="4733925" y="2395537"/>
            <a:ext cx="1209675" cy="247650"/>
          </a:xfrm>
          <a:prstGeom prst="roundRect">
            <a:avLst>
              <a:gd name="adj" fmla="val 23076"/>
            </a:avLst>
          </a:prstGeom>
          <a:solidFill>
            <a:srgbClr val="ECFD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 name="Google Shape;89;p13"/>
          <p:cNvSpPr/>
          <p:nvPr/>
        </p:nvSpPr>
        <p:spPr>
          <a:xfrm>
            <a:off x="800100" y="2814637"/>
            <a:ext cx="1625649" cy="1457325"/>
          </a:xfrm>
          <a:prstGeom prst="roundRect">
            <a:avLst>
              <a:gd name="adj" fmla="val 5228"/>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 name="Google Shape;90;p13"/>
          <p:cNvSpPr/>
          <p:nvPr/>
        </p:nvSpPr>
        <p:spPr>
          <a:xfrm>
            <a:off x="2559099" y="2814637"/>
            <a:ext cx="1625649" cy="1457325"/>
          </a:xfrm>
          <a:prstGeom prst="roundRect">
            <a:avLst>
              <a:gd name="adj" fmla="val 5228"/>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 name="Google Shape;91;p13"/>
          <p:cNvSpPr/>
          <p:nvPr/>
        </p:nvSpPr>
        <p:spPr>
          <a:xfrm>
            <a:off x="4318099" y="2814637"/>
            <a:ext cx="1625649" cy="1457325"/>
          </a:xfrm>
          <a:prstGeom prst="roundRect">
            <a:avLst>
              <a:gd name="adj" fmla="val 5228"/>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2" name="Google Shape;92;p13" descr="image.png"/>
          <p:cNvPicPr preferRelativeResize="0"/>
          <p:nvPr/>
        </p:nvPicPr>
        <p:blipFill rotWithShape="1">
          <a:blip r:embed="rId3">
            <a:alphaModFix/>
          </a:blip>
          <a:srcRect/>
          <a:stretch/>
        </p:blipFill>
        <p:spPr>
          <a:xfrm>
            <a:off x="895350" y="2909887"/>
            <a:ext cx="1435149" cy="800100"/>
          </a:xfrm>
          <a:prstGeom prst="rect">
            <a:avLst/>
          </a:prstGeom>
          <a:noFill/>
          <a:ln>
            <a:noFill/>
          </a:ln>
        </p:spPr>
      </p:pic>
      <p:pic>
        <p:nvPicPr>
          <p:cNvPr id="93" name="Google Shape;93;p13" descr="image.png"/>
          <p:cNvPicPr preferRelativeResize="0"/>
          <p:nvPr/>
        </p:nvPicPr>
        <p:blipFill rotWithShape="1">
          <a:blip r:embed="rId4">
            <a:alphaModFix/>
          </a:blip>
          <a:srcRect/>
          <a:stretch/>
        </p:blipFill>
        <p:spPr>
          <a:xfrm>
            <a:off x="2654349" y="2909887"/>
            <a:ext cx="1435149" cy="800100"/>
          </a:xfrm>
          <a:prstGeom prst="rect">
            <a:avLst/>
          </a:prstGeom>
          <a:noFill/>
          <a:ln>
            <a:noFill/>
          </a:ln>
        </p:spPr>
      </p:pic>
      <p:pic>
        <p:nvPicPr>
          <p:cNvPr id="94" name="Google Shape;94;p13" descr="image.png"/>
          <p:cNvPicPr preferRelativeResize="0"/>
          <p:nvPr/>
        </p:nvPicPr>
        <p:blipFill rotWithShape="1">
          <a:blip r:embed="rId5">
            <a:alphaModFix/>
          </a:blip>
          <a:srcRect/>
          <a:stretch/>
        </p:blipFill>
        <p:spPr>
          <a:xfrm>
            <a:off x="4413349" y="2909887"/>
            <a:ext cx="1435149" cy="800100"/>
          </a:xfrm>
          <a:prstGeom prst="rect">
            <a:avLst/>
          </a:prstGeom>
          <a:noFill/>
          <a:ln>
            <a:noFill/>
          </a:ln>
        </p:spPr>
      </p:pic>
      <p:pic>
        <p:nvPicPr>
          <p:cNvPr id="95" name="Google Shape;95;p13" descr="image.png"/>
          <p:cNvPicPr preferRelativeResize="0"/>
          <p:nvPr/>
        </p:nvPicPr>
        <p:blipFill rotWithShape="1">
          <a:blip r:embed="rId6">
            <a:alphaModFix/>
          </a:blip>
          <a:srcRect/>
          <a:stretch/>
        </p:blipFill>
        <p:spPr>
          <a:xfrm>
            <a:off x="971550" y="4595812"/>
            <a:ext cx="142875" cy="142875"/>
          </a:xfrm>
          <a:prstGeom prst="rect">
            <a:avLst/>
          </a:prstGeom>
          <a:noFill/>
          <a:ln>
            <a:noFill/>
          </a:ln>
        </p:spPr>
      </p:pic>
      <p:pic>
        <p:nvPicPr>
          <p:cNvPr id="96" name="Google Shape;96;p13" descr="image.png"/>
          <p:cNvPicPr preferRelativeResize="0"/>
          <p:nvPr/>
        </p:nvPicPr>
        <p:blipFill rotWithShape="1">
          <a:blip r:embed="rId7">
            <a:alphaModFix/>
          </a:blip>
          <a:srcRect/>
          <a:stretch/>
        </p:blipFill>
        <p:spPr>
          <a:xfrm>
            <a:off x="895350" y="2909887"/>
            <a:ext cx="1435149" cy="800100"/>
          </a:xfrm>
          <a:prstGeom prst="rect">
            <a:avLst/>
          </a:prstGeom>
          <a:noFill/>
          <a:ln>
            <a:noFill/>
          </a:ln>
        </p:spPr>
      </p:pic>
      <p:pic>
        <p:nvPicPr>
          <p:cNvPr id="97" name="Google Shape;97;p13" descr="image.png"/>
          <p:cNvPicPr preferRelativeResize="0"/>
          <p:nvPr/>
        </p:nvPicPr>
        <p:blipFill rotWithShape="1">
          <a:blip r:embed="rId8">
            <a:alphaModFix/>
          </a:blip>
          <a:srcRect/>
          <a:stretch/>
        </p:blipFill>
        <p:spPr>
          <a:xfrm>
            <a:off x="2654349" y="2909887"/>
            <a:ext cx="1435149" cy="800100"/>
          </a:xfrm>
          <a:prstGeom prst="rect">
            <a:avLst/>
          </a:prstGeom>
          <a:noFill/>
          <a:ln>
            <a:noFill/>
          </a:ln>
        </p:spPr>
      </p:pic>
      <p:pic>
        <p:nvPicPr>
          <p:cNvPr id="98" name="Google Shape;98;p13" descr="image.png"/>
          <p:cNvPicPr preferRelativeResize="0"/>
          <p:nvPr/>
        </p:nvPicPr>
        <p:blipFill rotWithShape="1">
          <a:blip r:embed="rId9">
            <a:alphaModFix/>
          </a:blip>
          <a:srcRect/>
          <a:stretch/>
        </p:blipFill>
        <p:spPr>
          <a:xfrm>
            <a:off x="4422874" y="2909887"/>
            <a:ext cx="1416099" cy="800100"/>
          </a:xfrm>
          <a:prstGeom prst="rect">
            <a:avLst/>
          </a:prstGeom>
          <a:noFill/>
          <a:ln>
            <a:noFill/>
          </a:ln>
        </p:spPr>
      </p:pic>
      <p:sp>
        <p:nvSpPr>
          <p:cNvPr id="99" name="Google Shape;99;p13"/>
          <p:cNvSpPr txBox="1"/>
          <p:nvPr/>
        </p:nvSpPr>
        <p:spPr>
          <a:xfrm>
            <a:off x="571500" y="419100"/>
            <a:ext cx="116205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D97706"/>
                </a:solidFill>
                <a:latin typeface="DM Sans"/>
                <a:ea typeface="DM Sans"/>
                <a:cs typeface="DM Sans"/>
                <a:sym typeface="DM Sans"/>
              </a:rPr>
              <a:t>07 / ENGINEERING LESSONS LEARNED</a:t>
            </a:r>
            <a:endParaRPr/>
          </a:p>
        </p:txBody>
      </p:sp>
      <p:sp>
        <p:nvSpPr>
          <p:cNvPr id="100" name="Google Shape;100;p13"/>
          <p:cNvSpPr txBox="1"/>
          <p:nvPr/>
        </p:nvSpPr>
        <p:spPr>
          <a:xfrm>
            <a:off x="571500" y="647700"/>
            <a:ext cx="1162050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F172A"/>
                </a:solidFill>
                <a:latin typeface="DM Sans"/>
                <a:ea typeface="DM Sans"/>
                <a:cs typeface="DM Sans"/>
                <a:sym typeface="DM Sans"/>
              </a:rPr>
              <a:t>Frame Shift Detection via Test Patterns</a:t>
            </a:r>
            <a:endParaRPr/>
          </a:p>
        </p:txBody>
      </p:sp>
      <p:sp>
        <p:nvSpPr>
          <p:cNvPr id="101" name="Google Shape;101;p13"/>
          <p:cNvSpPr txBox="1"/>
          <p:nvPr/>
        </p:nvSpPr>
        <p:spPr>
          <a:xfrm>
            <a:off x="800099" y="2419350"/>
            <a:ext cx="2973003"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F172A"/>
                </a:solidFill>
                <a:latin typeface="DM Sans"/>
                <a:ea typeface="DM Sans"/>
                <a:cs typeface="DM Sans"/>
                <a:sym typeface="DM Sans"/>
              </a:rPr>
              <a:t>Lesson 04: Essential Test Pattern Suite</a:t>
            </a:r>
            <a:endParaRPr dirty="0"/>
          </a:p>
        </p:txBody>
      </p:sp>
      <p:sp>
        <p:nvSpPr>
          <p:cNvPr id="102" name="Google Shape;102;p13"/>
          <p:cNvSpPr txBox="1"/>
          <p:nvPr/>
        </p:nvSpPr>
        <p:spPr>
          <a:xfrm>
            <a:off x="4829175" y="2433637"/>
            <a:ext cx="111442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59669"/>
                </a:solidFill>
                <a:latin typeface="DM Sans"/>
                <a:ea typeface="DM Sans"/>
                <a:cs typeface="DM Sans"/>
                <a:sym typeface="DM Sans"/>
              </a:rPr>
              <a:t>Bring-Up Phase</a:t>
            </a:r>
            <a:endParaRPr/>
          </a:p>
        </p:txBody>
      </p:sp>
      <p:sp>
        <p:nvSpPr>
          <p:cNvPr id="103" name="Google Shape;103;p13"/>
          <p:cNvSpPr txBox="1"/>
          <p:nvPr/>
        </p:nvSpPr>
        <p:spPr>
          <a:xfrm>
            <a:off x="971550" y="4576762"/>
            <a:ext cx="6000750" cy="190500"/>
          </a:xfrm>
          <a:prstGeom prst="rect">
            <a:avLst/>
          </a:prstGeom>
          <a:noFill/>
          <a:ln>
            <a:noFill/>
          </a:ln>
        </p:spPr>
        <p:txBody>
          <a:bodyPr spcFirstLastPara="1" wrap="square" lIns="219075" tIns="0" rIns="0" bIns="0" anchor="t" anchorCtr="0">
            <a:spAutoFit/>
          </a:bodyPr>
          <a:lstStyle/>
          <a:p>
            <a:pPr marL="0" marR="0" lvl="0" indent="0" algn="l" rtl="0">
              <a:spcBef>
                <a:spcPts val="0"/>
              </a:spcBef>
              <a:spcAft>
                <a:spcPts val="0"/>
              </a:spcAft>
              <a:buNone/>
            </a:pPr>
            <a:r>
              <a:rPr lang="en-US" sz="1125" b="1" i="0" u="none" strike="noStrike" cap="none">
                <a:solidFill>
                  <a:srgbClr val="B91C1C"/>
                </a:solidFill>
                <a:latin typeface="DM Sans"/>
                <a:ea typeface="DM Sans"/>
                <a:cs typeface="DM Sans"/>
                <a:sym typeface="DM Sans"/>
              </a:rPr>
              <a:t>Porch &amp; Stride Mismatch</a:t>
            </a:r>
            <a:endParaRPr/>
          </a:p>
        </p:txBody>
      </p:sp>
      <p:sp>
        <p:nvSpPr>
          <p:cNvPr id="104" name="Google Shape;104;p13"/>
          <p:cNvSpPr txBox="1"/>
          <p:nvPr/>
        </p:nvSpPr>
        <p:spPr>
          <a:xfrm>
            <a:off x="971550" y="4805362"/>
            <a:ext cx="4895850" cy="342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7F1D1D"/>
                </a:solidFill>
                <a:latin typeface="DM Sans"/>
                <a:ea typeface="DM Sans"/>
                <a:cs typeface="DM Sans"/>
                <a:sym typeface="DM Sans"/>
              </a:rPr>
              <a:t>A single-pixel offset shifts the dirty bounding box away from the pen stroke, forcing redundant invalidation.</a:t>
            </a:r>
            <a:endParaRPr/>
          </a:p>
        </p:txBody>
      </p:sp>
      <p:sp>
        <p:nvSpPr>
          <p:cNvPr id="105" name="Google Shape;105;p13"/>
          <p:cNvSpPr txBox="1"/>
          <p:nvPr/>
        </p:nvSpPr>
        <p:spPr>
          <a:xfrm>
            <a:off x="6705600" y="2438400"/>
            <a:ext cx="5486400"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DC2626"/>
                </a:solidFill>
                <a:latin typeface="DM Sans"/>
                <a:ea typeface="DM Sans"/>
                <a:cs typeface="DM Sans"/>
                <a:sym typeface="DM Sans"/>
              </a:rPr>
              <a:t>The Latency Degradation Trap</a:t>
            </a:r>
            <a:endParaRPr/>
          </a:p>
        </p:txBody>
      </p:sp>
      <p:sp>
        <p:nvSpPr>
          <p:cNvPr id="106" name="Google Shape;106;p13"/>
          <p:cNvSpPr txBox="1"/>
          <p:nvPr/>
        </p:nvSpPr>
        <p:spPr>
          <a:xfrm>
            <a:off x="6705600" y="2743200"/>
            <a:ext cx="478155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When frame coordinates shift due to horizontal timing errors, partial updates overwrite stale areas, causing visible trailing artifacts and triggering fallback full refreshes (&gt;120ms latency).</a:t>
            </a:r>
            <a:endParaRPr/>
          </a:p>
        </p:txBody>
      </p:sp>
      <p:sp>
        <p:nvSpPr>
          <p:cNvPr id="107" name="Google Shape;107;p13"/>
          <p:cNvSpPr txBox="1"/>
          <p:nvPr/>
        </p:nvSpPr>
        <p:spPr>
          <a:xfrm>
            <a:off x="6705600" y="4248150"/>
            <a:ext cx="5486400"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59669"/>
                </a:solidFill>
                <a:latin typeface="DM Sans"/>
                <a:ea typeface="DM Sans"/>
                <a:cs typeface="DM Sans"/>
                <a:sym typeface="DM Sans"/>
              </a:rPr>
              <a:t>Standard Bring-Up Protocol</a:t>
            </a:r>
            <a:endParaRPr/>
          </a:p>
        </p:txBody>
      </p:sp>
      <p:sp>
        <p:nvSpPr>
          <p:cNvPr id="108" name="Google Shape;108;p13"/>
          <p:cNvSpPr txBox="1"/>
          <p:nvPr/>
        </p:nvSpPr>
        <p:spPr>
          <a:xfrm>
            <a:off x="6705600" y="4552950"/>
            <a:ext cx="4781550" cy="685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DM Sans"/>
                <a:ea typeface="DM Sans"/>
                <a:cs typeface="DM Sans"/>
                <a:sym typeface="DM Sans"/>
              </a:rPr>
              <a:t>Inject 1-pixel border frames and checkerboard test patterns at Bootloader / Kernel probe to verify 1:1 pixel mapping before writing handwriting drivers.</a:t>
            </a:r>
            <a:endParaRPr/>
          </a:p>
        </p:txBody>
      </p:sp>
      <p:sp>
        <p:nvSpPr>
          <p:cNvPr id="109" name="Google Shape;109;p13"/>
          <p:cNvSpPr txBox="1"/>
          <p:nvPr/>
        </p:nvSpPr>
        <p:spPr>
          <a:xfrm>
            <a:off x="892522" y="3786187"/>
            <a:ext cx="1440656"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1" i="0" u="none" strike="noStrike" cap="none">
                <a:solidFill>
                  <a:srgbClr val="0F172A"/>
                </a:solidFill>
                <a:latin typeface="DM Sans"/>
                <a:ea typeface="DM Sans"/>
                <a:cs typeface="DM Sans"/>
                <a:sym typeface="DM Sans"/>
              </a:rPr>
              <a:t>Crosshair &amp; Border</a:t>
            </a:r>
            <a:endParaRPr/>
          </a:p>
        </p:txBody>
      </p:sp>
      <p:sp>
        <p:nvSpPr>
          <p:cNvPr id="110" name="Google Shape;110;p13"/>
          <p:cNvSpPr txBox="1"/>
          <p:nvPr/>
        </p:nvSpPr>
        <p:spPr>
          <a:xfrm>
            <a:off x="955625" y="4024312"/>
            <a:ext cx="1314450" cy="152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0" i="0" u="none" strike="noStrike" cap="none">
                <a:solidFill>
                  <a:srgbClr val="64748B"/>
                </a:solidFill>
                <a:latin typeface="DM Sans"/>
                <a:ea typeface="DM Sans"/>
                <a:cs typeface="DM Sans"/>
                <a:sym typeface="DM Sans"/>
              </a:rPr>
              <a:t>Porch timing offset</a:t>
            </a:r>
            <a:endParaRPr/>
          </a:p>
        </p:txBody>
      </p:sp>
      <p:sp>
        <p:nvSpPr>
          <p:cNvPr id="111" name="Google Shape;111;p13"/>
          <p:cNvSpPr txBox="1"/>
          <p:nvPr/>
        </p:nvSpPr>
        <p:spPr>
          <a:xfrm>
            <a:off x="2786062" y="3786187"/>
            <a:ext cx="1171575"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1" i="0" u="none" strike="noStrike" cap="none">
                <a:solidFill>
                  <a:srgbClr val="0F172A"/>
                </a:solidFill>
                <a:latin typeface="DM Sans"/>
                <a:ea typeface="DM Sans"/>
                <a:cs typeface="DM Sans"/>
                <a:sym typeface="DM Sans"/>
              </a:rPr>
              <a:t>Checkerboard</a:t>
            </a:r>
            <a:endParaRPr/>
          </a:p>
        </p:txBody>
      </p:sp>
      <p:sp>
        <p:nvSpPr>
          <p:cNvPr id="112" name="Google Shape;112;p13"/>
          <p:cNvSpPr txBox="1"/>
          <p:nvPr/>
        </p:nvSpPr>
        <p:spPr>
          <a:xfrm>
            <a:off x="2645568" y="4024312"/>
            <a:ext cx="1452562" cy="152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0" i="0" u="none" strike="noStrike" cap="none">
                <a:solidFill>
                  <a:srgbClr val="64748B"/>
                </a:solidFill>
                <a:latin typeface="DM Sans"/>
                <a:ea typeface="DM Sans"/>
                <a:cs typeface="DM Sans"/>
                <a:sym typeface="DM Sans"/>
              </a:rPr>
              <a:t>Pixel phase &amp; aliasing</a:t>
            </a:r>
            <a:endParaRPr/>
          </a:p>
        </p:txBody>
      </p:sp>
      <p:sp>
        <p:nvSpPr>
          <p:cNvPr id="113" name="Google Shape;113;p13"/>
          <p:cNvSpPr txBox="1"/>
          <p:nvPr/>
        </p:nvSpPr>
        <p:spPr>
          <a:xfrm>
            <a:off x="4445049" y="3786187"/>
            <a:ext cx="1371600" cy="1619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75" b="1" i="0" u="none" strike="noStrike" cap="none">
                <a:solidFill>
                  <a:srgbClr val="0F172A"/>
                </a:solidFill>
                <a:latin typeface="DM Sans"/>
                <a:ea typeface="DM Sans"/>
                <a:cs typeface="DM Sans"/>
                <a:sym typeface="DM Sans"/>
              </a:rPr>
              <a:t>1px Active Margin</a:t>
            </a:r>
            <a:endParaRPr/>
          </a:p>
        </p:txBody>
      </p:sp>
      <p:sp>
        <p:nvSpPr>
          <p:cNvPr id="114" name="Google Shape;114;p13"/>
          <p:cNvSpPr txBox="1"/>
          <p:nvPr/>
        </p:nvSpPr>
        <p:spPr>
          <a:xfrm>
            <a:off x="4368849" y="4024312"/>
            <a:ext cx="1524000" cy="152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900" b="0" i="0" u="none" strike="noStrike" cap="none">
                <a:solidFill>
                  <a:srgbClr val="64748B"/>
                </a:solidFill>
                <a:latin typeface="DM Sans"/>
                <a:ea typeface="DM Sans"/>
                <a:cs typeface="DM Sans"/>
                <a:sym typeface="DM Sans"/>
              </a:rPr>
              <a:t>Stride alignment pitch</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4"/>
          <p:cNvSpPr/>
          <p:nvPr/>
        </p:nvSpPr>
        <p:spPr>
          <a:xfrm>
            <a:off x="571500" y="2133600"/>
            <a:ext cx="5581650" cy="3448050"/>
          </a:xfrm>
          <a:prstGeom prst="roundRect">
            <a:avLst>
              <a:gd name="adj" fmla="val 3314"/>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 name="Google Shape;120;p14"/>
          <p:cNvSpPr/>
          <p:nvPr/>
        </p:nvSpPr>
        <p:spPr>
          <a:xfrm>
            <a:off x="800100" y="2714625"/>
            <a:ext cx="5124450" cy="952500"/>
          </a:xfrm>
          <a:prstGeom prst="roundRect">
            <a:avLst>
              <a:gd name="adj" fmla="val 8000"/>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1" name="Google Shape;121;p14"/>
          <p:cNvSpPr/>
          <p:nvPr/>
        </p:nvSpPr>
        <p:spPr>
          <a:xfrm>
            <a:off x="800100" y="3819525"/>
            <a:ext cx="5124450" cy="952500"/>
          </a:xfrm>
          <a:prstGeom prst="roundRect">
            <a:avLst>
              <a:gd name="adj" fmla="val 8000"/>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2" name="Google Shape;122;p14"/>
          <p:cNvSpPr/>
          <p:nvPr/>
        </p:nvSpPr>
        <p:spPr>
          <a:xfrm>
            <a:off x="800100" y="4924425"/>
            <a:ext cx="5124450" cy="428625"/>
          </a:xfrm>
          <a:prstGeom prst="roundRect">
            <a:avLst>
              <a:gd name="adj" fmla="val 17777"/>
            </a:avLst>
          </a:prstGeom>
          <a:solidFill>
            <a:srgbClr val="ECFD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3" name="Google Shape;123;p14"/>
          <p:cNvSpPr/>
          <p:nvPr/>
        </p:nvSpPr>
        <p:spPr>
          <a:xfrm>
            <a:off x="6496050" y="2362200"/>
            <a:ext cx="5124450" cy="1409700"/>
          </a:xfrm>
          <a:prstGeom prst="roundRect">
            <a:avLst>
              <a:gd name="adj" fmla="val 6756"/>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p14"/>
          <p:cNvSpPr/>
          <p:nvPr/>
        </p:nvSpPr>
        <p:spPr>
          <a:xfrm>
            <a:off x="6496050" y="3943350"/>
            <a:ext cx="5124450" cy="1409700"/>
          </a:xfrm>
          <a:prstGeom prst="roundRect">
            <a:avLst>
              <a:gd name="adj" fmla="val 6756"/>
            </a:avLst>
          </a:prstGeom>
          <a:solidFill>
            <a:srgbClr val="F8FAF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5" name="Google Shape;125;p14"/>
          <p:cNvSpPr txBox="1"/>
          <p:nvPr/>
        </p:nvSpPr>
        <p:spPr>
          <a:xfrm>
            <a:off x="571500" y="419100"/>
            <a:ext cx="11620500"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D97706"/>
                </a:solidFill>
                <a:latin typeface="DM Sans"/>
                <a:ea typeface="DM Sans"/>
                <a:cs typeface="DM Sans"/>
                <a:sym typeface="DM Sans"/>
              </a:rPr>
              <a:t>07 / ENGINEERING LESSONS LEARNED</a:t>
            </a:r>
            <a:endParaRPr/>
          </a:p>
        </p:txBody>
      </p:sp>
      <p:sp>
        <p:nvSpPr>
          <p:cNvPr id="126" name="Google Shape;126;p14"/>
          <p:cNvSpPr txBox="1"/>
          <p:nvPr/>
        </p:nvSpPr>
        <p:spPr>
          <a:xfrm>
            <a:off x="571500" y="647700"/>
            <a:ext cx="1162050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1" i="0" u="none" strike="noStrike" cap="none">
                <a:solidFill>
                  <a:srgbClr val="0F172A"/>
                </a:solidFill>
                <a:latin typeface="DM Sans"/>
                <a:ea typeface="DM Sans"/>
                <a:cs typeface="DM Sans"/>
                <a:sym typeface="DM Sans"/>
              </a:rPr>
              <a:t>Pre-Allocated Memory Pools at Probe</a:t>
            </a:r>
            <a:endParaRPr/>
          </a:p>
        </p:txBody>
      </p:sp>
      <p:sp>
        <p:nvSpPr>
          <p:cNvPr id="127" name="Google Shape;127;p14"/>
          <p:cNvSpPr txBox="1"/>
          <p:nvPr/>
        </p:nvSpPr>
        <p:spPr>
          <a:xfrm>
            <a:off x="800100" y="2362200"/>
            <a:ext cx="6405562"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1D4ED8"/>
                </a:solidFill>
                <a:latin typeface="DM Sans"/>
                <a:ea typeface="DM Sans"/>
                <a:cs typeface="DM Sans"/>
                <a:sym typeface="DM Sans"/>
              </a:rPr>
              <a:t>Lesson 05: Zero-Allocation Runtime Pipeline</a:t>
            </a:r>
            <a:endParaRPr dirty="0"/>
          </a:p>
        </p:txBody>
      </p:sp>
      <p:sp>
        <p:nvSpPr>
          <p:cNvPr id="128" name="Google Shape;128;p14"/>
          <p:cNvSpPr txBox="1"/>
          <p:nvPr/>
        </p:nvSpPr>
        <p:spPr>
          <a:xfrm>
            <a:off x="952500" y="2867025"/>
            <a:ext cx="6024562"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0F172A"/>
                </a:solidFill>
                <a:latin typeface="DM Sans"/>
                <a:ea typeface="DM Sans"/>
                <a:cs typeface="DM Sans"/>
                <a:sym typeface="DM Sans"/>
              </a:rPr>
              <a:t>1. Pre-Allocated DMA Coherent Buffer Pool</a:t>
            </a:r>
            <a:endParaRPr dirty="0"/>
          </a:p>
        </p:txBody>
      </p:sp>
      <p:sp>
        <p:nvSpPr>
          <p:cNvPr id="129" name="Google Shape;129;p14"/>
          <p:cNvSpPr txBox="1"/>
          <p:nvPr/>
        </p:nvSpPr>
        <p:spPr>
          <a:xfrm>
            <a:off x="952500" y="3133725"/>
            <a:ext cx="4914900" cy="6463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0" i="0" u="none" strike="noStrike" cap="none" dirty="0">
                <a:solidFill>
                  <a:srgbClr val="475569"/>
                </a:solidFill>
                <a:latin typeface="DM Sans"/>
                <a:ea typeface="DM Sans"/>
                <a:cs typeface="DM Sans"/>
                <a:sym typeface="DM Sans"/>
              </a:rPr>
              <a:t>Fixed 4096-Byte SPI packets allocated during probe(); guarantees contiguous physical pages without runtime allocation overhead.</a:t>
            </a:r>
            <a:endParaRPr dirty="0"/>
          </a:p>
        </p:txBody>
      </p:sp>
      <p:sp>
        <p:nvSpPr>
          <p:cNvPr id="130" name="Google Shape;130;p14"/>
          <p:cNvSpPr txBox="1"/>
          <p:nvPr/>
        </p:nvSpPr>
        <p:spPr>
          <a:xfrm>
            <a:off x="952500" y="3971925"/>
            <a:ext cx="6024562"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1" i="0" u="none" strike="noStrike" cap="none" dirty="0">
                <a:solidFill>
                  <a:srgbClr val="0F172A"/>
                </a:solidFill>
                <a:latin typeface="DM Sans"/>
                <a:ea typeface="DM Sans"/>
                <a:cs typeface="DM Sans"/>
                <a:sym typeface="DM Sans"/>
              </a:rPr>
              <a:t>2. Pre-Allocated Image Rotation Scratchpad</a:t>
            </a:r>
            <a:endParaRPr dirty="0"/>
          </a:p>
        </p:txBody>
      </p:sp>
      <p:sp>
        <p:nvSpPr>
          <p:cNvPr id="131" name="Google Shape;131;p14"/>
          <p:cNvSpPr txBox="1"/>
          <p:nvPr/>
        </p:nvSpPr>
        <p:spPr>
          <a:xfrm>
            <a:off x="952500" y="4238625"/>
            <a:ext cx="4914900" cy="6463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0" i="0" u="none" strike="noStrike" cap="none" dirty="0">
                <a:solidFill>
                  <a:srgbClr val="475569"/>
                </a:solidFill>
                <a:latin typeface="DM Sans"/>
                <a:ea typeface="DM Sans"/>
                <a:cs typeface="DM Sans"/>
                <a:sym typeface="DM Sans"/>
              </a:rPr>
              <a:t>Dedicated 4BPP rotation buffer sized for maximum dirty bounding box; eliminates memory churn during 90°/270° orientation changes.</a:t>
            </a:r>
            <a:endParaRPr dirty="0"/>
          </a:p>
        </p:txBody>
      </p:sp>
      <p:sp>
        <p:nvSpPr>
          <p:cNvPr id="132" name="Google Shape;132;p14"/>
          <p:cNvSpPr txBox="1"/>
          <p:nvPr/>
        </p:nvSpPr>
        <p:spPr>
          <a:xfrm>
            <a:off x="952500" y="5043487"/>
            <a:ext cx="2476500"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65F46"/>
                </a:solidFill>
                <a:latin typeface="DM Sans"/>
                <a:ea typeface="DM Sans"/>
                <a:cs typeface="DM Sans"/>
                <a:sym typeface="DM Sans"/>
              </a:rPr>
              <a:t>Runtime Allocation Latency:</a:t>
            </a:r>
            <a:endParaRPr/>
          </a:p>
        </p:txBody>
      </p:sp>
      <p:sp>
        <p:nvSpPr>
          <p:cNvPr id="133" name="Google Shape;133;p14"/>
          <p:cNvSpPr txBox="1"/>
          <p:nvPr/>
        </p:nvSpPr>
        <p:spPr>
          <a:xfrm>
            <a:off x="3571875" y="5038725"/>
            <a:ext cx="2750343"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059669"/>
                </a:solidFill>
                <a:latin typeface="DM Sans"/>
                <a:ea typeface="DM Sans"/>
                <a:cs typeface="DM Sans"/>
                <a:sym typeface="DM Sans"/>
              </a:rPr>
              <a:t>0.00 ms (Zero kmalloc/kfree)</a:t>
            </a:r>
            <a:endParaRPr/>
          </a:p>
        </p:txBody>
      </p:sp>
      <p:sp>
        <p:nvSpPr>
          <p:cNvPr id="134" name="Google Shape;134;p14"/>
          <p:cNvSpPr txBox="1"/>
          <p:nvPr/>
        </p:nvSpPr>
        <p:spPr>
          <a:xfrm>
            <a:off x="6724650" y="2571750"/>
            <a:ext cx="5467350"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dirty="0">
                <a:solidFill>
                  <a:srgbClr val="DC2626"/>
                </a:solidFill>
                <a:latin typeface="DM Sans"/>
                <a:ea typeface="DM Sans"/>
                <a:cs typeface="DM Sans"/>
                <a:sym typeface="DM Sans"/>
              </a:rPr>
              <a:t>Dynamic Allocation Bottlenecks</a:t>
            </a:r>
            <a:endParaRPr sz="1600" dirty="0"/>
          </a:p>
        </p:txBody>
      </p:sp>
      <p:sp>
        <p:nvSpPr>
          <p:cNvPr id="135" name="Google Shape;135;p14"/>
          <p:cNvSpPr txBox="1"/>
          <p:nvPr/>
        </p:nvSpPr>
        <p:spPr>
          <a:xfrm>
            <a:off x="6724650" y="2876550"/>
            <a:ext cx="4762500" cy="98488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dirty="0">
                <a:solidFill>
                  <a:srgbClr val="334155"/>
                </a:solidFill>
                <a:latin typeface="DM Sans"/>
                <a:ea typeface="DM Sans"/>
                <a:cs typeface="DM Sans"/>
                <a:sym typeface="DM Sans"/>
              </a:rPr>
              <a:t>Repeated </a:t>
            </a:r>
            <a:r>
              <a:rPr lang="en-US" sz="1600" b="0" i="0" u="none" strike="noStrike" cap="none" dirty="0" err="1">
                <a:solidFill>
                  <a:srgbClr val="334155"/>
                </a:solidFill>
                <a:latin typeface="DM Sans"/>
                <a:ea typeface="DM Sans"/>
                <a:cs typeface="DM Sans"/>
                <a:sym typeface="DM Sans"/>
              </a:rPr>
              <a:t>kmalloc</a:t>
            </a:r>
            <a:r>
              <a:rPr lang="en-US" sz="1600" b="0" i="0" u="none" strike="noStrike" cap="none" dirty="0">
                <a:solidFill>
                  <a:srgbClr val="334155"/>
                </a:solidFill>
                <a:latin typeface="DM Sans"/>
                <a:ea typeface="DM Sans"/>
                <a:cs typeface="DM Sans"/>
                <a:sym typeface="DM Sans"/>
              </a:rPr>
              <a:t> calls at 200Hz stroke bursts cause page-fault latency spikes, memory fragmentation, and kernel memory lock contention.</a:t>
            </a:r>
            <a:endParaRPr sz="1600" dirty="0"/>
          </a:p>
        </p:txBody>
      </p:sp>
      <p:sp>
        <p:nvSpPr>
          <p:cNvPr id="136" name="Google Shape;136;p14"/>
          <p:cNvSpPr txBox="1"/>
          <p:nvPr/>
        </p:nvSpPr>
        <p:spPr>
          <a:xfrm>
            <a:off x="6724650" y="4152900"/>
            <a:ext cx="5467350"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1" i="0" u="none" strike="noStrike" cap="none" dirty="0">
                <a:solidFill>
                  <a:srgbClr val="1D4ED8"/>
                </a:solidFill>
                <a:latin typeface="DM Sans"/>
                <a:ea typeface="DM Sans"/>
                <a:cs typeface="DM Sans"/>
                <a:sym typeface="DM Sans"/>
              </a:rPr>
              <a:t>Engineering Latency Benefit</a:t>
            </a:r>
            <a:endParaRPr sz="1600" dirty="0"/>
          </a:p>
        </p:txBody>
      </p:sp>
      <p:sp>
        <p:nvSpPr>
          <p:cNvPr id="137" name="Google Shape;137;p14"/>
          <p:cNvSpPr txBox="1"/>
          <p:nvPr/>
        </p:nvSpPr>
        <p:spPr>
          <a:xfrm>
            <a:off x="6724650" y="4457700"/>
            <a:ext cx="4762500" cy="7386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00" b="0" i="0" u="none" strike="noStrike" cap="none" dirty="0">
                <a:solidFill>
                  <a:srgbClr val="334155"/>
                </a:solidFill>
                <a:latin typeface="DM Sans"/>
                <a:ea typeface="DM Sans"/>
                <a:cs typeface="DM Sans"/>
                <a:sym typeface="DM Sans"/>
              </a:rPr>
              <a:t>Pre-allocating DMA and pixel rotation pools at driver probe provides deterministic execution and saves 0.8ms per partial update.</a:t>
            </a:r>
            <a:endParaRPr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02"/>
        <p:cNvGrpSpPr/>
        <p:nvPr/>
      </p:nvGrpSpPr>
      <p:grpSpPr>
        <a:xfrm>
          <a:off x="0" y="0"/>
          <a:ext cx="0" cy="0"/>
          <a:chOff x="0" y="0"/>
          <a:chExt cx="0" cy="0"/>
        </a:xfrm>
      </p:grpSpPr>
      <p:sp>
        <p:nvSpPr>
          <p:cNvPr id="603" name="Google Shape;603;p35"/>
          <p:cNvSpPr/>
          <p:nvPr/>
        </p:nvSpPr>
        <p:spPr>
          <a:xfrm>
            <a:off x="609600" y="1863524"/>
            <a:ext cx="4548187" cy="3819645"/>
          </a:xfrm>
          <a:prstGeom prst="roundRect">
            <a:avLst>
              <a:gd name="adj" fmla="val 3669"/>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4" name="Google Shape;604;p35"/>
          <p:cNvSpPr/>
          <p:nvPr/>
        </p:nvSpPr>
        <p:spPr>
          <a:xfrm>
            <a:off x="5305702" y="2371301"/>
            <a:ext cx="6767513" cy="3067050"/>
          </a:xfrm>
          <a:prstGeom prst="roundRect">
            <a:avLst>
              <a:gd name="adj" fmla="val 3726"/>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5" name="Google Shape;605;p35"/>
          <p:cNvSpPr/>
          <p:nvPr/>
        </p:nvSpPr>
        <p:spPr>
          <a:xfrm>
            <a:off x="5937646" y="3986212"/>
            <a:ext cx="1811387" cy="1257120"/>
          </a:xfrm>
          <a:prstGeom prst="roundRect">
            <a:avLst>
              <a:gd name="adj" fmla="val 6611"/>
            </a:avLst>
          </a:prstGeom>
          <a:solidFill>
            <a:srgbClr val="1E293B"/>
          </a:solidFill>
          <a:ln w="9525" cap="flat" cmpd="sng">
            <a:solidFill>
              <a:srgbClr val="EF444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6" name="Google Shape;606;p35"/>
          <p:cNvSpPr/>
          <p:nvPr/>
        </p:nvSpPr>
        <p:spPr>
          <a:xfrm>
            <a:off x="7882383" y="3986212"/>
            <a:ext cx="1811387" cy="1257120"/>
          </a:xfrm>
          <a:prstGeom prst="roundRect">
            <a:avLst>
              <a:gd name="adj" fmla="val 6611"/>
            </a:avLst>
          </a:prstGeom>
          <a:solidFill>
            <a:srgbClr val="1E293B"/>
          </a:solidFill>
          <a:ln w="9525" cap="flat" cmpd="sng">
            <a:solidFill>
              <a:srgbClr val="EF444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7" name="Google Shape;607;p35"/>
          <p:cNvSpPr/>
          <p:nvPr/>
        </p:nvSpPr>
        <p:spPr>
          <a:xfrm>
            <a:off x="9827120" y="3986212"/>
            <a:ext cx="1811387" cy="1257120"/>
          </a:xfrm>
          <a:prstGeom prst="roundRect">
            <a:avLst>
              <a:gd name="adj" fmla="val 6611"/>
            </a:avLst>
          </a:prstGeom>
          <a:solidFill>
            <a:srgbClr val="1E293B"/>
          </a:solidFill>
          <a:ln w="9525" cap="flat" cmpd="sng">
            <a:solidFill>
              <a:srgbClr val="EF444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8" name="Google Shape;608;p35"/>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DC2626"/>
                </a:solidFill>
                <a:latin typeface="Noto Sans TC"/>
                <a:ea typeface="Noto Sans TC"/>
                <a:cs typeface="Noto Sans TC"/>
                <a:sym typeface="Noto Sans TC"/>
              </a:rPr>
              <a:t>07 / LESSONS 5 &amp; 6 — CROSSTALK &amp; ABNORMAL FLICK</a:t>
            </a:r>
            <a:endParaRPr/>
          </a:p>
        </p:txBody>
      </p:sp>
      <p:sp>
        <p:nvSpPr>
          <p:cNvPr id="609" name="Google Shape;609;p35"/>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Eliminating Static Crosstalk Ghosting &amp; Abnormal Display Flicker</a:t>
            </a:r>
            <a:endParaRPr/>
          </a:p>
        </p:txBody>
      </p:sp>
      <p:sp>
        <p:nvSpPr>
          <p:cNvPr id="610" name="Google Shape;610;p35"/>
          <p:cNvSpPr txBox="1"/>
          <p:nvPr/>
        </p:nvSpPr>
        <p:spPr>
          <a:xfrm>
            <a:off x="847725" y="2159582"/>
            <a:ext cx="5089921" cy="17312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dirty="0">
                <a:solidFill>
                  <a:srgbClr val="059669"/>
                </a:solidFill>
                <a:latin typeface="Noto Sans TC"/>
                <a:ea typeface="Noto Sans TC"/>
                <a:cs typeface="Noto Sans TC"/>
                <a:sym typeface="Noto Sans TC"/>
              </a:rPr>
              <a:t>LESSON 06 · CROSSTALK ISSUE</a:t>
            </a:r>
            <a:endParaRPr dirty="0"/>
          </a:p>
        </p:txBody>
      </p:sp>
      <p:sp>
        <p:nvSpPr>
          <p:cNvPr id="611" name="Google Shape;611;p35"/>
          <p:cNvSpPr txBox="1"/>
          <p:nvPr/>
        </p:nvSpPr>
        <p:spPr>
          <a:xfrm>
            <a:off x="847725" y="2468903"/>
            <a:ext cx="5344417"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0F172A"/>
                </a:solidFill>
                <a:latin typeface="Noto Sans TC"/>
                <a:ea typeface="Noto Sans TC"/>
                <a:cs typeface="Noto Sans TC"/>
                <a:sym typeface="Noto Sans TC"/>
              </a:rPr>
              <a:t>Auto-Enter Normal Sleep After 5s Idle</a:t>
            </a:r>
            <a:endParaRPr dirty="0"/>
          </a:p>
        </p:txBody>
      </p:sp>
      <p:sp>
        <p:nvSpPr>
          <p:cNvPr id="612" name="Google Shape;612;p35"/>
          <p:cNvSpPr txBox="1"/>
          <p:nvPr/>
        </p:nvSpPr>
        <p:spPr>
          <a:xfrm>
            <a:off x="5653087" y="2605087"/>
            <a:ext cx="6538912"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F59E0B"/>
                </a:solidFill>
                <a:latin typeface="Noto Sans TC"/>
                <a:ea typeface="Noto Sans TC"/>
                <a:cs typeface="Noto Sans TC"/>
                <a:sym typeface="Noto Sans TC"/>
              </a:rPr>
              <a:t>LESSON 06 · SCREEN ABNORMAL FLICK</a:t>
            </a:r>
            <a:endParaRPr/>
          </a:p>
        </p:txBody>
      </p:sp>
      <p:sp>
        <p:nvSpPr>
          <p:cNvPr id="613" name="Google Shape;613;p35"/>
          <p:cNvSpPr txBox="1"/>
          <p:nvPr/>
        </p:nvSpPr>
        <p:spPr>
          <a:xfrm>
            <a:off x="5653087" y="2919412"/>
            <a:ext cx="6538912"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FFFFFF"/>
                </a:solidFill>
                <a:latin typeface="Noto Sans TC"/>
                <a:ea typeface="Noto Sans TC"/>
                <a:cs typeface="Noto Sans TC"/>
                <a:sym typeface="Noto Sans TC"/>
              </a:rPr>
              <a:t>Mandatory Disabling of MTK Dynamic PQ Engine Modules</a:t>
            </a:r>
            <a:endParaRPr/>
          </a:p>
        </p:txBody>
      </p:sp>
      <p:sp>
        <p:nvSpPr>
          <p:cNvPr id="614" name="Google Shape;614;p35"/>
          <p:cNvSpPr txBox="1"/>
          <p:nvPr/>
        </p:nvSpPr>
        <p:spPr>
          <a:xfrm>
            <a:off x="5653087" y="3376612"/>
            <a:ext cx="579596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CBD5E1"/>
                </a:solidFill>
                <a:latin typeface="Noto Sans TC"/>
                <a:ea typeface="Noto Sans TC"/>
                <a:cs typeface="Noto Sans TC"/>
                <a:sym typeface="Noto Sans TC"/>
              </a:rPr>
              <a:t>EPD bistability is ultra-sensitive to ±1 LSB inter-frame jitter; slight fluctuations trigger full waveform pulses:</a:t>
            </a:r>
            <a:endParaRPr/>
          </a:p>
        </p:txBody>
      </p:sp>
      <p:sp>
        <p:nvSpPr>
          <p:cNvPr id="615" name="Google Shape;615;p35"/>
          <p:cNvSpPr txBox="1"/>
          <p:nvPr/>
        </p:nvSpPr>
        <p:spPr>
          <a:xfrm>
            <a:off x="847725" y="2904219"/>
            <a:ext cx="4167187" cy="6232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334155"/>
                </a:solidFill>
                <a:latin typeface="Noto Sans TC"/>
                <a:ea typeface="Noto Sans TC"/>
                <a:cs typeface="Noto Sans TC"/>
                <a:sym typeface="Noto Sans TC"/>
              </a:rPr>
              <a:t>Symptom: </a:t>
            </a:r>
          </a:p>
          <a:p>
            <a:pPr marL="0" marR="0" lvl="0" indent="0" algn="l" rtl="0">
              <a:spcBef>
                <a:spcPts val="0"/>
              </a:spcBef>
              <a:spcAft>
                <a:spcPts val="0"/>
              </a:spcAft>
              <a:buNone/>
            </a:pPr>
            <a:r>
              <a:rPr lang="en-US" sz="1350" b="0" i="0" u="none" strike="noStrike" cap="none" dirty="0">
                <a:solidFill>
                  <a:srgbClr val="334155"/>
                </a:solidFill>
                <a:latin typeface="Noto Sans TC"/>
                <a:ea typeface="Noto Sans TC"/>
                <a:cs typeface="Noto Sans TC"/>
                <a:sym typeface="Noto Sans TC"/>
              </a:rPr>
              <a:t>After minutes of static reading, text edges develop dark halo stripes and gray background</a:t>
            </a:r>
            <a:endParaRPr dirty="0"/>
          </a:p>
        </p:txBody>
      </p:sp>
      <p:sp>
        <p:nvSpPr>
          <p:cNvPr id="616" name="Google Shape;616;p35"/>
          <p:cNvSpPr txBox="1"/>
          <p:nvPr/>
        </p:nvSpPr>
        <p:spPr>
          <a:xfrm>
            <a:off x="847725" y="3809697"/>
            <a:ext cx="4167187" cy="6232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334155"/>
                </a:solidFill>
                <a:latin typeface="Noto Sans TC"/>
                <a:ea typeface="Noto Sans TC"/>
                <a:cs typeface="Noto Sans TC"/>
                <a:sym typeface="Noto Sans TC"/>
              </a:rPr>
              <a:t>Physical Root Cause: </a:t>
            </a:r>
          </a:p>
          <a:p>
            <a:pPr marL="0" marR="0" lvl="0" indent="0" algn="l" rtl="0">
              <a:spcBef>
                <a:spcPts val="0"/>
              </a:spcBef>
              <a:spcAft>
                <a:spcPts val="0"/>
              </a:spcAft>
              <a:buNone/>
            </a:pPr>
            <a:r>
              <a:rPr lang="en-US" sz="1350" b="0" i="0" u="none" strike="noStrike" cap="none" dirty="0">
                <a:solidFill>
                  <a:srgbClr val="334155"/>
                </a:solidFill>
                <a:latin typeface="Noto Sans TC"/>
                <a:ea typeface="Noto Sans TC"/>
                <a:cs typeface="Noto Sans TC"/>
                <a:sym typeface="Noto Sans TC"/>
              </a:rPr>
              <a:t>Prolonged Active state high bias causes TFT parasitic micro-leakage and capacitive crosstalk</a:t>
            </a:r>
            <a:endParaRPr dirty="0"/>
          </a:p>
        </p:txBody>
      </p:sp>
      <p:sp>
        <p:nvSpPr>
          <p:cNvPr id="617" name="Google Shape;617;p35"/>
          <p:cNvSpPr txBox="1"/>
          <p:nvPr/>
        </p:nvSpPr>
        <p:spPr>
          <a:xfrm>
            <a:off x="847725" y="4795837"/>
            <a:ext cx="4167187" cy="83099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dirty="0">
                <a:solidFill>
                  <a:srgbClr val="334155"/>
                </a:solidFill>
                <a:latin typeface="Noto Sans TC"/>
                <a:ea typeface="Noto Sans TC"/>
                <a:cs typeface="Noto Sans TC"/>
                <a:sym typeface="Noto Sans TC"/>
              </a:rPr>
              <a:t>Engineering Solution: </a:t>
            </a:r>
          </a:p>
          <a:p>
            <a:pPr marL="0" marR="0" lvl="0" indent="0" algn="l" rtl="0">
              <a:spcBef>
                <a:spcPts val="0"/>
              </a:spcBef>
              <a:spcAft>
                <a:spcPts val="0"/>
              </a:spcAft>
              <a:buNone/>
            </a:pPr>
            <a:r>
              <a:rPr lang="en-US" sz="1350" b="0" i="0" u="none" strike="noStrike" cap="none">
                <a:solidFill>
                  <a:srgbClr val="334155"/>
                </a:solidFill>
                <a:latin typeface="Noto Sans TC"/>
                <a:ea typeface="Noto Sans TC"/>
                <a:cs typeface="Noto Sans TC"/>
                <a:sym typeface="Noto Sans TC"/>
              </a:rPr>
              <a:t>5 sec </a:t>
            </a:r>
            <a:r>
              <a:rPr lang="en-US" sz="1350" b="0" i="0" u="none" strike="noStrike" cap="none" dirty="0">
                <a:solidFill>
                  <a:srgbClr val="334155"/>
                </a:solidFill>
                <a:latin typeface="Noto Sans TC"/>
                <a:ea typeface="Noto Sans TC"/>
                <a:cs typeface="Noto Sans TC"/>
                <a:sym typeface="Noto Sans TC"/>
              </a:rPr>
              <a:t>idle timeout enters Normal Sleep, cutting high voltage. Pure </a:t>
            </a:r>
            <a:r>
              <a:rPr lang="en-US" sz="1350" b="0" i="0" u="none" strike="noStrike" cap="none" dirty="0" err="1">
                <a:solidFill>
                  <a:srgbClr val="334155"/>
                </a:solidFill>
                <a:latin typeface="Noto Sans TC"/>
                <a:ea typeface="Noto Sans TC"/>
                <a:cs typeface="Noto Sans TC"/>
                <a:sym typeface="Noto Sans TC"/>
              </a:rPr>
              <a:t>bistability</a:t>
            </a:r>
            <a:r>
              <a:rPr lang="en-US" sz="1350" b="0" i="0" u="none" strike="noStrike" cap="none" dirty="0">
                <a:solidFill>
                  <a:srgbClr val="334155"/>
                </a:solidFill>
                <a:latin typeface="Noto Sans TC"/>
                <a:ea typeface="Noto Sans TC"/>
                <a:cs typeface="Noto Sans TC"/>
                <a:sym typeface="Noto Sans TC"/>
              </a:rPr>
              <a:t> sustains image at 35mW with 150ms instant wake</a:t>
            </a:r>
            <a:endParaRPr dirty="0"/>
          </a:p>
        </p:txBody>
      </p:sp>
      <p:sp>
        <p:nvSpPr>
          <p:cNvPr id="618" name="Google Shape;618;p35"/>
          <p:cNvSpPr txBox="1"/>
          <p:nvPr/>
        </p:nvSpPr>
        <p:spPr>
          <a:xfrm>
            <a:off x="6099571" y="4148137"/>
            <a:ext cx="1859421"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a:solidFill>
                  <a:srgbClr val="F87171"/>
                </a:solidFill>
                <a:latin typeface="Noto Sans TC"/>
                <a:ea typeface="Noto Sans TC"/>
                <a:cs typeface="Noto Sans TC"/>
                <a:sym typeface="Noto Sans TC"/>
              </a:rPr>
              <a:t>1. Disable MTK PQ</a:t>
            </a:r>
            <a:endParaRPr/>
          </a:p>
        </p:txBody>
      </p:sp>
      <p:sp>
        <p:nvSpPr>
          <p:cNvPr id="619" name="Google Shape;619;p35"/>
          <p:cNvSpPr txBox="1"/>
          <p:nvPr/>
        </p:nvSpPr>
        <p:spPr>
          <a:xfrm>
            <a:off x="6099571" y="4424362"/>
            <a:ext cx="1582787"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E2E8F0"/>
                </a:solidFill>
                <a:latin typeface="Noto Sans TC"/>
                <a:ea typeface="Noto Sans TC"/>
                <a:cs typeface="Noto Sans TC"/>
                <a:sym typeface="Noto Sans TC"/>
              </a:rPr>
              <a:t>Disable MiraVision dynamic contrast adjustment</a:t>
            </a:r>
            <a:endParaRPr/>
          </a:p>
        </p:txBody>
      </p:sp>
      <p:sp>
        <p:nvSpPr>
          <p:cNvPr id="620" name="Google Shape;620;p35"/>
          <p:cNvSpPr txBox="1"/>
          <p:nvPr/>
        </p:nvSpPr>
        <p:spPr>
          <a:xfrm>
            <a:off x="8044308" y="4148137"/>
            <a:ext cx="1859421"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a:solidFill>
                  <a:srgbClr val="F87171"/>
                </a:solidFill>
                <a:latin typeface="Noto Sans TC"/>
                <a:ea typeface="Noto Sans TC"/>
                <a:cs typeface="Noto Sans TC"/>
                <a:sym typeface="Noto Sans TC"/>
              </a:rPr>
              <a:t>2. Disable Hardware Dither</a:t>
            </a:r>
            <a:endParaRPr/>
          </a:p>
        </p:txBody>
      </p:sp>
      <p:sp>
        <p:nvSpPr>
          <p:cNvPr id="621" name="Google Shape;621;p35"/>
          <p:cNvSpPr txBox="1"/>
          <p:nvPr/>
        </p:nvSpPr>
        <p:spPr>
          <a:xfrm>
            <a:off x="8044233" y="4614862"/>
            <a:ext cx="1582787"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dirty="0">
                <a:solidFill>
                  <a:srgbClr val="E2E8F0"/>
                </a:solidFill>
                <a:latin typeface="Noto Sans TC"/>
                <a:ea typeface="Noto Sans TC"/>
                <a:cs typeface="Noto Sans TC"/>
                <a:sym typeface="Noto Sans TC"/>
              </a:rPr>
              <a:t>Disable Temporal dithering noise</a:t>
            </a:r>
            <a:endParaRPr dirty="0"/>
          </a:p>
        </p:txBody>
      </p:sp>
      <p:sp>
        <p:nvSpPr>
          <p:cNvPr id="622" name="Google Shape;622;p35"/>
          <p:cNvSpPr txBox="1"/>
          <p:nvPr/>
        </p:nvSpPr>
        <p:spPr>
          <a:xfrm>
            <a:off x="9989045" y="4148137"/>
            <a:ext cx="1582787" cy="4095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1" i="0" u="none" strike="noStrike" cap="none">
                <a:solidFill>
                  <a:srgbClr val="F87171"/>
                </a:solidFill>
                <a:latin typeface="Noto Sans TC"/>
                <a:ea typeface="Noto Sans TC"/>
                <a:cs typeface="Noto Sans TC"/>
                <a:sym typeface="Noto Sans TC"/>
              </a:rPr>
              <a:t>3. Disable HWC Overlay</a:t>
            </a:r>
            <a:endParaRPr/>
          </a:p>
        </p:txBody>
      </p:sp>
      <p:sp>
        <p:nvSpPr>
          <p:cNvPr id="623" name="Google Shape;623;p35"/>
          <p:cNvSpPr txBox="1"/>
          <p:nvPr/>
        </p:nvSpPr>
        <p:spPr>
          <a:xfrm>
            <a:off x="9989045" y="4614862"/>
            <a:ext cx="1582787"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E2E8F0"/>
                </a:solidFill>
                <a:latin typeface="Noto Sans TC"/>
                <a:ea typeface="Noto Sans TC"/>
                <a:cs typeface="Noto Sans TC"/>
                <a:sym typeface="Noto Sans TC"/>
              </a:rPr>
              <a:t>Eliminate multi-layer float compositing rounding errors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2E8F0"/>
        </a:solidFill>
        <a:effectLst/>
      </p:bgPr>
    </p:bg>
    <p:spTree>
      <p:nvGrpSpPr>
        <p:cNvPr id="1" name="Shape 627"/>
        <p:cNvGrpSpPr/>
        <p:nvPr/>
      </p:nvGrpSpPr>
      <p:grpSpPr>
        <a:xfrm>
          <a:off x="0" y="0"/>
          <a:ext cx="0" cy="0"/>
          <a:chOff x="0" y="0"/>
          <a:chExt cx="0" cy="0"/>
        </a:xfrm>
      </p:grpSpPr>
      <p:sp>
        <p:nvSpPr>
          <p:cNvPr id="628" name="Google Shape;628;p36"/>
          <p:cNvSpPr/>
          <p:nvPr/>
        </p:nvSpPr>
        <p:spPr>
          <a:xfrm>
            <a:off x="660312" y="1941295"/>
            <a:ext cx="10972800" cy="1377026"/>
          </a:xfrm>
          <a:prstGeom prst="roundRect">
            <a:avLst>
              <a:gd name="adj" fmla="val 9677"/>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629" name="Google Shape;629;p36"/>
          <p:cNvSpPr/>
          <p:nvPr/>
        </p:nvSpPr>
        <p:spPr>
          <a:xfrm>
            <a:off x="609600" y="4019474"/>
            <a:ext cx="11306100" cy="1592053"/>
          </a:xfrm>
          <a:prstGeom prst="roundRect">
            <a:avLst>
              <a:gd name="adj" fmla="val 7643"/>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630" name="Google Shape;630;p36"/>
          <p:cNvSpPr/>
          <p:nvPr/>
        </p:nvSpPr>
        <p:spPr>
          <a:xfrm>
            <a:off x="6346812" y="4292025"/>
            <a:ext cx="5286300" cy="962100"/>
          </a:xfrm>
          <a:prstGeom prst="roundRect">
            <a:avLst>
              <a:gd name="adj" fmla="val 9900"/>
            </a:avLst>
          </a:prstGeom>
          <a:solidFill>
            <a:srgbClr val="0F172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631" name="Google Shape;631;p36"/>
          <p:cNvSpPr/>
          <p:nvPr/>
        </p:nvSpPr>
        <p:spPr>
          <a:xfrm>
            <a:off x="994766" y="2540822"/>
            <a:ext cx="2316000" cy="634558"/>
          </a:xfrm>
          <a:prstGeom prst="roundRect">
            <a:avLst>
              <a:gd name="adj" fmla="val 15686"/>
            </a:avLst>
          </a:prstGeom>
          <a:solidFill>
            <a:srgbClr val="FE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632" name="Google Shape;632;p36"/>
          <p:cNvSpPr/>
          <p:nvPr/>
        </p:nvSpPr>
        <p:spPr>
          <a:xfrm>
            <a:off x="3696145" y="2540822"/>
            <a:ext cx="2316000" cy="634558"/>
          </a:xfrm>
          <a:prstGeom prst="roundRect">
            <a:avLst>
              <a:gd name="adj" fmla="val 15686"/>
            </a:avLst>
          </a:prstGeom>
          <a:solidFill>
            <a:srgbClr val="EFF6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633" name="Google Shape;633;p36"/>
          <p:cNvSpPr/>
          <p:nvPr/>
        </p:nvSpPr>
        <p:spPr>
          <a:xfrm>
            <a:off x="6397524" y="2540822"/>
            <a:ext cx="2316000" cy="634558"/>
          </a:xfrm>
          <a:prstGeom prst="roundRect">
            <a:avLst>
              <a:gd name="adj" fmla="val 15686"/>
            </a:avLst>
          </a:prstGeom>
          <a:solidFill>
            <a:srgbClr val="FFFB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634" name="Google Shape;634;p36"/>
          <p:cNvSpPr/>
          <p:nvPr/>
        </p:nvSpPr>
        <p:spPr>
          <a:xfrm>
            <a:off x="9098903" y="2540822"/>
            <a:ext cx="2438880" cy="634558"/>
          </a:xfrm>
          <a:prstGeom prst="roundRect">
            <a:avLst>
              <a:gd name="adj" fmla="val 15686"/>
            </a:avLst>
          </a:prstGeom>
          <a:solidFill>
            <a:srgbClr val="ECFD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pic>
        <p:nvPicPr>
          <p:cNvPr id="635" name="Google Shape;635;p36" descr="image.png"/>
          <p:cNvPicPr preferRelativeResize="0"/>
          <p:nvPr/>
        </p:nvPicPr>
        <p:blipFill rotWithShape="1">
          <a:blip r:embed="rId3">
            <a:alphaModFix/>
          </a:blip>
          <a:srcRect/>
          <a:stretch/>
        </p:blipFill>
        <p:spPr>
          <a:xfrm>
            <a:off x="3444179" y="2707509"/>
            <a:ext cx="118616" cy="152400"/>
          </a:xfrm>
          <a:prstGeom prst="rect">
            <a:avLst/>
          </a:prstGeom>
          <a:noFill/>
          <a:ln>
            <a:noFill/>
          </a:ln>
        </p:spPr>
      </p:pic>
      <p:pic>
        <p:nvPicPr>
          <p:cNvPr id="636" name="Google Shape;636;p36" descr="image.png"/>
          <p:cNvPicPr preferRelativeResize="0"/>
          <p:nvPr/>
        </p:nvPicPr>
        <p:blipFill rotWithShape="1">
          <a:blip r:embed="rId4">
            <a:alphaModFix/>
          </a:blip>
          <a:srcRect/>
          <a:stretch/>
        </p:blipFill>
        <p:spPr>
          <a:xfrm>
            <a:off x="6145558" y="2707509"/>
            <a:ext cx="118616" cy="152400"/>
          </a:xfrm>
          <a:prstGeom prst="rect">
            <a:avLst/>
          </a:prstGeom>
          <a:noFill/>
          <a:ln>
            <a:noFill/>
          </a:ln>
        </p:spPr>
      </p:pic>
      <p:pic>
        <p:nvPicPr>
          <p:cNvPr id="637" name="Google Shape;637;p36" descr="image.png"/>
          <p:cNvPicPr preferRelativeResize="0"/>
          <p:nvPr/>
        </p:nvPicPr>
        <p:blipFill rotWithShape="1">
          <a:blip r:embed="rId3">
            <a:alphaModFix/>
          </a:blip>
          <a:srcRect/>
          <a:stretch/>
        </p:blipFill>
        <p:spPr>
          <a:xfrm>
            <a:off x="8846937" y="2707509"/>
            <a:ext cx="118616" cy="152400"/>
          </a:xfrm>
          <a:prstGeom prst="rect">
            <a:avLst/>
          </a:prstGeom>
          <a:noFill/>
          <a:ln>
            <a:noFill/>
          </a:ln>
        </p:spPr>
      </p:pic>
      <p:sp>
        <p:nvSpPr>
          <p:cNvPr id="638" name="Google Shape;638;p36"/>
          <p:cNvSpPr txBox="1"/>
          <p:nvPr/>
        </p:nvSpPr>
        <p:spPr>
          <a:xfrm>
            <a:off x="609600" y="457200"/>
            <a:ext cx="115824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dirty="0">
                <a:solidFill>
                  <a:srgbClr val="DC2626"/>
                </a:solidFill>
                <a:latin typeface="Noto Sans TC"/>
                <a:ea typeface="Noto Sans TC"/>
                <a:cs typeface="Noto Sans TC"/>
                <a:sym typeface="Noto Sans TC"/>
              </a:rPr>
              <a:t>07 / LESSONS 7 &amp; 8 — TIMING ISOLATION &amp; BUS INTERLOCK</a:t>
            </a:r>
            <a:endParaRPr dirty="0"/>
          </a:p>
        </p:txBody>
      </p:sp>
      <p:sp>
        <p:nvSpPr>
          <p:cNvPr id="639" name="Google Shape;639;p36"/>
          <p:cNvSpPr txBox="1"/>
          <p:nvPr/>
        </p:nvSpPr>
        <p:spPr>
          <a:xfrm>
            <a:off x="609600" y="695325"/>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T-Con Wake-Up Deadlock Prevention &amp; Dual Hardware Pin Interlock</a:t>
            </a:r>
            <a:endParaRPr/>
          </a:p>
        </p:txBody>
      </p:sp>
      <p:sp>
        <p:nvSpPr>
          <p:cNvPr id="640" name="Google Shape;640;p36"/>
          <p:cNvSpPr txBox="1"/>
          <p:nvPr/>
        </p:nvSpPr>
        <p:spPr>
          <a:xfrm>
            <a:off x="936537" y="2160370"/>
            <a:ext cx="7251178"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284C7"/>
                </a:solidFill>
                <a:latin typeface="Noto Sans TC"/>
                <a:ea typeface="Noto Sans TC"/>
                <a:cs typeface="Noto Sans TC"/>
                <a:sym typeface="Noto Sans TC"/>
              </a:rPr>
              <a:t>LESSON 07 · WAKEUP TCON FAIL — Strict MIPI Silence During Wake-Up Sequence</a:t>
            </a:r>
            <a:endParaRPr sz="1200" dirty="0"/>
          </a:p>
        </p:txBody>
      </p:sp>
      <p:sp>
        <p:nvSpPr>
          <p:cNvPr id="641" name="Google Shape;641;p36"/>
          <p:cNvSpPr txBox="1"/>
          <p:nvPr/>
        </p:nvSpPr>
        <p:spPr>
          <a:xfrm>
            <a:off x="885825" y="4238550"/>
            <a:ext cx="6084000"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DC2626"/>
                </a:solidFill>
                <a:latin typeface="Noto Sans TC"/>
                <a:ea typeface="Noto Sans TC"/>
                <a:cs typeface="Noto Sans TC"/>
                <a:sym typeface="Noto Sans TC"/>
              </a:rPr>
              <a:t>LESSON 08 · TCON CRASH — I2C &amp; SPI Concurrency Collision Deadlock</a:t>
            </a:r>
            <a:endParaRPr sz="1200" dirty="0"/>
          </a:p>
        </p:txBody>
      </p:sp>
      <p:sp>
        <p:nvSpPr>
          <p:cNvPr id="642" name="Google Shape;642;p36"/>
          <p:cNvSpPr txBox="1"/>
          <p:nvPr/>
        </p:nvSpPr>
        <p:spPr>
          <a:xfrm>
            <a:off x="885825" y="4476675"/>
            <a:ext cx="63882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Noto Sans TC"/>
                <a:ea typeface="Noto Sans TC"/>
                <a:cs typeface="Noto Sans TC"/>
                <a:sym typeface="Noto Sans TC"/>
              </a:rPr>
              <a:t>Dual Hardware Pin Interlock Check (HRDY + Ready)</a:t>
            </a:r>
            <a:endParaRPr/>
          </a:p>
        </p:txBody>
      </p:sp>
      <p:sp>
        <p:nvSpPr>
          <p:cNvPr id="643" name="Google Shape;643;p36"/>
          <p:cNvSpPr txBox="1"/>
          <p:nvPr/>
        </p:nvSpPr>
        <p:spPr>
          <a:xfrm>
            <a:off x="885825" y="4838625"/>
            <a:ext cx="49626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Noto Sans TC"/>
                <a:ea typeface="Noto Sans TC"/>
                <a:cs typeface="Noto Sans TC"/>
                <a:sym typeface="Noto Sans TC"/>
              </a:rPr>
              <a:t>Concurrent I2C commands during high-speed SPI inking cause RISC-V bus arbitration deadlock. Verify both pins are High before SPI DMA!</a:t>
            </a:r>
            <a:endParaRPr/>
          </a:p>
        </p:txBody>
      </p:sp>
      <p:sp>
        <p:nvSpPr>
          <p:cNvPr id="644" name="Google Shape;644;p36"/>
          <p:cNvSpPr txBox="1"/>
          <p:nvPr/>
        </p:nvSpPr>
        <p:spPr>
          <a:xfrm>
            <a:off x="6556362" y="5330470"/>
            <a:ext cx="59628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38BDF8"/>
                </a:solidFill>
                <a:latin typeface="JetBrains Mono"/>
                <a:ea typeface="JetBrains Mono"/>
                <a:cs typeface="JetBrains Mono"/>
                <a:sym typeface="JetBrains Mono"/>
              </a:rPr>
              <a:t>// Dual Hardware Pin Interlock Logic Gate (AND Gate)</a:t>
            </a:r>
            <a:endParaRPr dirty="0"/>
          </a:p>
        </p:txBody>
      </p:sp>
      <p:sp>
        <p:nvSpPr>
          <p:cNvPr id="645" name="Google Shape;645;p36"/>
          <p:cNvSpPr txBox="1"/>
          <p:nvPr/>
        </p:nvSpPr>
        <p:spPr>
          <a:xfrm>
            <a:off x="6556362" y="4720650"/>
            <a:ext cx="4962600" cy="1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a:solidFill>
                  <a:srgbClr val="10B981"/>
                </a:solidFill>
                <a:latin typeface="JetBrains Mono"/>
                <a:ea typeface="JetBrains Mono"/>
                <a:cs typeface="JetBrains Mono"/>
                <a:sym typeface="JetBrains Mono"/>
              </a:rPr>
              <a:t>ALLOW_SPI_DMA = (GPIO_HRDY == 1) &amp;&amp; (GPIO_READY == 1);</a:t>
            </a:r>
            <a:endParaRPr/>
          </a:p>
        </p:txBody>
      </p:sp>
      <p:sp>
        <p:nvSpPr>
          <p:cNvPr id="646" name="Google Shape;646;p36"/>
          <p:cNvSpPr txBox="1"/>
          <p:nvPr/>
        </p:nvSpPr>
        <p:spPr>
          <a:xfrm>
            <a:off x="871945" y="2674172"/>
            <a:ext cx="2561700" cy="196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75" b="1" i="0" u="none" strike="noStrike" cap="none" dirty="0">
                <a:solidFill>
                  <a:srgbClr val="991B1B"/>
                </a:solidFill>
                <a:latin typeface="Noto Sans TC"/>
                <a:ea typeface="Noto Sans TC"/>
                <a:cs typeface="Noto Sans TC"/>
                <a:sym typeface="Noto Sans TC"/>
              </a:rPr>
              <a:t>1. Silence SoC MIPI video stream</a:t>
            </a:r>
            <a:endParaRPr dirty="0"/>
          </a:p>
        </p:txBody>
      </p:sp>
      <p:sp>
        <p:nvSpPr>
          <p:cNvPr id="647" name="Google Shape;647;p36"/>
          <p:cNvSpPr txBox="1"/>
          <p:nvPr/>
        </p:nvSpPr>
        <p:spPr>
          <a:xfrm>
            <a:off x="3573265" y="2772336"/>
            <a:ext cx="2561700" cy="196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75" b="1" i="0" u="none" strike="noStrike" cap="none" dirty="0">
                <a:solidFill>
                  <a:srgbClr val="1D4ED8"/>
                </a:solidFill>
                <a:latin typeface="Noto Sans TC"/>
                <a:ea typeface="Noto Sans TC"/>
                <a:cs typeface="Noto Sans TC"/>
                <a:sym typeface="Noto Sans TC"/>
              </a:rPr>
              <a:t>2. Assert WAKEUP_N pulse</a:t>
            </a:r>
            <a:endParaRPr dirty="0"/>
          </a:p>
        </p:txBody>
      </p:sp>
      <p:sp>
        <p:nvSpPr>
          <p:cNvPr id="648" name="Google Shape;648;p36"/>
          <p:cNvSpPr txBox="1"/>
          <p:nvPr/>
        </p:nvSpPr>
        <p:spPr>
          <a:xfrm>
            <a:off x="6274704" y="2674172"/>
            <a:ext cx="2561700" cy="196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75" b="1" i="0" u="none" strike="noStrike" cap="none" dirty="0">
                <a:solidFill>
                  <a:srgbClr val="B45309"/>
                </a:solidFill>
                <a:latin typeface="Noto Sans TC"/>
                <a:ea typeface="Noto Sans TC"/>
                <a:cs typeface="Noto Sans TC"/>
                <a:sym typeface="Noto Sans TC"/>
              </a:rPr>
              <a:t>3. Confirm Ready Pin transitions High</a:t>
            </a:r>
            <a:endParaRPr dirty="0"/>
          </a:p>
        </p:txBody>
      </p:sp>
      <p:sp>
        <p:nvSpPr>
          <p:cNvPr id="649" name="Google Shape;649;p36"/>
          <p:cNvSpPr txBox="1"/>
          <p:nvPr/>
        </p:nvSpPr>
        <p:spPr>
          <a:xfrm>
            <a:off x="9007974" y="2685609"/>
            <a:ext cx="2561700" cy="196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75" b="1" i="0" u="none" strike="noStrike" cap="none" dirty="0">
                <a:solidFill>
                  <a:srgbClr val="047857"/>
                </a:solidFill>
                <a:latin typeface="Noto Sans TC"/>
                <a:ea typeface="Noto Sans TC"/>
                <a:cs typeface="Noto Sans TC"/>
                <a:sym typeface="Noto Sans TC"/>
              </a:rPr>
              <a:t>4. Re-enable continuous MIPI stream</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653"/>
        <p:cNvGrpSpPr/>
        <p:nvPr/>
      </p:nvGrpSpPr>
      <p:grpSpPr>
        <a:xfrm>
          <a:off x="0" y="0"/>
          <a:ext cx="0" cy="0"/>
          <a:chOff x="0" y="0"/>
          <a:chExt cx="0" cy="0"/>
        </a:xfrm>
      </p:grpSpPr>
      <p:sp>
        <p:nvSpPr>
          <p:cNvPr id="654" name="Google Shape;654;p37"/>
          <p:cNvSpPr/>
          <p:nvPr/>
        </p:nvSpPr>
        <p:spPr>
          <a:xfrm>
            <a:off x="561975" y="2268638"/>
            <a:ext cx="3505200" cy="2774849"/>
          </a:xfrm>
          <a:prstGeom prst="roundRect">
            <a:avLst>
              <a:gd name="adj" fmla="val 5381"/>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5" name="Google Shape;655;p37"/>
          <p:cNvSpPr/>
          <p:nvPr/>
        </p:nvSpPr>
        <p:spPr>
          <a:xfrm>
            <a:off x="4343400" y="2268638"/>
            <a:ext cx="3505200" cy="2774849"/>
          </a:xfrm>
          <a:prstGeom prst="roundRect">
            <a:avLst>
              <a:gd name="adj" fmla="val 5381"/>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6" name="Google Shape;656;p37"/>
          <p:cNvSpPr/>
          <p:nvPr/>
        </p:nvSpPr>
        <p:spPr>
          <a:xfrm>
            <a:off x="8077200" y="2268638"/>
            <a:ext cx="3505200" cy="2774849"/>
          </a:xfrm>
          <a:prstGeom prst="roundRect">
            <a:avLst>
              <a:gd name="adj" fmla="val 4918"/>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7" name="Google Shape;657;p37"/>
          <p:cNvSpPr/>
          <p:nvPr/>
        </p:nvSpPr>
        <p:spPr>
          <a:xfrm>
            <a:off x="800101" y="4371975"/>
            <a:ext cx="3067050" cy="514350"/>
          </a:xfrm>
          <a:prstGeom prst="roundRect">
            <a:avLst>
              <a:gd name="adj" fmla="val 17777"/>
            </a:avLst>
          </a:prstGeom>
          <a:solidFill>
            <a:srgbClr val="EFF6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8" name="Google Shape;658;p37"/>
          <p:cNvSpPr/>
          <p:nvPr/>
        </p:nvSpPr>
        <p:spPr>
          <a:xfrm>
            <a:off x="4562475" y="4302125"/>
            <a:ext cx="3067050" cy="514350"/>
          </a:xfrm>
          <a:prstGeom prst="roundRect">
            <a:avLst>
              <a:gd name="adj" fmla="val 17777"/>
            </a:avLst>
          </a:prstGeom>
          <a:solidFill>
            <a:srgbClr val="ECFD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9" name="Google Shape;659;p37"/>
          <p:cNvSpPr/>
          <p:nvPr/>
        </p:nvSpPr>
        <p:spPr>
          <a:xfrm>
            <a:off x="8296275" y="4157662"/>
            <a:ext cx="3067050" cy="628650"/>
          </a:xfrm>
          <a:prstGeom prst="roundRect">
            <a:avLst>
              <a:gd name="adj" fmla="val 12121"/>
            </a:avLst>
          </a:prstGeom>
          <a:solidFill>
            <a:srgbClr val="FFFB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60" name="Google Shape;660;p37"/>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DC2626"/>
                </a:solidFill>
                <a:latin typeface="Noto Sans TC"/>
                <a:ea typeface="Noto Sans TC"/>
                <a:cs typeface="Noto Sans TC"/>
                <a:sym typeface="Noto Sans TC"/>
              </a:rPr>
              <a:t>07 / LESSONS 8, 9 &amp; 10 — VISUAL DEBUG TOOLCHAIN</a:t>
            </a:r>
            <a:endParaRPr/>
          </a:p>
        </p:txBody>
      </p:sp>
      <p:sp>
        <p:nvSpPr>
          <p:cNvPr id="661" name="Google Shape;661;p37"/>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Demarcating Cross-Team Ownership in 5 Minutes: 3 Visual Debug Tools</a:t>
            </a:r>
            <a:endParaRPr/>
          </a:p>
        </p:txBody>
      </p:sp>
      <p:sp>
        <p:nvSpPr>
          <p:cNvPr id="662" name="Google Shape;662;p37"/>
          <p:cNvSpPr txBox="1"/>
          <p:nvPr/>
        </p:nvSpPr>
        <p:spPr>
          <a:xfrm>
            <a:off x="842963" y="2552928"/>
            <a:ext cx="3833812"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284C7"/>
                </a:solidFill>
                <a:latin typeface="Noto Sans TC"/>
                <a:ea typeface="Noto Sans TC"/>
                <a:cs typeface="Noto Sans TC"/>
                <a:sym typeface="Noto Sans TC"/>
              </a:rPr>
              <a:t>LESSON 09 · INPUT BOUNDARY</a:t>
            </a:r>
            <a:endParaRPr sz="1200" dirty="0"/>
          </a:p>
        </p:txBody>
      </p:sp>
      <p:sp>
        <p:nvSpPr>
          <p:cNvPr id="663" name="Google Shape;663;p37"/>
          <p:cNvSpPr txBox="1"/>
          <p:nvPr/>
        </p:nvSpPr>
        <p:spPr>
          <a:xfrm>
            <a:off x="693019" y="2965674"/>
            <a:ext cx="3316981" cy="2423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75" b="1" i="0" u="none" strike="noStrike" cap="none" dirty="0">
                <a:solidFill>
                  <a:srgbClr val="0F172A"/>
                </a:solidFill>
                <a:latin typeface="Noto Sans TC"/>
                <a:ea typeface="Noto Sans TC"/>
                <a:cs typeface="Noto Sans TC"/>
                <a:sym typeface="Noto Sans TC"/>
              </a:rPr>
              <a:t>Raw Touch Scatter Plot Visualizer</a:t>
            </a:r>
            <a:endParaRPr dirty="0"/>
          </a:p>
        </p:txBody>
      </p:sp>
      <p:sp>
        <p:nvSpPr>
          <p:cNvPr id="664" name="Google Shape;664;p37"/>
          <p:cNvSpPr txBox="1"/>
          <p:nvPr/>
        </p:nvSpPr>
        <p:spPr>
          <a:xfrm>
            <a:off x="847699" y="3490218"/>
            <a:ext cx="3162300" cy="6463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0" i="0" u="none" strike="noStrike" cap="none" dirty="0">
                <a:solidFill>
                  <a:srgbClr val="475569"/>
                </a:solidFill>
                <a:latin typeface="Noto Sans TC"/>
                <a:ea typeface="Noto Sans TC"/>
                <a:cs typeface="Noto Sans TC"/>
                <a:sym typeface="Noto Sans TC"/>
              </a:rPr>
              <a:t>Dumps raw /dev/input/event* X, Y, pressure and timestamps into microsecond scatter plots</a:t>
            </a:r>
            <a:endParaRPr dirty="0"/>
          </a:p>
        </p:txBody>
      </p:sp>
      <p:sp>
        <p:nvSpPr>
          <p:cNvPr id="665" name="Google Shape;665;p37"/>
          <p:cNvSpPr txBox="1"/>
          <p:nvPr/>
        </p:nvSpPr>
        <p:spPr>
          <a:xfrm>
            <a:off x="4604795" y="2554532"/>
            <a:ext cx="3833812"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59669"/>
                </a:solidFill>
                <a:latin typeface="Noto Sans TC"/>
                <a:ea typeface="Noto Sans TC"/>
                <a:cs typeface="Noto Sans TC"/>
                <a:sym typeface="Noto Sans TC"/>
              </a:rPr>
              <a:t>LESSON 10 · KERNEL BOUNDARY</a:t>
            </a:r>
            <a:endParaRPr sz="1200" dirty="0"/>
          </a:p>
        </p:txBody>
      </p:sp>
      <p:sp>
        <p:nvSpPr>
          <p:cNvPr id="666" name="Google Shape;666;p37"/>
          <p:cNvSpPr txBox="1"/>
          <p:nvPr/>
        </p:nvSpPr>
        <p:spPr>
          <a:xfrm>
            <a:off x="4562475" y="2905258"/>
            <a:ext cx="2444717"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75" b="1" i="0" u="none" strike="noStrike" cap="none" dirty="0">
                <a:solidFill>
                  <a:srgbClr val="0F172A"/>
                </a:solidFill>
                <a:latin typeface="Noto Sans TC"/>
                <a:ea typeface="Noto Sans TC"/>
                <a:cs typeface="Noto Sans TC"/>
                <a:sym typeface="Noto Sans TC"/>
              </a:rPr>
              <a:t>Kernel Coordinate &amp; </a:t>
            </a:r>
          </a:p>
          <a:p>
            <a:pPr marL="0" marR="0" lvl="0" indent="0" algn="l" rtl="0">
              <a:spcBef>
                <a:spcPts val="0"/>
              </a:spcBef>
              <a:spcAft>
                <a:spcPts val="0"/>
              </a:spcAft>
              <a:buNone/>
            </a:pPr>
            <a:r>
              <a:rPr lang="en-US" sz="1575" b="1" i="0" u="none" strike="noStrike" cap="none" dirty="0">
                <a:solidFill>
                  <a:srgbClr val="0F172A"/>
                </a:solidFill>
                <a:latin typeface="Noto Sans TC"/>
                <a:ea typeface="Noto Sans TC"/>
                <a:cs typeface="Noto Sans TC"/>
                <a:sym typeface="Noto Sans TC"/>
              </a:rPr>
              <a:t>Bitmap Replay Tool</a:t>
            </a:r>
            <a:endParaRPr dirty="0"/>
          </a:p>
        </p:txBody>
      </p:sp>
      <p:sp>
        <p:nvSpPr>
          <p:cNvPr id="667" name="Google Shape;667;p37"/>
          <p:cNvSpPr txBox="1"/>
          <p:nvPr/>
        </p:nvSpPr>
        <p:spPr>
          <a:xfrm>
            <a:off x="4562475" y="3546475"/>
            <a:ext cx="3162300" cy="6463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0" i="0" u="none" strike="noStrike" cap="none" dirty="0">
                <a:solidFill>
                  <a:srgbClr val="475569"/>
                </a:solidFill>
                <a:latin typeface="Noto Sans TC"/>
                <a:ea typeface="Noto Sans TC"/>
                <a:cs typeface="Noto Sans TC"/>
                <a:sym typeface="Noto Sans TC"/>
              </a:rPr>
              <a:t>Intercepts 4BPP packets at </a:t>
            </a:r>
            <a:r>
              <a:rPr lang="en-US" b="0" i="0" u="none" strike="noStrike" cap="none" dirty="0" err="1">
                <a:solidFill>
                  <a:srgbClr val="475569"/>
                </a:solidFill>
                <a:latin typeface="Noto Sans TC"/>
                <a:ea typeface="Noto Sans TC"/>
                <a:cs typeface="Noto Sans TC"/>
                <a:sym typeface="Noto Sans TC"/>
              </a:rPr>
              <a:t>disp_area_store</a:t>
            </a:r>
            <a:r>
              <a:rPr lang="en-US" b="0" i="0" u="none" strike="noStrike" cap="none" dirty="0">
                <a:solidFill>
                  <a:srgbClr val="475569"/>
                </a:solidFill>
                <a:latin typeface="Noto Sans TC"/>
                <a:ea typeface="Noto Sans TC"/>
                <a:cs typeface="Noto Sans TC"/>
                <a:sym typeface="Noto Sans TC"/>
              </a:rPr>
              <a:t>; reconstructs 1:1 dirty </a:t>
            </a:r>
            <a:r>
              <a:rPr lang="en-US" b="0" i="0" u="none" strike="noStrike" cap="none" dirty="0" err="1">
                <a:solidFill>
                  <a:srgbClr val="475569"/>
                </a:solidFill>
                <a:latin typeface="Noto Sans TC"/>
                <a:ea typeface="Noto Sans TC"/>
                <a:cs typeface="Noto Sans TC"/>
                <a:sym typeface="Noto Sans TC"/>
              </a:rPr>
              <a:t>rect</a:t>
            </a:r>
            <a:r>
              <a:rPr lang="en-US" b="0" i="0" u="none" strike="noStrike" cap="none" dirty="0">
                <a:solidFill>
                  <a:srgbClr val="475569"/>
                </a:solidFill>
                <a:latin typeface="Noto Sans TC"/>
                <a:ea typeface="Noto Sans TC"/>
                <a:cs typeface="Noto Sans TC"/>
                <a:sym typeface="Noto Sans TC"/>
              </a:rPr>
              <a:t> bitmaps on PC</a:t>
            </a:r>
            <a:endParaRPr dirty="0"/>
          </a:p>
        </p:txBody>
      </p:sp>
      <p:sp>
        <p:nvSpPr>
          <p:cNvPr id="668" name="Google Shape;668;p37"/>
          <p:cNvSpPr txBox="1"/>
          <p:nvPr/>
        </p:nvSpPr>
        <p:spPr>
          <a:xfrm>
            <a:off x="8296275" y="2545645"/>
            <a:ext cx="3833812"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D97706"/>
                </a:solidFill>
                <a:latin typeface="Noto Sans TC"/>
                <a:ea typeface="Noto Sans TC"/>
                <a:cs typeface="Noto Sans TC"/>
                <a:sym typeface="Noto Sans TC"/>
              </a:rPr>
              <a:t>LESSON 11 · PIXEL DIFF INSPECTOR</a:t>
            </a:r>
            <a:endParaRPr sz="1200" dirty="0"/>
          </a:p>
        </p:txBody>
      </p:sp>
      <p:sp>
        <p:nvSpPr>
          <p:cNvPr id="669" name="Google Shape;669;p37"/>
          <p:cNvSpPr txBox="1"/>
          <p:nvPr/>
        </p:nvSpPr>
        <p:spPr>
          <a:xfrm>
            <a:off x="8296275" y="2965674"/>
            <a:ext cx="3895725"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75" b="1" i="0" u="none" strike="noStrike" cap="none" dirty="0">
                <a:solidFill>
                  <a:srgbClr val="0F172A"/>
                </a:solidFill>
                <a:latin typeface="Noto Sans TC"/>
                <a:ea typeface="Noto Sans TC"/>
                <a:cs typeface="Noto Sans TC"/>
                <a:sym typeface="Noto Sans TC"/>
              </a:rPr>
              <a:t>Framebuffer Pixel Difference </a:t>
            </a:r>
          </a:p>
          <a:p>
            <a:pPr marL="0" marR="0" lvl="0" indent="0" algn="l" rtl="0">
              <a:spcBef>
                <a:spcPts val="0"/>
              </a:spcBef>
              <a:spcAft>
                <a:spcPts val="0"/>
              </a:spcAft>
              <a:buNone/>
            </a:pPr>
            <a:r>
              <a:rPr lang="en-US" sz="1575" b="1" i="0" u="none" strike="noStrike" cap="none" dirty="0">
                <a:solidFill>
                  <a:srgbClr val="0F172A"/>
                </a:solidFill>
                <a:latin typeface="Noto Sans TC"/>
                <a:ea typeface="Noto Sans TC"/>
                <a:cs typeface="Noto Sans TC"/>
                <a:sym typeface="Noto Sans TC"/>
              </a:rPr>
              <a:t>Inspector</a:t>
            </a:r>
            <a:endParaRPr dirty="0"/>
          </a:p>
        </p:txBody>
      </p:sp>
      <p:sp>
        <p:nvSpPr>
          <p:cNvPr id="670" name="Google Shape;670;p37"/>
          <p:cNvSpPr txBox="1"/>
          <p:nvPr/>
        </p:nvSpPr>
        <p:spPr>
          <a:xfrm>
            <a:off x="8296275" y="3567112"/>
            <a:ext cx="3162300" cy="6463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b="0" i="0" u="none" strike="noStrike" cap="none" dirty="0">
                <a:solidFill>
                  <a:srgbClr val="475569"/>
                </a:solidFill>
                <a:latin typeface="Noto Sans TC"/>
                <a:ea typeface="Noto Sans TC"/>
                <a:cs typeface="Noto Sans TC"/>
                <a:sym typeface="Noto Sans TC"/>
              </a:rPr>
              <a:t>Computes inter-frame Δ = |</a:t>
            </a:r>
            <a:r>
              <a:rPr lang="en-US" b="0" i="0" u="none" strike="noStrike" cap="none" dirty="0" err="1">
                <a:solidFill>
                  <a:srgbClr val="475569"/>
                </a:solidFill>
                <a:latin typeface="Noto Sans TC"/>
                <a:ea typeface="Noto Sans TC"/>
                <a:cs typeface="Noto Sans TC"/>
                <a:sym typeface="Noto Sans TC"/>
              </a:rPr>
              <a:t>P_curr</a:t>
            </a:r>
            <a:r>
              <a:rPr lang="en-US" b="0" i="0" u="none" strike="noStrike" cap="none" dirty="0">
                <a:solidFill>
                  <a:srgbClr val="475569"/>
                </a:solidFill>
                <a:latin typeface="Noto Sans TC"/>
                <a:ea typeface="Noto Sans TC"/>
                <a:cs typeface="Noto Sans TC"/>
                <a:sym typeface="Noto Sans TC"/>
              </a:rPr>
              <a:t> - </a:t>
            </a:r>
            <a:r>
              <a:rPr lang="en-US" b="0" i="0" u="none" strike="noStrike" cap="none" dirty="0" err="1">
                <a:solidFill>
                  <a:srgbClr val="475569"/>
                </a:solidFill>
                <a:latin typeface="Noto Sans TC"/>
                <a:ea typeface="Noto Sans TC"/>
                <a:cs typeface="Noto Sans TC"/>
                <a:sym typeface="Noto Sans TC"/>
              </a:rPr>
              <a:t>P_prev</a:t>
            </a:r>
            <a:r>
              <a:rPr lang="en-US" b="0" i="0" u="none" strike="noStrike" cap="none" dirty="0">
                <a:solidFill>
                  <a:srgbClr val="475569"/>
                </a:solidFill>
                <a:latin typeface="Noto Sans TC"/>
                <a:ea typeface="Noto Sans TC"/>
                <a:cs typeface="Noto Sans TC"/>
                <a:sym typeface="Noto Sans TC"/>
              </a:rPr>
              <a:t>| with high-sensitivity ±1 LSB amplification</a:t>
            </a:r>
            <a:endParaRPr dirty="0"/>
          </a:p>
        </p:txBody>
      </p:sp>
      <p:sp>
        <p:nvSpPr>
          <p:cNvPr id="671" name="Google Shape;671;p37"/>
          <p:cNvSpPr txBox="1"/>
          <p:nvPr/>
        </p:nvSpPr>
        <p:spPr>
          <a:xfrm>
            <a:off x="942975" y="4371975"/>
            <a:ext cx="3548062"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1D4ED8"/>
                </a:solidFill>
                <a:latin typeface="Noto Sans TC"/>
                <a:ea typeface="Noto Sans TC"/>
                <a:cs typeface="Noto Sans TC"/>
                <a:sym typeface="Noto Sans TC"/>
              </a:rPr>
              <a:t>Instantly diagnoses Wacom hardware </a:t>
            </a:r>
          </a:p>
          <a:p>
            <a:pPr marL="0" marR="0" lvl="0" indent="0" algn="l" rtl="0">
              <a:spcBef>
                <a:spcPts val="0"/>
              </a:spcBef>
              <a:spcAft>
                <a:spcPts val="0"/>
              </a:spcAft>
              <a:buNone/>
            </a:pPr>
            <a:r>
              <a:rPr lang="en-US" sz="1200" b="1" i="0" u="none" strike="noStrike" cap="none" dirty="0">
                <a:solidFill>
                  <a:srgbClr val="1D4ED8"/>
                </a:solidFill>
                <a:latin typeface="Noto Sans TC"/>
                <a:ea typeface="Noto Sans TC"/>
                <a:cs typeface="Noto Sans TC"/>
                <a:sym typeface="Noto Sans TC"/>
              </a:rPr>
              <a:t>jitter or dropped points</a:t>
            </a:r>
            <a:endParaRPr dirty="0"/>
          </a:p>
        </p:txBody>
      </p:sp>
      <p:sp>
        <p:nvSpPr>
          <p:cNvPr id="672" name="Google Shape;672;p37"/>
          <p:cNvSpPr txBox="1"/>
          <p:nvPr/>
        </p:nvSpPr>
        <p:spPr>
          <a:xfrm>
            <a:off x="4676775" y="4371975"/>
            <a:ext cx="27686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047857"/>
                </a:solidFill>
                <a:latin typeface="Noto Sans TC"/>
                <a:ea typeface="Noto Sans TC"/>
                <a:cs typeface="Noto Sans TC"/>
                <a:sym typeface="Noto Sans TC"/>
              </a:rPr>
              <a:t>Artifacts in replay ➔ App bug; </a:t>
            </a:r>
          </a:p>
          <a:p>
            <a:pPr marL="0" marR="0" lvl="0" indent="0" algn="l" rtl="0">
              <a:spcBef>
                <a:spcPts val="0"/>
              </a:spcBef>
              <a:spcAft>
                <a:spcPts val="0"/>
              </a:spcAft>
              <a:buNone/>
            </a:pPr>
            <a:r>
              <a:rPr lang="en-US" sz="1200" b="1" i="0" u="none" strike="noStrike" cap="none" dirty="0">
                <a:solidFill>
                  <a:srgbClr val="047857"/>
                </a:solidFill>
                <a:latin typeface="Noto Sans TC"/>
                <a:ea typeface="Noto Sans TC"/>
                <a:cs typeface="Noto Sans TC"/>
                <a:sym typeface="Noto Sans TC"/>
              </a:rPr>
              <a:t>Perfect replay ➔ Driver/HW fault</a:t>
            </a:r>
            <a:endParaRPr dirty="0"/>
          </a:p>
        </p:txBody>
      </p:sp>
      <p:sp>
        <p:nvSpPr>
          <p:cNvPr id="673" name="Google Shape;673;p37"/>
          <p:cNvSpPr txBox="1"/>
          <p:nvPr/>
        </p:nvSpPr>
        <p:spPr>
          <a:xfrm>
            <a:off x="8362950" y="4356616"/>
            <a:ext cx="2933700"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1" i="0" u="none" strike="noStrike" cap="none" dirty="0">
                <a:solidFill>
                  <a:srgbClr val="B45309"/>
                </a:solidFill>
                <a:latin typeface="Noto Sans TC"/>
                <a:ea typeface="Noto Sans TC"/>
                <a:cs typeface="Noto Sans TC"/>
                <a:sym typeface="Noto Sans TC"/>
              </a:rPr>
              <a:t>Δ=0 with ghosting ➔ Physical polarization; Δ≠0 ➔ Software refresh bug</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7" name="Google Shape;87;p13"/>
          <p:cNvSpPr/>
          <p:nvPr/>
        </p:nvSpPr>
        <p:spPr>
          <a:xfrm>
            <a:off x="485775" y="1327695"/>
            <a:ext cx="258067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 name="Google Shape;88;p13"/>
          <p:cNvSpPr/>
          <p:nvPr/>
        </p:nvSpPr>
        <p:spPr>
          <a:xfrm>
            <a:off x="3066454" y="1327695"/>
            <a:ext cx="415156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9" name="Google Shape;89;p13"/>
          <p:cNvSpPr/>
          <p:nvPr/>
        </p:nvSpPr>
        <p:spPr>
          <a:xfrm>
            <a:off x="7218015" y="1327695"/>
            <a:ext cx="448820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 name="Google Shape;90;p13"/>
          <p:cNvSpPr/>
          <p:nvPr/>
        </p:nvSpPr>
        <p:spPr>
          <a:xfrm>
            <a:off x="485775" y="2068562"/>
            <a:ext cx="258067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1" name="Google Shape;91;p13"/>
          <p:cNvSpPr/>
          <p:nvPr/>
        </p:nvSpPr>
        <p:spPr>
          <a:xfrm>
            <a:off x="3066454" y="2068562"/>
            <a:ext cx="415156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2" name="Google Shape;92;p13"/>
          <p:cNvSpPr/>
          <p:nvPr/>
        </p:nvSpPr>
        <p:spPr>
          <a:xfrm>
            <a:off x="7218015" y="2068562"/>
            <a:ext cx="448820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3" name="Google Shape;93;p13"/>
          <p:cNvSpPr/>
          <p:nvPr/>
        </p:nvSpPr>
        <p:spPr>
          <a:xfrm>
            <a:off x="485775" y="2809428"/>
            <a:ext cx="258067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 name="Google Shape;94;p13"/>
          <p:cNvSpPr/>
          <p:nvPr/>
        </p:nvSpPr>
        <p:spPr>
          <a:xfrm>
            <a:off x="3066454" y="2809428"/>
            <a:ext cx="415156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 name="Google Shape;95;p13"/>
          <p:cNvSpPr/>
          <p:nvPr/>
        </p:nvSpPr>
        <p:spPr>
          <a:xfrm>
            <a:off x="7218015" y="2809428"/>
            <a:ext cx="448820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 name="Google Shape;96;p13"/>
          <p:cNvSpPr/>
          <p:nvPr/>
        </p:nvSpPr>
        <p:spPr>
          <a:xfrm>
            <a:off x="485775" y="3550294"/>
            <a:ext cx="258067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 name="Google Shape;97;p13"/>
          <p:cNvSpPr/>
          <p:nvPr/>
        </p:nvSpPr>
        <p:spPr>
          <a:xfrm>
            <a:off x="3066454" y="3550294"/>
            <a:ext cx="415156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 name="Google Shape;98;p13"/>
          <p:cNvSpPr/>
          <p:nvPr/>
        </p:nvSpPr>
        <p:spPr>
          <a:xfrm>
            <a:off x="7218015" y="3550294"/>
            <a:ext cx="448820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9" name="Google Shape;99;p13"/>
          <p:cNvSpPr/>
          <p:nvPr/>
        </p:nvSpPr>
        <p:spPr>
          <a:xfrm>
            <a:off x="485775" y="4291161"/>
            <a:ext cx="258067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0" name="Google Shape;100;p13"/>
          <p:cNvSpPr/>
          <p:nvPr/>
        </p:nvSpPr>
        <p:spPr>
          <a:xfrm>
            <a:off x="3066454" y="4291161"/>
            <a:ext cx="415156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1" name="Google Shape;101;p13"/>
          <p:cNvSpPr/>
          <p:nvPr/>
        </p:nvSpPr>
        <p:spPr>
          <a:xfrm>
            <a:off x="7218015" y="4291161"/>
            <a:ext cx="448820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2" name="Google Shape;102;p13"/>
          <p:cNvSpPr/>
          <p:nvPr/>
        </p:nvSpPr>
        <p:spPr>
          <a:xfrm>
            <a:off x="485775" y="5218658"/>
            <a:ext cx="258067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 name="Google Shape;103;p13"/>
          <p:cNvSpPr/>
          <p:nvPr/>
        </p:nvSpPr>
        <p:spPr>
          <a:xfrm>
            <a:off x="3066454" y="5218658"/>
            <a:ext cx="415156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 name="Google Shape;104;p13"/>
          <p:cNvSpPr/>
          <p:nvPr/>
        </p:nvSpPr>
        <p:spPr>
          <a:xfrm>
            <a:off x="7218015" y="5218658"/>
            <a:ext cx="448820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 name="Google Shape;105;p13"/>
          <p:cNvSpPr/>
          <p:nvPr/>
        </p:nvSpPr>
        <p:spPr>
          <a:xfrm>
            <a:off x="638175" y="1434256"/>
            <a:ext cx="523428" cy="358080"/>
          </a:xfrm>
          <a:prstGeom prst="roundRect">
            <a:avLst>
              <a:gd name="adj" fmla="val 10640"/>
            </a:avLst>
          </a:prstGeom>
          <a:solidFill>
            <a:srgbClr val="EFF6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 name="Google Shape;106;p13"/>
          <p:cNvSpPr/>
          <p:nvPr/>
        </p:nvSpPr>
        <p:spPr>
          <a:xfrm>
            <a:off x="638175" y="2175123"/>
            <a:ext cx="531762" cy="358080"/>
          </a:xfrm>
          <a:prstGeom prst="roundRect">
            <a:avLst>
              <a:gd name="adj" fmla="val 10640"/>
            </a:avLst>
          </a:prstGeom>
          <a:solidFill>
            <a:srgbClr val="F0F9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 name="Google Shape;107;p13"/>
          <p:cNvSpPr/>
          <p:nvPr/>
        </p:nvSpPr>
        <p:spPr>
          <a:xfrm>
            <a:off x="638175" y="2915989"/>
            <a:ext cx="514350" cy="358080"/>
          </a:xfrm>
          <a:prstGeom prst="roundRect">
            <a:avLst>
              <a:gd name="adj" fmla="val 10640"/>
            </a:avLst>
          </a:prstGeom>
          <a:solidFill>
            <a:srgbClr val="ECFDF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 name="Google Shape;108;p13"/>
          <p:cNvSpPr/>
          <p:nvPr/>
        </p:nvSpPr>
        <p:spPr>
          <a:xfrm>
            <a:off x="638175" y="3656855"/>
            <a:ext cx="517773" cy="358080"/>
          </a:xfrm>
          <a:prstGeom prst="roundRect">
            <a:avLst>
              <a:gd name="adj" fmla="val 10640"/>
            </a:avLst>
          </a:prstGeom>
          <a:solidFill>
            <a:srgbClr val="FFFB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 name="Google Shape;109;p13"/>
          <p:cNvSpPr/>
          <p:nvPr/>
        </p:nvSpPr>
        <p:spPr>
          <a:xfrm>
            <a:off x="638175" y="4491037"/>
            <a:ext cx="481905" cy="358080"/>
          </a:xfrm>
          <a:prstGeom prst="roundRect">
            <a:avLst>
              <a:gd name="adj" fmla="val 10640"/>
            </a:avLst>
          </a:prstGeom>
          <a:solidFill>
            <a:srgbClr val="F5F3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 name="Google Shape;110;p13"/>
          <p:cNvSpPr/>
          <p:nvPr/>
        </p:nvSpPr>
        <p:spPr>
          <a:xfrm>
            <a:off x="638175" y="5418534"/>
            <a:ext cx="498127" cy="358080"/>
          </a:xfrm>
          <a:prstGeom prst="roundRect">
            <a:avLst>
              <a:gd name="adj" fmla="val 10640"/>
            </a:avLst>
          </a:prstGeom>
          <a:solidFill>
            <a:srgbClr val="FE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13" name="Google Shape;113;p13"/>
          <p:cNvGraphicFramePr/>
          <p:nvPr>
            <p:extLst>
              <p:ext uri="{D42A27DB-BD31-4B8C-83A1-F6EECF244321}">
                <p14:modId xmlns:p14="http://schemas.microsoft.com/office/powerpoint/2010/main" val="3513384219"/>
              </p:ext>
            </p:extLst>
          </p:nvPr>
        </p:nvGraphicFramePr>
        <p:xfrm>
          <a:off x="476250" y="946694"/>
          <a:ext cx="11220425" cy="5781464"/>
        </p:xfrm>
        <a:graphic>
          <a:graphicData uri="http://schemas.openxmlformats.org/drawingml/2006/table">
            <a:tbl>
              <a:tblPr>
                <a:noFill/>
              </a:tblPr>
              <a:tblGrid>
                <a:gridCol w="2580675">
                  <a:extLst>
                    <a:ext uri="{9D8B030D-6E8A-4147-A177-3AD203B41FA5}">
                      <a16:colId xmlns:a16="http://schemas.microsoft.com/office/drawing/2014/main" val="20000"/>
                    </a:ext>
                  </a:extLst>
                </a:gridCol>
                <a:gridCol w="4151550">
                  <a:extLst>
                    <a:ext uri="{9D8B030D-6E8A-4147-A177-3AD203B41FA5}">
                      <a16:colId xmlns:a16="http://schemas.microsoft.com/office/drawing/2014/main" val="20001"/>
                    </a:ext>
                  </a:extLst>
                </a:gridCol>
                <a:gridCol w="4488200">
                  <a:extLst>
                    <a:ext uri="{9D8B030D-6E8A-4147-A177-3AD203B41FA5}">
                      <a16:colId xmlns:a16="http://schemas.microsoft.com/office/drawing/2014/main" val="20002"/>
                    </a:ext>
                  </a:extLst>
                </a:gridCol>
              </a:tblGrid>
              <a:tr h="796732">
                <a:tc>
                  <a:txBody>
                    <a:bodyPr/>
                    <a:lstStyle/>
                    <a:p>
                      <a:pPr marL="0" marR="0" lvl="0" indent="0" algn="l" rtl="0">
                        <a:spcBef>
                          <a:spcPts val="0"/>
                        </a:spcBef>
                        <a:spcAft>
                          <a:spcPts val="0"/>
                        </a:spcAft>
                        <a:buNone/>
                      </a:pPr>
                      <a:r>
                        <a:rPr lang="en-US" sz="1125" b="1" i="0" u="none" strike="noStrike" cap="none">
                          <a:solidFill>
                            <a:srgbClr val="FFFFFF"/>
                          </a:solidFill>
                          <a:latin typeface="DM Sans"/>
                          <a:ea typeface="DM Sans"/>
                          <a:cs typeface="DM Sans"/>
                          <a:sym typeface="DM Sans"/>
                        </a:rPr>
                        <a:t>No., Category &amp; Slide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125" b="1" i="0" u="none" strike="noStrike" cap="none">
                          <a:solidFill>
                            <a:srgbClr val="FFFFFF"/>
                          </a:solidFill>
                          <a:latin typeface="DM Sans"/>
                          <a:ea typeface="DM Sans"/>
                          <a:cs typeface="DM Sans"/>
                          <a:sym typeface="DM Sans"/>
                        </a:rPr>
                        <a:t>Problem Symptom &amp; Root Cause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125" b="1" i="0" u="none" strike="noStrike" cap="none">
                          <a:solidFill>
                            <a:srgbClr val="FFFFFF"/>
                          </a:solidFill>
                          <a:latin typeface="DM Sans"/>
                          <a:ea typeface="DM Sans"/>
                          <a:cs typeface="DM Sans"/>
                          <a:sym typeface="DM Sans"/>
                        </a:rPr>
                        <a:t>Standard Engineering Solution &amp; Quantified Impact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837600">
                <a:tc>
                  <a:txBody>
                    <a:bodyPr/>
                    <a:lstStyle/>
                    <a:p>
                      <a:pPr marL="0" marR="0" lvl="0" indent="0" algn="l" rtl="0">
                        <a:spcBef>
                          <a:spcPts val="0"/>
                        </a:spcBef>
                        <a:spcAft>
                          <a:spcPts val="0"/>
                        </a:spcAft>
                        <a:buNone/>
                      </a:pPr>
                      <a:r>
                        <a:rPr lang="en-US" sz="1200" b="1" i="0" u="none" strike="noStrike" cap="none" dirty="0">
                          <a:solidFill>
                            <a:srgbClr val="1D4ED8"/>
                          </a:solidFill>
                          <a:latin typeface="DM Sans"/>
                          <a:ea typeface="DM Sans"/>
                          <a:cs typeface="DM Sans"/>
                          <a:sym typeface="DM Sans"/>
                        </a:rPr>
                        <a:t> 🚀 #1 ~ #3 Latency Reduction</a:t>
                      </a:r>
                      <a:br>
                        <a:rPr lang="en-US" sz="1200" b="1" i="0" u="none" strike="noStrike" cap="none" dirty="0">
                          <a:solidFill>
                            <a:srgbClr val="1D4ED8"/>
                          </a:solidFill>
                          <a:latin typeface="DM Sans"/>
                          <a:ea typeface="DM Sans"/>
                          <a:cs typeface="DM Sans"/>
                          <a:sym typeface="DM Sans"/>
                        </a:rPr>
                      </a:br>
                      <a:r>
                        <a:rPr lang="en-US" sz="1200" b="0" i="0" u="none" strike="noStrike" cap="none" dirty="0">
                          <a:solidFill>
                            <a:srgbClr val="64748B"/>
                          </a:solidFill>
                          <a:latin typeface="DM Sans"/>
                          <a:ea typeface="DM Sans"/>
                          <a:cs typeface="DM Sans"/>
                          <a:sym typeface="DM Sans"/>
                        </a:rPr>
                        <a:t>HSPI 24MHz · Batch Refresh · Touch Hook</a:t>
                      </a:r>
                      <a:endParaRPr sz="12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dirty="0">
                          <a:solidFill>
                            <a:srgbClr val="334155"/>
                          </a:solidFill>
                          <a:latin typeface="DM Sans"/>
                          <a:ea typeface="DM Sans"/>
                          <a:cs typeface="DM Sans"/>
                          <a:sym typeface="DM Sans"/>
                        </a:rPr>
                        <a:t>Default SPI speed not in max speed, T-con throughput bottleneck, Android framework input batching inflating latency &gt;45ms.</a:t>
                      </a:r>
                      <a:endParaRPr sz="12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dirty="0">
                          <a:solidFill>
                            <a:srgbClr val="0F172A"/>
                          </a:solidFill>
                          <a:latin typeface="DM Sans"/>
                          <a:ea typeface="DM Sans"/>
                          <a:cs typeface="DM Sans"/>
                          <a:sym typeface="DM Sans"/>
                        </a:rPr>
                        <a:t>Set kernel HSPI to </a:t>
                      </a:r>
                      <a:r>
                        <a:rPr lang="en-US" sz="1200" b="1" i="0" u="none" strike="noStrike" cap="none" dirty="0">
                          <a:solidFill>
                            <a:srgbClr val="0F172A"/>
                          </a:solidFill>
                          <a:latin typeface="DM Sans"/>
                          <a:ea typeface="DM Sans"/>
                          <a:cs typeface="DM Sans"/>
                          <a:sym typeface="DM Sans"/>
                        </a:rPr>
                        <a:t>24MHz limit (1.36ms)</a:t>
                      </a:r>
                      <a:r>
                        <a:rPr lang="en-US" sz="1200" b="0" i="0" u="none" strike="noStrike" cap="none" dirty="0">
                          <a:solidFill>
                            <a:srgbClr val="0F172A"/>
                          </a:solidFill>
                          <a:latin typeface="DM Sans"/>
                          <a:ea typeface="DM Sans"/>
                          <a:cs typeface="DM Sans"/>
                          <a:sym typeface="DM Sans"/>
                        </a:rPr>
                        <a:t> + batch 2 dirty </a:t>
                      </a:r>
                      <a:r>
                        <a:rPr lang="en-US" sz="1200" b="0" i="0" u="none" strike="noStrike" cap="none" dirty="0" err="1">
                          <a:solidFill>
                            <a:srgbClr val="0F172A"/>
                          </a:solidFill>
                          <a:latin typeface="DM Sans"/>
                          <a:ea typeface="DM Sans"/>
                          <a:cs typeface="DM Sans"/>
                          <a:sym typeface="DM Sans"/>
                        </a:rPr>
                        <a:t>rects</a:t>
                      </a:r>
                      <a:r>
                        <a:rPr lang="en-US" sz="1200" b="0" i="0" u="none" strike="noStrike" cap="none" dirty="0">
                          <a:solidFill>
                            <a:srgbClr val="0F172A"/>
                          </a:solidFill>
                          <a:latin typeface="DM Sans"/>
                          <a:ea typeface="DM Sans"/>
                          <a:cs typeface="DM Sans"/>
                          <a:sym typeface="DM Sans"/>
                        </a:rPr>
                        <a:t> per refresh + direct touch hook (/dev/input/event*). </a:t>
                      </a:r>
                      <a:r>
                        <a:rPr lang="en-US" sz="1200" b="1" i="0" u="none" strike="noStrike" cap="none" dirty="0">
                          <a:solidFill>
                            <a:srgbClr val="0F172A"/>
                          </a:solidFill>
                          <a:latin typeface="DM Sans"/>
                          <a:ea typeface="DM Sans"/>
                          <a:cs typeface="DM Sans"/>
                          <a:sym typeface="DM Sans"/>
                        </a:rPr>
                        <a:t>End-to-end latency &lt; 25ms</a:t>
                      </a:r>
                      <a:r>
                        <a:rPr lang="en-US" sz="1200" b="0" i="0" u="none" strike="noStrike" cap="none" dirty="0">
                          <a:solidFill>
                            <a:srgbClr val="0F172A"/>
                          </a:solidFill>
                          <a:latin typeface="DM Sans"/>
                          <a:ea typeface="DM Sans"/>
                          <a:cs typeface="DM Sans"/>
                          <a:sym typeface="DM Sans"/>
                        </a:rPr>
                        <a:t>.</a:t>
                      </a:r>
                      <a:endParaRPr sz="12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837600">
                <a:tc>
                  <a:txBody>
                    <a:bodyPr/>
                    <a:lstStyle/>
                    <a:p>
                      <a:pPr marL="0" marR="0" lvl="0" indent="0" algn="l" rtl="0">
                        <a:spcBef>
                          <a:spcPts val="0"/>
                        </a:spcBef>
                        <a:spcAft>
                          <a:spcPts val="0"/>
                        </a:spcAft>
                        <a:buNone/>
                      </a:pPr>
                      <a:r>
                        <a:rPr lang="en-US" sz="1200" b="1" i="0" u="none" strike="noStrike" cap="none">
                          <a:solidFill>
                            <a:srgbClr val="0284C7"/>
                          </a:solidFill>
                          <a:latin typeface="DM Sans"/>
                          <a:ea typeface="DM Sans"/>
                          <a:cs typeface="DM Sans"/>
                          <a:sym typeface="DM Sans"/>
                        </a:rPr>
                        <a:t> 🎯 #4 Test Pattern Alignment</a:t>
                      </a:r>
                      <a:br>
                        <a:rPr lang="en-US" sz="1200" b="1" i="0" u="none" strike="noStrike" cap="none">
                          <a:solidFill>
                            <a:srgbClr val="0284C7"/>
                          </a:solidFill>
                          <a:latin typeface="DM Sans"/>
                          <a:ea typeface="DM Sans"/>
                          <a:cs typeface="DM Sans"/>
                          <a:sym typeface="DM Sans"/>
                        </a:rPr>
                      </a:br>
                      <a:r>
                        <a:rPr lang="en-US" sz="1200" b="0" i="0" u="none" strike="noStrike" cap="none">
                          <a:solidFill>
                            <a:srgbClr val="64748B"/>
                          </a:solidFill>
                          <a:latin typeface="DM Sans"/>
                          <a:ea typeface="DM Sans"/>
                          <a:cs typeface="DM Sans"/>
                          <a:sym typeface="DM Sans"/>
                        </a:rPr>
                        <a:t>Porch Calibration · 1:1 Pixel Mapping</a:t>
                      </a:r>
                      <a:endParaRPr sz="12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0" i="0" u="none" strike="noStrike" cap="none" dirty="0">
                          <a:solidFill>
                            <a:srgbClr val="334155"/>
                          </a:solidFill>
                          <a:latin typeface="DM Sans"/>
                          <a:ea typeface="DM Sans"/>
                          <a:cs typeface="DM Sans"/>
                          <a:sym typeface="DM Sans"/>
                        </a:rPr>
                        <a:t>Horizontal porch timing errors &amp; stride pitch mismatch shift frame coordinates by 1~2px, causing partial updates to overwrite stale areas and triggering fallback full refreshes.</a:t>
                      </a:r>
                      <a:endParaRPr sz="12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0" i="0" u="none" strike="noStrike" cap="none">
                          <a:solidFill>
                            <a:srgbClr val="0F172A"/>
                          </a:solidFill>
                          <a:latin typeface="DM Sans"/>
                          <a:ea typeface="DM Sans"/>
                          <a:cs typeface="DM Sans"/>
                          <a:sym typeface="DM Sans"/>
                        </a:rPr>
                        <a:t>Standard bring-up test pattern suite (</a:t>
                      </a:r>
                      <a:r>
                        <a:rPr lang="en-US" sz="1200" b="1" i="0" u="none" strike="noStrike" cap="none">
                          <a:solidFill>
                            <a:srgbClr val="0F172A"/>
                          </a:solidFill>
                          <a:latin typeface="DM Sans"/>
                          <a:ea typeface="DM Sans"/>
                          <a:cs typeface="DM Sans"/>
                          <a:sym typeface="DM Sans"/>
                        </a:rPr>
                        <a:t>1px active border, crosshair, checkerboard</a:t>
                      </a:r>
                      <a:r>
                        <a:rPr lang="en-US" sz="1200" b="0" i="0" u="none" strike="noStrike" cap="none">
                          <a:solidFill>
                            <a:srgbClr val="0F172A"/>
                          </a:solidFill>
                          <a:latin typeface="DM Sans"/>
                          <a:ea typeface="DM Sans"/>
                          <a:cs typeface="DM Sans"/>
                          <a:sym typeface="DM Sans"/>
                        </a:rPr>
                        <a:t>) at Bootloader / Kernel probe to guarantee 1:1 mapping; </a:t>
                      </a:r>
                      <a:r>
                        <a:rPr lang="en-US" sz="1200" b="1" i="0" u="none" strike="noStrike" cap="none">
                          <a:solidFill>
                            <a:srgbClr val="0F172A"/>
                          </a:solidFill>
                          <a:latin typeface="DM Sans"/>
                          <a:ea typeface="DM Sans"/>
                          <a:cs typeface="DM Sans"/>
                          <a:sym typeface="DM Sans"/>
                        </a:rPr>
                        <a:t>prevents ghosting &amp; saves 20% latency</a:t>
                      </a:r>
                      <a:r>
                        <a:rPr lang="en-US" sz="1200" b="0" i="0" u="none" strike="noStrike" cap="none">
                          <a:solidFill>
                            <a:srgbClr val="0F172A"/>
                          </a:solidFill>
                          <a:latin typeface="DM Sans"/>
                          <a:ea typeface="DM Sans"/>
                          <a:cs typeface="DM Sans"/>
                          <a:sym typeface="DM Sans"/>
                        </a:rPr>
                        <a:t>.</a:t>
                      </a:r>
                      <a:endParaRPr sz="12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796732">
                <a:tc>
                  <a:txBody>
                    <a:bodyPr/>
                    <a:lstStyle/>
                    <a:p>
                      <a:pPr marL="0" marR="0" lvl="0" indent="0" algn="l" rtl="0">
                        <a:spcBef>
                          <a:spcPts val="0"/>
                        </a:spcBef>
                        <a:spcAft>
                          <a:spcPts val="0"/>
                        </a:spcAft>
                        <a:buNone/>
                      </a:pPr>
                      <a:r>
                        <a:rPr lang="en-US" sz="1200" b="1" i="0" u="none" strike="noStrike" cap="none">
                          <a:solidFill>
                            <a:srgbClr val="059669"/>
                          </a:solidFill>
                          <a:latin typeface="DM Sans"/>
                          <a:ea typeface="DM Sans"/>
                          <a:cs typeface="DM Sans"/>
                          <a:sym typeface="DM Sans"/>
                        </a:rPr>
                        <a:t> ⚡ #5 Probe Memory Pre-Alloc</a:t>
                      </a:r>
                      <a:br>
                        <a:rPr lang="en-US" sz="1200" b="1" i="0" u="none" strike="noStrike" cap="none">
                          <a:solidFill>
                            <a:srgbClr val="059669"/>
                          </a:solidFill>
                          <a:latin typeface="DM Sans"/>
                          <a:ea typeface="DM Sans"/>
                          <a:cs typeface="DM Sans"/>
                          <a:sym typeface="DM Sans"/>
                        </a:rPr>
                      </a:br>
                      <a:r>
                        <a:rPr lang="en-US" sz="1200" b="0" i="0" u="none" strike="noStrike" cap="none">
                          <a:solidFill>
                            <a:srgbClr val="64748B"/>
                          </a:solidFill>
                          <a:latin typeface="DM Sans"/>
                          <a:ea typeface="DM Sans"/>
                          <a:cs typeface="DM Sans"/>
                          <a:sym typeface="DM Sans"/>
                        </a:rPr>
                        <a:t>Zero-Allocation Coherent Buffer Pools</a:t>
                      </a:r>
                      <a:endParaRPr sz="12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334155"/>
                          </a:solidFill>
                          <a:latin typeface="DM Sans"/>
                          <a:ea typeface="DM Sans"/>
                          <a:cs typeface="DM Sans"/>
                          <a:sym typeface="DM Sans"/>
                        </a:rPr>
                        <a:t>Repeated dynamic kmalloc/kfree calls during 200Hz inking bursts trigger page-fault latency spikes, heap fragmentation, and kernel memory lock contention.</a:t>
                      </a:r>
                      <a:endParaRPr sz="12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dirty="0">
                          <a:solidFill>
                            <a:srgbClr val="0F172A"/>
                          </a:solidFill>
                          <a:latin typeface="DM Sans"/>
                          <a:ea typeface="DM Sans"/>
                          <a:cs typeface="DM Sans"/>
                          <a:sym typeface="DM Sans"/>
                        </a:rPr>
                        <a:t>Pre-allocate contiguous DMA coherent packet pools (4096B) and 4BPP rotation scratchpads during driver probe(); </a:t>
                      </a:r>
                      <a:endParaRPr sz="12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837600">
                <a:tc>
                  <a:txBody>
                    <a:bodyPr/>
                    <a:lstStyle/>
                    <a:p>
                      <a:pPr marL="0" marR="0" lvl="0" indent="0" algn="l" rtl="0">
                        <a:spcBef>
                          <a:spcPts val="0"/>
                        </a:spcBef>
                        <a:spcAft>
                          <a:spcPts val="0"/>
                        </a:spcAft>
                        <a:buNone/>
                      </a:pPr>
                      <a:r>
                        <a:rPr lang="en-US" sz="1200" b="1" i="0" u="none" strike="noStrike" cap="none">
                          <a:solidFill>
                            <a:srgbClr val="D97706"/>
                          </a:solidFill>
                          <a:latin typeface="DM Sans"/>
                          <a:ea typeface="DM Sans"/>
                          <a:cs typeface="DM Sans"/>
                          <a:sym typeface="DM Sans"/>
                        </a:rPr>
                        <a:t> 🛡️ #6 &amp; #7 Crosstalk &amp; Flicker</a:t>
                      </a:r>
                      <a:br>
                        <a:rPr lang="en-US" sz="1200" b="1" i="0" u="none" strike="noStrike" cap="none">
                          <a:solidFill>
                            <a:srgbClr val="D97706"/>
                          </a:solidFill>
                          <a:latin typeface="DM Sans"/>
                          <a:ea typeface="DM Sans"/>
                          <a:cs typeface="DM Sans"/>
                          <a:sym typeface="DM Sans"/>
                        </a:rPr>
                      </a:br>
                      <a:r>
                        <a:rPr lang="en-US" sz="1200" b="0" i="0" u="none" strike="noStrike" cap="none">
                          <a:solidFill>
                            <a:srgbClr val="64748B"/>
                          </a:solidFill>
                          <a:latin typeface="DM Sans"/>
                          <a:ea typeface="DM Sans"/>
                          <a:cs typeface="DM Sans"/>
                          <a:sym typeface="DM Sans"/>
                        </a:rPr>
                        <a:t>5s Sleep Timer · Disable MTK PQ Engine</a:t>
                      </a:r>
                      <a:endParaRPr sz="12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0" i="0" u="none" strike="noStrike" cap="none">
                          <a:solidFill>
                            <a:srgbClr val="334155"/>
                          </a:solidFill>
                          <a:latin typeface="DM Sans"/>
                          <a:ea typeface="DM Sans"/>
                          <a:cs typeface="DM Sans"/>
                          <a:sym typeface="DM Sans"/>
                        </a:rPr>
                        <a:t>Prolonged Active high bias causes TFT parasitic micro-leakage &amp; halo crosstalk (#6); MTK MiraVision PQ, Temporal Dither &amp; HWC introduce ±1 LSB micro-jitter triggering abnormal flicker (#7).</a:t>
                      </a:r>
                      <a:endParaRPr sz="12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1" i="0" u="none" strike="noStrike" cap="none" dirty="0">
                          <a:solidFill>
                            <a:srgbClr val="0F172A"/>
                          </a:solidFill>
                          <a:latin typeface="DM Sans"/>
                          <a:ea typeface="DM Sans"/>
                          <a:cs typeface="DM Sans"/>
                          <a:sym typeface="DM Sans"/>
                        </a:rPr>
                        <a:t>Auto-enter Normal Sleep after 5s idle</a:t>
                      </a:r>
                      <a:r>
                        <a:rPr lang="en-US" sz="1200" b="0" i="0" u="none" strike="noStrike" cap="none" dirty="0">
                          <a:solidFill>
                            <a:srgbClr val="0F172A"/>
                          </a:solidFill>
                          <a:latin typeface="DM Sans"/>
                          <a:ea typeface="DM Sans"/>
                          <a:cs typeface="DM Sans"/>
                          <a:sym typeface="DM Sans"/>
                        </a:rPr>
                        <a:t> (cuts high voltage, 35mW / 150ms wake) + </a:t>
                      </a:r>
                      <a:r>
                        <a:rPr lang="en-US" sz="1200" b="1" i="0" u="none" strike="noStrike" cap="none" dirty="0">
                          <a:solidFill>
                            <a:srgbClr val="0F172A"/>
                          </a:solidFill>
                          <a:latin typeface="DM Sans"/>
                          <a:ea typeface="DM Sans"/>
                          <a:cs typeface="DM Sans"/>
                          <a:sym typeface="DM Sans"/>
                        </a:rPr>
                        <a:t>force-disable MTK PQ, Temporal Dither &amp; HWC Overlay</a:t>
                      </a:r>
                      <a:r>
                        <a:rPr lang="en-US" sz="1200" b="0" i="0" u="none" strike="noStrike" cap="none" dirty="0">
                          <a:solidFill>
                            <a:srgbClr val="0F172A"/>
                          </a:solidFill>
                          <a:latin typeface="DM Sans"/>
                          <a:ea typeface="DM Sans"/>
                          <a:cs typeface="DM Sans"/>
                          <a:sym typeface="DM Sans"/>
                        </a:rPr>
                        <a:t> to guarantee inter-frame pixel stability.</a:t>
                      </a:r>
                      <a:endParaRPr sz="12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r h="837600">
                <a:tc>
                  <a:txBody>
                    <a:bodyPr/>
                    <a:lstStyle/>
                    <a:p>
                      <a:pPr marL="0" marR="0" lvl="0" indent="0" algn="l" rtl="0">
                        <a:spcBef>
                          <a:spcPts val="0"/>
                        </a:spcBef>
                        <a:spcAft>
                          <a:spcPts val="0"/>
                        </a:spcAft>
                        <a:buNone/>
                      </a:pPr>
                      <a:r>
                        <a:rPr lang="en-US" sz="1200" b="1" i="0" u="none" strike="noStrike" cap="none">
                          <a:solidFill>
                            <a:srgbClr val="7C3AED"/>
                          </a:solidFill>
                          <a:latin typeface="DM Sans"/>
                          <a:ea typeface="DM Sans"/>
                          <a:cs typeface="DM Sans"/>
                          <a:sym typeface="DM Sans"/>
                        </a:rPr>
                        <a:t> 🔒 #8 &amp; #9 Timing &amp; Bus Interlock</a:t>
                      </a:r>
                      <a:br>
                        <a:rPr lang="en-US" sz="1200" b="1" i="0" u="none" strike="noStrike" cap="none">
                          <a:solidFill>
                            <a:srgbClr val="7C3AED"/>
                          </a:solidFill>
                          <a:latin typeface="DM Sans"/>
                          <a:ea typeface="DM Sans"/>
                          <a:cs typeface="DM Sans"/>
                          <a:sym typeface="DM Sans"/>
                        </a:rPr>
                      </a:br>
                      <a:r>
                        <a:rPr lang="en-US" sz="1200" b="0" i="0" u="none" strike="noStrike" cap="none">
                          <a:solidFill>
                            <a:srgbClr val="64748B"/>
                          </a:solidFill>
                          <a:latin typeface="DM Sans"/>
                          <a:ea typeface="DM Sans"/>
                          <a:cs typeface="DM Sans"/>
                          <a:sym typeface="DM Sans"/>
                        </a:rPr>
                        <a:t>MIPI Silence on Wake · Dual Pin Handshake</a:t>
                      </a:r>
                      <a:endParaRPr sz="12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334155"/>
                          </a:solidFill>
                          <a:latin typeface="DM Sans"/>
                          <a:ea typeface="DM Sans"/>
                          <a:cs typeface="DM Sans"/>
                          <a:sym typeface="DM Sans"/>
                        </a:rPr>
                        <a:t>Continuous MIPI stream during wake-up impacts unready T-Con PLL causing state machine deadlock (#8); concurrent 24MHz SPI inking &amp; I2C commands crash internal RISC-V bus arbitration (#9).</a:t>
                      </a:r>
                      <a:endParaRPr sz="12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0F172A"/>
                          </a:solidFill>
                          <a:latin typeface="DM Sans"/>
                          <a:ea typeface="DM Sans"/>
                          <a:cs typeface="DM Sans"/>
                          <a:sym typeface="DM Sans"/>
                        </a:rPr>
                        <a:t>Strict sequence: </a:t>
                      </a:r>
                      <a:r>
                        <a:rPr lang="en-US" sz="1200" b="1" i="0" u="none" strike="noStrike" cap="none">
                          <a:solidFill>
                            <a:srgbClr val="0F172A"/>
                          </a:solidFill>
                          <a:latin typeface="DM Sans"/>
                          <a:ea typeface="DM Sans"/>
                          <a:cs typeface="DM Sans"/>
                          <a:sym typeface="DM Sans"/>
                        </a:rPr>
                        <a:t>silence MIPI ➔ assert WAKEUP_N ➔ poll Ready High ➔ resume MIPI</a:t>
                      </a:r>
                      <a:r>
                        <a:rPr lang="en-US" sz="1200" b="0" i="0" u="none" strike="noStrike" cap="none">
                          <a:solidFill>
                            <a:srgbClr val="0F172A"/>
                          </a:solidFill>
                          <a:latin typeface="DM Sans"/>
                          <a:ea typeface="DM Sans"/>
                          <a:cs typeface="DM Sans"/>
                          <a:sym typeface="DM Sans"/>
                        </a:rPr>
                        <a:t> + </a:t>
                      </a:r>
                      <a:r>
                        <a:rPr lang="en-US" sz="1200" b="1" i="0" u="none" strike="noStrike" cap="none">
                          <a:solidFill>
                            <a:srgbClr val="0F172A"/>
                          </a:solidFill>
                          <a:latin typeface="DM Sans"/>
                          <a:ea typeface="DM Sans"/>
                          <a:cs typeface="DM Sans"/>
                          <a:sym typeface="DM Sans"/>
                        </a:rPr>
                        <a:t>Dual-pin hardware interlock</a:t>
                      </a:r>
                      <a:r>
                        <a:rPr lang="en-US" sz="1200" b="0" i="0" u="none" strike="noStrike" cap="none">
                          <a:solidFill>
                            <a:srgbClr val="0F172A"/>
                          </a:solidFill>
                          <a:latin typeface="DM Sans"/>
                          <a:ea typeface="DM Sans"/>
                          <a:cs typeface="DM Sans"/>
                          <a:sym typeface="DM Sans"/>
                        </a:rPr>
                        <a:t>: verify both HRDY and Ready High before initiating SPI DMA.</a:t>
                      </a:r>
                      <a:endParaRPr sz="12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837600">
                <a:tc>
                  <a:txBody>
                    <a:bodyPr/>
                    <a:lstStyle/>
                    <a:p>
                      <a:pPr marL="0" marR="0" lvl="0" indent="0" algn="l" rtl="0">
                        <a:spcBef>
                          <a:spcPts val="0"/>
                        </a:spcBef>
                        <a:spcAft>
                          <a:spcPts val="0"/>
                        </a:spcAft>
                        <a:buNone/>
                      </a:pPr>
                      <a:r>
                        <a:rPr lang="en-US" sz="1200" b="1" i="0" u="none" strike="noStrike" cap="none" dirty="0">
                          <a:solidFill>
                            <a:srgbClr val="DC2626"/>
                          </a:solidFill>
                          <a:latin typeface="DM Sans"/>
                          <a:ea typeface="DM Sans"/>
                          <a:cs typeface="DM Sans"/>
                          <a:sym typeface="DM Sans"/>
                        </a:rPr>
                        <a:t> 🔍 #10 ~ #12 Visual Debug Suite</a:t>
                      </a:r>
                      <a:br>
                        <a:rPr lang="en-US" sz="1200" b="1" i="0" u="none" strike="noStrike" cap="none" dirty="0">
                          <a:solidFill>
                            <a:srgbClr val="DC2626"/>
                          </a:solidFill>
                          <a:latin typeface="DM Sans"/>
                          <a:ea typeface="DM Sans"/>
                          <a:cs typeface="DM Sans"/>
                          <a:sym typeface="DM Sans"/>
                        </a:rPr>
                      </a:br>
                      <a:r>
                        <a:rPr lang="en-US" sz="1200" b="0" i="0" u="none" strike="noStrike" cap="none" dirty="0">
                          <a:solidFill>
                            <a:srgbClr val="64748B"/>
                          </a:solidFill>
                          <a:latin typeface="DM Sans"/>
                          <a:ea typeface="DM Sans"/>
                          <a:cs typeface="DM Sans"/>
                          <a:sym typeface="DM Sans"/>
                        </a:rPr>
                        <a:t>Touch Scatter · Kernel Replay · Pixel Diff</a:t>
                      </a:r>
                      <a:endParaRPr sz="12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0" i="0" u="none" strike="noStrike" cap="none" dirty="0">
                          <a:solidFill>
                            <a:srgbClr val="334155"/>
                          </a:solidFill>
                          <a:latin typeface="DM Sans"/>
                          <a:ea typeface="DM Sans"/>
                          <a:cs typeface="DM Sans"/>
                          <a:sym typeface="DM Sans"/>
                        </a:rPr>
                        <a:t>Multi-week inter-team finger-pointing on dropped strokes, clipping artifacts, and residual ghosting without deterministic boundary isolation between input, driver, and display hardware.</a:t>
                      </a:r>
                      <a:endParaRPr sz="12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00" b="0" i="0" u="none" strike="noStrike" cap="none" dirty="0">
                          <a:solidFill>
                            <a:srgbClr val="0F172A"/>
                          </a:solidFill>
                          <a:latin typeface="DM Sans"/>
                          <a:ea typeface="DM Sans"/>
                          <a:cs typeface="DM Sans"/>
                          <a:sym typeface="DM Sans"/>
                        </a:rPr>
                        <a:t>3-tier visual toolchain: </a:t>
                      </a:r>
                    </a:p>
                    <a:p>
                      <a:pPr marL="228600" marR="0" lvl="0" indent="-228600" algn="l" rtl="0">
                        <a:spcBef>
                          <a:spcPts val="0"/>
                        </a:spcBef>
                        <a:spcAft>
                          <a:spcPts val="0"/>
                        </a:spcAft>
                        <a:buAutoNum type="arabicParenBoth"/>
                      </a:pPr>
                      <a:r>
                        <a:rPr lang="en-US" sz="1200" b="1" i="0" u="none" strike="noStrike" cap="none" dirty="0">
                          <a:solidFill>
                            <a:srgbClr val="0F172A"/>
                          </a:solidFill>
                          <a:latin typeface="DM Sans"/>
                          <a:ea typeface="DM Sans"/>
                          <a:cs typeface="DM Sans"/>
                          <a:sym typeface="DM Sans"/>
                        </a:rPr>
                        <a:t>Raw touch scatter plots</a:t>
                      </a:r>
                      <a:r>
                        <a:rPr lang="en-US" sz="1200" b="0" i="0" u="none" strike="noStrike" cap="none" dirty="0">
                          <a:solidFill>
                            <a:srgbClr val="0F172A"/>
                          </a:solidFill>
                          <a:latin typeface="DM Sans"/>
                          <a:ea typeface="DM Sans"/>
                          <a:cs typeface="DM Sans"/>
                          <a:sym typeface="DM Sans"/>
                        </a:rPr>
                        <a:t> (Input layer)</a:t>
                      </a:r>
                    </a:p>
                    <a:p>
                      <a:pPr marL="0" marR="0" lvl="0" indent="0" algn="l" rtl="0">
                        <a:spcBef>
                          <a:spcPts val="0"/>
                        </a:spcBef>
                        <a:spcAft>
                          <a:spcPts val="0"/>
                        </a:spcAft>
                        <a:buNone/>
                      </a:pPr>
                      <a:r>
                        <a:rPr lang="en-US" sz="1200" b="1" i="0" u="none" strike="noStrike" cap="none" dirty="0">
                          <a:solidFill>
                            <a:srgbClr val="0F172A"/>
                          </a:solidFill>
                          <a:latin typeface="DM Sans"/>
                          <a:ea typeface="DM Sans"/>
                          <a:cs typeface="DM Sans"/>
                          <a:sym typeface="DM Sans"/>
                        </a:rPr>
                        <a:t>(2) Kernel </a:t>
                      </a:r>
                      <a:r>
                        <a:rPr lang="en-US" sz="1200" b="1" i="0" u="none" strike="noStrike" cap="none" dirty="0" err="1">
                          <a:solidFill>
                            <a:srgbClr val="0F172A"/>
                          </a:solidFill>
                          <a:latin typeface="DM Sans"/>
                          <a:ea typeface="DM Sans"/>
                          <a:cs typeface="DM Sans"/>
                          <a:sym typeface="DM Sans"/>
                        </a:rPr>
                        <a:t>disp_area</a:t>
                      </a:r>
                      <a:r>
                        <a:rPr lang="en-US" sz="1200" b="1" i="0" u="none" strike="noStrike" cap="none" dirty="0">
                          <a:solidFill>
                            <a:srgbClr val="0F172A"/>
                          </a:solidFill>
                          <a:latin typeface="DM Sans"/>
                          <a:ea typeface="DM Sans"/>
                          <a:cs typeface="DM Sans"/>
                          <a:sym typeface="DM Sans"/>
                        </a:rPr>
                        <a:t> 4BPP bitmap replay</a:t>
                      </a:r>
                      <a:r>
                        <a:rPr lang="en-US" sz="1200" b="0" i="0" u="none" strike="noStrike" cap="none" dirty="0">
                          <a:solidFill>
                            <a:srgbClr val="0F172A"/>
                          </a:solidFill>
                          <a:latin typeface="DM Sans"/>
                          <a:ea typeface="DM Sans"/>
                          <a:cs typeface="DM Sans"/>
                          <a:sym typeface="DM Sans"/>
                        </a:rPr>
                        <a:t> (Driver layer)</a:t>
                      </a:r>
                    </a:p>
                    <a:p>
                      <a:pPr marL="0" marR="0" lvl="0" indent="0" algn="l" rtl="0">
                        <a:spcBef>
                          <a:spcPts val="0"/>
                        </a:spcBef>
                        <a:spcAft>
                          <a:spcPts val="0"/>
                        </a:spcAft>
                        <a:buNone/>
                      </a:pPr>
                      <a:r>
                        <a:rPr lang="en-US" sz="1200" b="1" i="0" u="none" strike="noStrike" cap="none" dirty="0">
                          <a:solidFill>
                            <a:srgbClr val="0F172A"/>
                          </a:solidFill>
                          <a:latin typeface="DM Sans"/>
                          <a:ea typeface="DM Sans"/>
                          <a:cs typeface="DM Sans"/>
                          <a:sym typeface="DM Sans"/>
                        </a:rPr>
                        <a:t>(3) Framebuffer ±1 LSB pixel diff heatmap</a:t>
                      </a:r>
                      <a:r>
                        <a:rPr lang="en-US" sz="1200" b="0" i="0" u="none" strike="noStrike" cap="none" dirty="0">
                          <a:solidFill>
                            <a:srgbClr val="0F172A"/>
                          </a:solidFill>
                          <a:latin typeface="DM Sans"/>
                          <a:ea typeface="DM Sans"/>
                          <a:cs typeface="DM Sans"/>
                          <a:sym typeface="DM Sans"/>
                        </a:rPr>
                        <a:t>. (UI layer)</a:t>
                      </a:r>
                      <a:endParaRPr sz="12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6"/>
                  </a:ext>
                </a:extLst>
              </a:tr>
            </a:tbl>
          </a:graphicData>
        </a:graphic>
      </p:graphicFrame>
      <p:sp>
        <p:nvSpPr>
          <p:cNvPr id="116" name="Google Shape;116;p13"/>
          <p:cNvSpPr txBox="1"/>
          <p:nvPr/>
        </p:nvSpPr>
        <p:spPr>
          <a:xfrm>
            <a:off x="476250" y="323850"/>
            <a:ext cx="9342499" cy="142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1" i="0" u="none" strike="noStrike" cap="none">
                <a:solidFill>
                  <a:srgbClr val="D97706"/>
                </a:solidFill>
                <a:latin typeface="DM Sans"/>
                <a:ea typeface="DM Sans"/>
                <a:cs typeface="DM Sans"/>
                <a:sym typeface="DM Sans"/>
              </a:rPr>
              <a:t>07 / 12 GOLDEN LESSONS MASTER MATRIX</a:t>
            </a:r>
            <a:endParaRPr/>
          </a:p>
        </p:txBody>
      </p:sp>
      <p:sp>
        <p:nvSpPr>
          <p:cNvPr id="117" name="Google Shape;117;p13"/>
          <p:cNvSpPr txBox="1"/>
          <p:nvPr/>
        </p:nvSpPr>
        <p:spPr>
          <a:xfrm>
            <a:off x="476250" y="506693"/>
            <a:ext cx="7589721" cy="373949"/>
          </a:xfrm>
          <a:prstGeom prst="rect">
            <a:avLst/>
          </a:prstGeom>
          <a:noFill/>
          <a:ln>
            <a:noFill/>
          </a:ln>
        </p:spPr>
        <p:txBody>
          <a:bodyPr spcFirstLastPara="1" wrap="square" lIns="0" tIns="0" rIns="0" bIns="0" anchor="t" anchorCtr="0">
            <a:spAutoFit/>
          </a:bodyPr>
          <a:lstStyle/>
          <a:p>
            <a:pPr marL="0" marR="0" lvl="0" indent="0" algn="l" rtl="0">
              <a:lnSpc>
                <a:spcPct val="119950"/>
              </a:lnSpc>
              <a:spcBef>
                <a:spcPts val="0"/>
              </a:spcBef>
              <a:spcAft>
                <a:spcPts val="0"/>
              </a:spcAft>
              <a:buNone/>
            </a:pPr>
            <a:r>
              <a:rPr lang="en-US" sz="2025" b="1" i="0" u="none" strike="noStrike" cap="none" dirty="0">
                <a:solidFill>
                  <a:srgbClr val="0F172A"/>
                </a:solidFill>
                <a:latin typeface="DM Sans"/>
                <a:ea typeface="DM Sans"/>
                <a:cs typeface="DM Sans"/>
                <a:sym typeface="DM Sans"/>
              </a:rPr>
              <a:t>12 Golden Lessons Learned Master Matrix</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5"/>
        <p:cNvGrpSpPr/>
        <p:nvPr/>
      </p:nvGrpSpPr>
      <p:grpSpPr>
        <a:xfrm>
          <a:off x="0" y="0"/>
          <a:ext cx="0" cy="0"/>
          <a:chOff x="0" y="0"/>
          <a:chExt cx="0" cy="0"/>
        </a:xfrm>
      </p:grpSpPr>
      <p:sp>
        <p:nvSpPr>
          <p:cNvPr id="686" name="Google Shape;686;p39"/>
          <p:cNvSpPr/>
          <p:nvPr/>
        </p:nvSpPr>
        <p:spPr>
          <a:xfrm>
            <a:off x="609600" y="1779484"/>
            <a:ext cx="5391300" cy="1495500"/>
          </a:xfrm>
          <a:prstGeom prst="roundRect">
            <a:avLst>
              <a:gd name="adj" fmla="val 7643"/>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687" name="Google Shape;687;p39"/>
          <p:cNvSpPr/>
          <p:nvPr/>
        </p:nvSpPr>
        <p:spPr>
          <a:xfrm>
            <a:off x="6191250" y="1779484"/>
            <a:ext cx="5391300" cy="1495500"/>
          </a:xfrm>
          <a:prstGeom prst="roundRect">
            <a:avLst>
              <a:gd name="adj" fmla="val 7643"/>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688" name="Google Shape;688;p39"/>
          <p:cNvSpPr/>
          <p:nvPr/>
        </p:nvSpPr>
        <p:spPr>
          <a:xfrm>
            <a:off x="609600" y="3465408"/>
            <a:ext cx="5391300" cy="2266797"/>
          </a:xfrm>
          <a:prstGeom prst="roundRect">
            <a:avLst>
              <a:gd name="adj" fmla="val 7643"/>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689" name="Google Shape;689;p39"/>
          <p:cNvSpPr/>
          <p:nvPr/>
        </p:nvSpPr>
        <p:spPr>
          <a:xfrm>
            <a:off x="6191250" y="3465408"/>
            <a:ext cx="5391300" cy="2266798"/>
          </a:xfrm>
          <a:prstGeom prst="roundRect">
            <a:avLst>
              <a:gd name="adj" fmla="val 7643"/>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690" name="Google Shape;690;p39"/>
          <p:cNvSpPr txBox="1"/>
          <p:nvPr/>
        </p:nvSpPr>
        <p:spPr>
          <a:xfrm>
            <a:off x="609600" y="457200"/>
            <a:ext cx="115824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08 / CONCLUSION &amp; CORE TAKEAWAYS</a:t>
            </a:r>
            <a:endParaRPr/>
          </a:p>
        </p:txBody>
      </p:sp>
      <p:sp>
        <p:nvSpPr>
          <p:cNvPr id="691" name="Google Shape;691;p39"/>
          <p:cNvSpPr txBox="1"/>
          <p:nvPr/>
        </p:nvSpPr>
        <p:spPr>
          <a:xfrm>
            <a:off x="609600" y="788508"/>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dirty="0">
                <a:solidFill>
                  <a:srgbClr val="0F172A"/>
                </a:solidFill>
                <a:latin typeface="Noto Sans TC"/>
                <a:ea typeface="Noto Sans TC"/>
                <a:cs typeface="Noto Sans TC"/>
                <a:sym typeface="Noto Sans TC"/>
              </a:rPr>
              <a:t>Project Value Summary: Four Technical Pillars</a:t>
            </a:r>
            <a:endParaRPr dirty="0"/>
          </a:p>
        </p:txBody>
      </p:sp>
      <p:sp>
        <p:nvSpPr>
          <p:cNvPr id="692" name="Google Shape;692;p39"/>
          <p:cNvSpPr txBox="1"/>
          <p:nvPr/>
        </p:nvSpPr>
        <p:spPr>
          <a:xfrm>
            <a:off x="866775" y="2036659"/>
            <a:ext cx="60960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284C7"/>
                </a:solidFill>
                <a:latin typeface="Noto Sans TC"/>
                <a:ea typeface="Noto Sans TC"/>
                <a:cs typeface="Noto Sans TC"/>
                <a:sym typeface="Noto Sans TC"/>
              </a:rPr>
              <a:t>01 · Dual-Bus Architecture</a:t>
            </a:r>
            <a:endParaRPr/>
          </a:p>
        </p:txBody>
      </p:sp>
      <p:sp>
        <p:nvSpPr>
          <p:cNvPr id="693" name="Google Shape;693;p39"/>
          <p:cNvSpPr txBox="1"/>
          <p:nvPr/>
        </p:nvSpPr>
        <p:spPr>
          <a:xfrm>
            <a:off x="866775" y="2474809"/>
            <a:ext cx="64008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MIPI Full-Screen + 24MHz SPI Bypass</a:t>
            </a:r>
            <a:endParaRPr/>
          </a:p>
        </p:txBody>
      </p:sp>
      <p:sp>
        <p:nvSpPr>
          <p:cNvPr id="694" name="Google Shape;694;p39"/>
          <p:cNvSpPr txBox="1"/>
          <p:nvPr/>
        </p:nvSpPr>
        <p:spPr>
          <a:xfrm>
            <a:off x="866775" y="2789134"/>
            <a:ext cx="609600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Breaks the physical tradeoff between EPD </a:t>
            </a:r>
          </a:p>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bandwidth and latency</a:t>
            </a:r>
            <a:endParaRPr dirty="0"/>
          </a:p>
        </p:txBody>
      </p:sp>
      <p:sp>
        <p:nvSpPr>
          <p:cNvPr id="695" name="Google Shape;695;p39"/>
          <p:cNvSpPr txBox="1"/>
          <p:nvPr/>
        </p:nvSpPr>
        <p:spPr>
          <a:xfrm>
            <a:off x="6448425" y="2036659"/>
            <a:ext cx="57435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059669"/>
                </a:solidFill>
                <a:latin typeface="Noto Sans TC"/>
                <a:ea typeface="Noto Sans TC"/>
                <a:cs typeface="Noto Sans TC"/>
                <a:sym typeface="Noto Sans TC"/>
              </a:rPr>
              <a:t>02 · Sub-25ms Inking Path</a:t>
            </a:r>
            <a:endParaRPr dirty="0"/>
          </a:p>
        </p:txBody>
      </p:sp>
      <p:sp>
        <p:nvSpPr>
          <p:cNvPr id="696" name="Google Shape;696;p39"/>
          <p:cNvSpPr txBox="1"/>
          <p:nvPr/>
        </p:nvSpPr>
        <p:spPr>
          <a:xfrm>
            <a:off x="6448425" y="2474809"/>
            <a:ext cx="57435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Dual Bypass Paths + CanvasDraw Algorithms</a:t>
            </a:r>
            <a:endParaRPr/>
          </a:p>
        </p:txBody>
      </p:sp>
      <p:sp>
        <p:nvSpPr>
          <p:cNvPr id="697" name="Google Shape;697;p39"/>
          <p:cNvSpPr txBox="1"/>
          <p:nvPr/>
        </p:nvSpPr>
        <p:spPr>
          <a:xfrm>
            <a:off x="6448425" y="2789134"/>
            <a:ext cx="574350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Dynamic margins, diagonal tiling &amp; </a:t>
            </a:r>
          </a:p>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catch-up queue ensure zero dropped strokes</a:t>
            </a:r>
            <a:endParaRPr dirty="0"/>
          </a:p>
        </p:txBody>
      </p:sp>
      <p:sp>
        <p:nvSpPr>
          <p:cNvPr id="698" name="Google Shape;698;p39"/>
          <p:cNvSpPr txBox="1"/>
          <p:nvPr/>
        </p:nvSpPr>
        <p:spPr>
          <a:xfrm>
            <a:off x="866775" y="3722584"/>
            <a:ext cx="6096000" cy="64633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7C3AED"/>
                </a:solidFill>
                <a:latin typeface="Noto Sans TC"/>
                <a:ea typeface="Noto Sans TC"/>
                <a:cs typeface="Noto Sans TC"/>
                <a:sym typeface="Noto Sans TC"/>
              </a:rPr>
              <a:t>03 · System-Wide 256-Level </a:t>
            </a:r>
          </a:p>
          <a:p>
            <a:pPr marL="0" marR="0" lvl="0" indent="0" algn="l" rtl="0">
              <a:spcBef>
                <a:spcPts val="0"/>
              </a:spcBef>
              <a:spcAft>
                <a:spcPts val="0"/>
              </a:spcAft>
              <a:buNone/>
            </a:pPr>
            <a:r>
              <a:rPr lang="en-US" sz="2100" b="1" i="0" u="none" strike="noStrike" cap="none" dirty="0">
                <a:solidFill>
                  <a:srgbClr val="7C3AED"/>
                </a:solidFill>
                <a:latin typeface="Noto Sans TC"/>
                <a:ea typeface="Noto Sans TC"/>
                <a:cs typeface="Noto Sans TC"/>
                <a:sym typeface="Noto Sans TC"/>
              </a:rPr>
              <a:t>Spatial Dither</a:t>
            </a:r>
            <a:endParaRPr dirty="0"/>
          </a:p>
        </p:txBody>
      </p:sp>
      <p:sp>
        <p:nvSpPr>
          <p:cNvPr id="699" name="Google Shape;699;p39"/>
          <p:cNvSpPr txBox="1"/>
          <p:nvPr/>
        </p:nvSpPr>
        <p:spPr>
          <a:xfrm>
            <a:off x="866775" y="4585515"/>
            <a:ext cx="64008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err="1">
                <a:solidFill>
                  <a:srgbClr val="0F172A"/>
                </a:solidFill>
                <a:latin typeface="Noto Sans TC"/>
                <a:ea typeface="Noto Sans TC"/>
                <a:cs typeface="Noto Sans TC"/>
                <a:sym typeface="Noto Sans TC"/>
              </a:rPr>
              <a:t>BufferQueue</a:t>
            </a:r>
            <a:r>
              <a:rPr lang="en-US" sz="1500" b="1" i="0" u="none" strike="noStrike" cap="none" dirty="0">
                <a:solidFill>
                  <a:srgbClr val="0F172A"/>
                </a:solidFill>
                <a:latin typeface="Noto Sans TC"/>
                <a:ea typeface="Noto Sans TC"/>
                <a:cs typeface="Noto Sans TC"/>
                <a:sym typeface="Noto Sans TC"/>
              </a:rPr>
              <a:t> Hook + 10-Thread Parallel Slices</a:t>
            </a:r>
            <a:endParaRPr dirty="0"/>
          </a:p>
        </p:txBody>
      </p:sp>
      <p:sp>
        <p:nvSpPr>
          <p:cNvPr id="700" name="Google Shape;700;p39"/>
          <p:cNvSpPr txBox="1"/>
          <p:nvPr/>
        </p:nvSpPr>
        <p:spPr>
          <a:xfrm>
            <a:off x="866775" y="5145902"/>
            <a:ext cx="6096000" cy="20774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all Android apps gain smooth gradients without code changes</a:t>
            </a:r>
            <a:endParaRPr dirty="0"/>
          </a:p>
        </p:txBody>
      </p:sp>
      <p:sp>
        <p:nvSpPr>
          <p:cNvPr id="701" name="Google Shape;701;p39"/>
          <p:cNvSpPr txBox="1"/>
          <p:nvPr/>
        </p:nvSpPr>
        <p:spPr>
          <a:xfrm>
            <a:off x="6448425" y="3722584"/>
            <a:ext cx="57435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D97706"/>
                </a:solidFill>
                <a:latin typeface="Noto Sans TC"/>
                <a:ea typeface="Noto Sans TC"/>
                <a:cs typeface="Noto Sans TC"/>
                <a:sym typeface="Noto Sans TC"/>
              </a:rPr>
              <a:t>04 · Industrial Mass Production Robustness</a:t>
            </a:r>
            <a:endParaRPr/>
          </a:p>
        </p:txBody>
      </p:sp>
      <p:sp>
        <p:nvSpPr>
          <p:cNvPr id="702" name="Google Shape;702;p39"/>
          <p:cNvSpPr txBox="1"/>
          <p:nvPr/>
        </p:nvSpPr>
        <p:spPr>
          <a:xfrm>
            <a:off x="6400800" y="4416898"/>
            <a:ext cx="5743500"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Auto Sleep + Self-Healing + </a:t>
            </a:r>
          </a:p>
          <a:p>
            <a:pPr marL="0" marR="0" lvl="0" indent="0" algn="l" rtl="0">
              <a:spcBef>
                <a:spcPts val="0"/>
              </a:spcBef>
              <a:spcAft>
                <a:spcPts val="0"/>
              </a:spcAft>
              <a:buNone/>
            </a:pPr>
            <a:r>
              <a:rPr lang="en-US" sz="1500" b="1" i="0" u="none" strike="noStrike" cap="none" dirty="0">
                <a:solidFill>
                  <a:srgbClr val="0F172A"/>
                </a:solidFill>
                <a:latin typeface="Noto Sans TC"/>
                <a:ea typeface="Noto Sans TC"/>
                <a:cs typeface="Noto Sans TC"/>
                <a:sym typeface="Noto Sans TC"/>
              </a:rPr>
              <a:t>11 Production Lessons</a:t>
            </a:r>
            <a:endParaRPr dirty="0"/>
          </a:p>
        </p:txBody>
      </p:sp>
      <p:sp>
        <p:nvSpPr>
          <p:cNvPr id="703" name="Google Shape;703;p39"/>
          <p:cNvSpPr txBox="1"/>
          <p:nvPr/>
        </p:nvSpPr>
        <p:spPr>
          <a:xfrm>
            <a:off x="6400800" y="5097635"/>
            <a:ext cx="5743500" cy="4154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Built a rock-solid production defense backed by </a:t>
            </a:r>
          </a:p>
          <a:p>
            <a:pPr marL="0" marR="0" lvl="0" indent="0" algn="l" rtl="0">
              <a:spcBef>
                <a:spcPts val="0"/>
              </a:spcBef>
              <a:spcAft>
                <a:spcPts val="0"/>
              </a:spcAft>
              <a:buNone/>
            </a:pPr>
            <a:r>
              <a:rPr lang="en-US" sz="1350" b="0" i="0" u="none" strike="noStrike" cap="none" dirty="0">
                <a:solidFill>
                  <a:srgbClr val="475569"/>
                </a:solidFill>
                <a:latin typeface="Noto Sans TC"/>
                <a:ea typeface="Noto Sans TC"/>
                <a:cs typeface="Noto Sans TC"/>
                <a:sym typeface="Noto Sans TC"/>
              </a:rPr>
              <a:t>3 visual debug tools</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759"/>
        <p:cNvGrpSpPr/>
        <p:nvPr/>
      </p:nvGrpSpPr>
      <p:grpSpPr>
        <a:xfrm>
          <a:off x="0" y="0"/>
          <a:ext cx="0" cy="0"/>
          <a:chOff x="0" y="0"/>
          <a:chExt cx="0" cy="0"/>
        </a:xfrm>
      </p:grpSpPr>
      <p:sp>
        <p:nvSpPr>
          <p:cNvPr id="760" name="Google Shape;760;p43"/>
          <p:cNvSpPr/>
          <p:nvPr/>
        </p:nvSpPr>
        <p:spPr>
          <a:xfrm>
            <a:off x="5791200" y="2166937"/>
            <a:ext cx="609600" cy="477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761" name="Google Shape;761;p43"/>
          <p:cNvSpPr/>
          <p:nvPr/>
        </p:nvSpPr>
        <p:spPr>
          <a:xfrm>
            <a:off x="1457622" y="4186237"/>
            <a:ext cx="2314800" cy="504900"/>
          </a:xfrm>
          <a:prstGeom prst="roundRect">
            <a:avLst>
              <a:gd name="adj" fmla="val 18867"/>
            </a:avLst>
          </a:prstGeom>
          <a:solidFill>
            <a:srgbClr val="1E293B"/>
          </a:solidFill>
          <a:ln w="9525" cap="flat" cmpd="sng">
            <a:solidFill>
              <a:srgbClr val="33415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762" name="Google Shape;762;p43"/>
          <p:cNvSpPr/>
          <p:nvPr/>
        </p:nvSpPr>
        <p:spPr>
          <a:xfrm>
            <a:off x="4000946" y="4186237"/>
            <a:ext cx="3121800" cy="504900"/>
          </a:xfrm>
          <a:prstGeom prst="roundRect">
            <a:avLst>
              <a:gd name="adj" fmla="val 18867"/>
            </a:avLst>
          </a:prstGeom>
          <a:solidFill>
            <a:srgbClr val="1E293B"/>
          </a:solidFill>
          <a:ln w="9525" cap="flat" cmpd="sng">
            <a:solidFill>
              <a:srgbClr val="33415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763" name="Google Shape;763;p43"/>
          <p:cNvSpPr/>
          <p:nvPr/>
        </p:nvSpPr>
        <p:spPr>
          <a:xfrm>
            <a:off x="7351365" y="4186237"/>
            <a:ext cx="3383100" cy="504900"/>
          </a:xfrm>
          <a:prstGeom prst="roundRect">
            <a:avLst>
              <a:gd name="adj" fmla="val 18867"/>
            </a:avLst>
          </a:prstGeom>
          <a:solidFill>
            <a:srgbClr val="1E293B"/>
          </a:solidFill>
          <a:ln w="9525" cap="flat" cmpd="sng">
            <a:solidFill>
              <a:srgbClr val="33415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764" name="Google Shape;764;p43"/>
          <p:cNvSpPr txBox="1"/>
          <p:nvPr/>
        </p:nvSpPr>
        <p:spPr>
          <a:xfrm>
            <a:off x="3531877" y="2443162"/>
            <a:ext cx="5128200" cy="18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1" i="0" u="none" strike="noStrike" cap="none" dirty="0">
                <a:solidFill>
                  <a:srgbClr val="38BDF8"/>
                </a:solidFill>
                <a:latin typeface="Noto Sans TC"/>
                <a:ea typeface="Noto Sans TC"/>
                <a:cs typeface="Noto Sans TC"/>
                <a:sym typeface="Noto Sans TC"/>
              </a:rPr>
              <a:t>Q&amp;A</a:t>
            </a:r>
            <a:endParaRPr dirty="0"/>
          </a:p>
        </p:txBody>
      </p:sp>
      <p:sp>
        <p:nvSpPr>
          <p:cNvPr id="765" name="Google Shape;765;p43"/>
          <p:cNvSpPr txBox="1"/>
          <p:nvPr/>
        </p:nvSpPr>
        <p:spPr>
          <a:xfrm>
            <a:off x="931487" y="2728912"/>
            <a:ext cx="10329000" cy="6003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1" i="0" u="none" strike="noStrike" cap="none" dirty="0">
                <a:solidFill>
                  <a:srgbClr val="FFFFFF"/>
                </a:solidFill>
                <a:latin typeface="Noto Sans TC"/>
                <a:ea typeface="Noto Sans TC"/>
                <a:cs typeface="Noto Sans TC"/>
                <a:sym typeface="Noto Sans TC"/>
              </a:rPr>
              <a:t>Thank You · Open for Technical Q&amp;A</a:t>
            </a:r>
            <a:endParaRPr dirty="0"/>
          </a:p>
        </p:txBody>
      </p:sp>
      <p:sp>
        <p:nvSpPr>
          <p:cNvPr id="766" name="Google Shape;766;p43"/>
          <p:cNvSpPr txBox="1"/>
          <p:nvPr/>
        </p:nvSpPr>
        <p:spPr>
          <a:xfrm>
            <a:off x="1251644" y="3586162"/>
            <a:ext cx="9688800" cy="2310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94A3B8"/>
                </a:solidFill>
                <a:latin typeface="Noto Sans TC"/>
                <a:ea typeface="Noto Sans TC"/>
                <a:cs typeface="Noto Sans TC"/>
                <a:sym typeface="Noto Sans TC"/>
              </a:rPr>
              <a:t>William Liu / Senior System Software Architect · MediaTek MT8788 + E Ink T1000/T2001 Full-Stack Team</a:t>
            </a:r>
            <a:endParaRPr/>
          </a:p>
        </p:txBody>
      </p:sp>
      <p:sp>
        <p:nvSpPr>
          <p:cNvPr id="767" name="Google Shape;767;p43"/>
          <p:cNvSpPr txBox="1"/>
          <p:nvPr/>
        </p:nvSpPr>
        <p:spPr>
          <a:xfrm>
            <a:off x="1465938" y="4329112"/>
            <a:ext cx="2298000" cy="196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75" b="1" i="0" u="none" strike="noStrike" cap="none">
                <a:solidFill>
                  <a:srgbClr val="38BDF8"/>
                </a:solidFill>
                <a:latin typeface="Noto Sans TC"/>
                <a:ea typeface="Noto Sans TC"/>
                <a:cs typeface="Noto Sans TC"/>
                <a:sym typeface="Noto Sans TC"/>
              </a:rPr>
              <a:t>Waveform &amp; VCOM Calibration</a:t>
            </a:r>
            <a:endParaRPr/>
          </a:p>
        </p:txBody>
      </p:sp>
      <p:sp>
        <p:nvSpPr>
          <p:cNvPr id="768" name="Google Shape;768;p43"/>
          <p:cNvSpPr txBox="1"/>
          <p:nvPr/>
        </p:nvSpPr>
        <p:spPr>
          <a:xfrm>
            <a:off x="3908375" y="4329112"/>
            <a:ext cx="3306900" cy="196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75" b="1" i="0" u="none" strike="noStrike" cap="none">
                <a:solidFill>
                  <a:srgbClr val="10B981"/>
                </a:solidFill>
                <a:latin typeface="Noto Sans TC"/>
                <a:ea typeface="Noto Sans TC"/>
                <a:cs typeface="Noto Sans TC"/>
                <a:sym typeface="Noto Sans TC"/>
              </a:rPr>
              <a:t>Sub-28ms Inking Bypass &amp; CanvasDraw</a:t>
            </a:r>
            <a:endParaRPr/>
          </a:p>
        </p:txBody>
      </p:sp>
      <p:sp>
        <p:nvSpPr>
          <p:cNvPr id="769" name="Google Shape;769;p43"/>
          <p:cNvSpPr txBox="1"/>
          <p:nvPr/>
        </p:nvSpPr>
        <p:spPr>
          <a:xfrm>
            <a:off x="7226144" y="4329112"/>
            <a:ext cx="3633600" cy="196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75" b="1" i="0" u="none" strike="noStrike" cap="none">
                <a:solidFill>
                  <a:srgbClr val="F59E0B"/>
                </a:solidFill>
                <a:latin typeface="Noto Sans TC"/>
                <a:ea typeface="Noto Sans TC"/>
                <a:cs typeface="Noto Sans TC"/>
                <a:sym typeface="Noto Sans TC"/>
              </a:rPr>
              <a:t>256-Level Spatial Dither &amp; 11 Production War Stories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2E8F0"/>
        </a:solidFill>
        <a:effectLst/>
      </p:bgPr>
    </p:bg>
    <p:spTree>
      <p:nvGrpSpPr>
        <p:cNvPr id="1" name="Shape 707"/>
        <p:cNvGrpSpPr/>
        <p:nvPr/>
      </p:nvGrpSpPr>
      <p:grpSpPr>
        <a:xfrm>
          <a:off x="0" y="0"/>
          <a:ext cx="0" cy="0"/>
          <a:chOff x="0" y="0"/>
          <a:chExt cx="0" cy="0"/>
        </a:xfrm>
      </p:grpSpPr>
      <p:sp>
        <p:nvSpPr>
          <p:cNvPr id="708" name="Google Shape;708;p40"/>
          <p:cNvSpPr/>
          <p:nvPr/>
        </p:nvSpPr>
        <p:spPr>
          <a:xfrm>
            <a:off x="609600" y="3086100"/>
            <a:ext cx="3505200" cy="1628700"/>
          </a:xfrm>
          <a:prstGeom prst="roundRect">
            <a:avLst>
              <a:gd name="adj" fmla="val 7017"/>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709" name="Google Shape;709;p40"/>
          <p:cNvSpPr/>
          <p:nvPr/>
        </p:nvSpPr>
        <p:spPr>
          <a:xfrm>
            <a:off x="4343400" y="3086100"/>
            <a:ext cx="3505200" cy="1628700"/>
          </a:xfrm>
          <a:prstGeom prst="roundRect">
            <a:avLst>
              <a:gd name="adj" fmla="val 7017"/>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710" name="Google Shape;710;p40"/>
          <p:cNvSpPr/>
          <p:nvPr/>
        </p:nvSpPr>
        <p:spPr>
          <a:xfrm>
            <a:off x="8077200" y="3086100"/>
            <a:ext cx="3505200" cy="1628700"/>
          </a:xfrm>
          <a:prstGeom prst="roundRect">
            <a:avLst>
              <a:gd name="adj" fmla="val 7017"/>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711" name="Google Shape;711;p40"/>
          <p:cNvSpPr txBox="1"/>
          <p:nvPr/>
        </p:nvSpPr>
        <p:spPr>
          <a:xfrm>
            <a:off x="609600" y="457200"/>
            <a:ext cx="115824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08 / TECHNOLOGY ROADMAP</a:t>
            </a:r>
            <a:endParaRPr/>
          </a:p>
        </p:txBody>
      </p:sp>
      <p:sp>
        <p:nvSpPr>
          <p:cNvPr id="712" name="Google Shape;712;p40"/>
          <p:cNvSpPr txBox="1"/>
          <p:nvPr/>
        </p:nvSpPr>
        <p:spPr>
          <a:xfrm>
            <a:off x="609600" y="695325"/>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E-Ink Technology Evolution &amp; Next-Gen Roadmap</a:t>
            </a:r>
            <a:endParaRPr/>
          </a:p>
        </p:txBody>
      </p:sp>
      <p:sp>
        <p:nvSpPr>
          <p:cNvPr id="713" name="Google Shape;713;p40"/>
          <p:cNvSpPr txBox="1"/>
          <p:nvPr/>
        </p:nvSpPr>
        <p:spPr>
          <a:xfrm>
            <a:off x="847725" y="3362325"/>
            <a:ext cx="37863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NEXT-GEN PANEL &amp; T-CON</a:t>
            </a:r>
            <a:endParaRPr/>
          </a:p>
        </p:txBody>
      </p:sp>
      <p:sp>
        <p:nvSpPr>
          <p:cNvPr id="714" name="Google Shape;714;p40"/>
          <p:cNvSpPr txBox="1"/>
          <p:nvPr/>
        </p:nvSpPr>
        <p:spPr>
          <a:xfrm>
            <a:off x="847725" y="3600450"/>
            <a:ext cx="39756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Noto Sans TC"/>
                <a:ea typeface="Noto Sans TC"/>
                <a:cs typeface="Noto Sans TC"/>
                <a:sym typeface="Noto Sans TC"/>
              </a:rPr>
              <a:t>Carta 1300 &amp; Dual-Core RISC-V</a:t>
            </a:r>
            <a:endParaRPr/>
          </a:p>
        </p:txBody>
      </p:sp>
      <p:sp>
        <p:nvSpPr>
          <p:cNvPr id="715" name="Google Shape;715;p40"/>
          <p:cNvSpPr txBox="1"/>
          <p:nvPr/>
        </p:nvSpPr>
        <p:spPr>
          <a:xfrm>
            <a:off x="847725" y="3981450"/>
            <a:ext cx="31242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75569"/>
                </a:solidFill>
                <a:latin typeface="Noto Sans TC"/>
                <a:ea typeface="Noto Sans TC"/>
                <a:cs typeface="Noto Sans TC"/>
                <a:sym typeface="Noto Sans TC"/>
              </a:rPr>
              <a:t>Fluid viscosity reduced by 25%; built-in hardware Dither engine</a:t>
            </a:r>
            <a:endParaRPr/>
          </a:p>
        </p:txBody>
      </p:sp>
      <p:sp>
        <p:nvSpPr>
          <p:cNvPr id="716" name="Google Shape;716;p40"/>
          <p:cNvSpPr txBox="1"/>
          <p:nvPr/>
        </p:nvSpPr>
        <p:spPr>
          <a:xfrm>
            <a:off x="4581525" y="3362325"/>
            <a:ext cx="37863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59669"/>
                </a:solidFill>
                <a:latin typeface="Noto Sans TC"/>
                <a:ea typeface="Noto Sans TC"/>
                <a:cs typeface="Noto Sans TC"/>
                <a:sym typeface="Noto Sans TC"/>
              </a:rPr>
              <a:t>NEURAL INK PREDICTION</a:t>
            </a:r>
            <a:endParaRPr/>
          </a:p>
        </p:txBody>
      </p:sp>
      <p:sp>
        <p:nvSpPr>
          <p:cNvPr id="717" name="Google Shape;717;p40"/>
          <p:cNvSpPr txBox="1"/>
          <p:nvPr/>
        </p:nvSpPr>
        <p:spPr>
          <a:xfrm>
            <a:off x="4581525" y="3600450"/>
            <a:ext cx="39756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Noto Sans TC"/>
                <a:ea typeface="Noto Sans TC"/>
                <a:cs typeface="Noto Sans TC"/>
                <a:sym typeface="Noto Sans TC"/>
              </a:rPr>
              <a:t>On-Device NPU Neural Stroke Prediction</a:t>
            </a:r>
            <a:endParaRPr/>
          </a:p>
        </p:txBody>
      </p:sp>
      <p:sp>
        <p:nvSpPr>
          <p:cNvPr id="718" name="Google Shape;718;p40"/>
          <p:cNvSpPr txBox="1"/>
          <p:nvPr/>
        </p:nvSpPr>
        <p:spPr>
          <a:xfrm>
            <a:off x="4581525" y="3981450"/>
            <a:ext cx="31242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75569"/>
                </a:solidFill>
                <a:latin typeface="Noto Sans TC"/>
                <a:ea typeface="Noto Sans TC"/>
                <a:cs typeface="Noto Sans TC"/>
                <a:sym typeface="Noto Sans TC"/>
              </a:rPr>
              <a:t>Leverages Android SharedMemory to predict next 3 points, approaching 0ms perceived latency</a:t>
            </a:r>
            <a:endParaRPr/>
          </a:p>
        </p:txBody>
      </p:sp>
      <p:sp>
        <p:nvSpPr>
          <p:cNvPr id="719" name="Google Shape;719;p40"/>
          <p:cNvSpPr txBox="1"/>
          <p:nvPr/>
        </p:nvSpPr>
        <p:spPr>
          <a:xfrm>
            <a:off x="8315325" y="3362325"/>
            <a:ext cx="37863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7C3AED"/>
                </a:solidFill>
                <a:latin typeface="Noto Sans TC"/>
                <a:ea typeface="Noto Sans TC"/>
                <a:cs typeface="Noto Sans TC"/>
                <a:sym typeface="Noto Sans TC"/>
              </a:rPr>
              <a:t>FULL-COLOR COMPATIBLE</a:t>
            </a:r>
            <a:endParaRPr/>
          </a:p>
        </p:txBody>
      </p:sp>
      <p:sp>
        <p:nvSpPr>
          <p:cNvPr id="720" name="Google Shape;720;p40"/>
          <p:cNvSpPr txBox="1"/>
          <p:nvPr/>
        </p:nvSpPr>
        <p:spPr>
          <a:xfrm>
            <a:off x="8315325" y="3600450"/>
            <a:ext cx="38766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0F172A"/>
                </a:solidFill>
                <a:latin typeface="Noto Sans TC"/>
                <a:ea typeface="Noto Sans TC"/>
                <a:cs typeface="Noto Sans TC"/>
                <a:sym typeface="Noto Sans TC"/>
              </a:rPr>
              <a:t>Seamless Compatibility with Gallery 3 / Kaleido 3</a:t>
            </a:r>
            <a:endParaRPr/>
          </a:p>
        </p:txBody>
      </p:sp>
      <p:sp>
        <p:nvSpPr>
          <p:cNvPr id="721" name="Google Shape;721;p40"/>
          <p:cNvSpPr txBox="1"/>
          <p:nvPr/>
        </p:nvSpPr>
        <p:spPr>
          <a:xfrm>
            <a:off x="8315325" y="3981450"/>
            <a:ext cx="31242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75569"/>
                </a:solidFill>
                <a:latin typeface="Noto Sans TC"/>
                <a:ea typeface="Noto Sans TC"/>
                <a:cs typeface="Noto Sans TC"/>
                <a:sym typeface="Noto Sans TC"/>
              </a:rPr>
              <a:t>Existing dual-bus and queue architecture directly powers next-gen full-color E-Ink displays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2E8F0"/>
        </a:solidFill>
        <a:effectLst/>
      </p:bgPr>
    </p:bg>
    <p:spTree>
      <p:nvGrpSpPr>
        <p:cNvPr id="1" name="Shape 725"/>
        <p:cNvGrpSpPr/>
        <p:nvPr/>
      </p:nvGrpSpPr>
      <p:grpSpPr>
        <a:xfrm>
          <a:off x="0" y="0"/>
          <a:ext cx="0" cy="0"/>
          <a:chOff x="0" y="0"/>
          <a:chExt cx="0" cy="0"/>
        </a:xfrm>
      </p:grpSpPr>
      <p:sp>
        <p:nvSpPr>
          <p:cNvPr id="726" name="Google Shape;726;p41"/>
          <p:cNvSpPr/>
          <p:nvPr/>
        </p:nvSpPr>
        <p:spPr>
          <a:xfrm>
            <a:off x="6486525" y="2633662"/>
            <a:ext cx="5095800" cy="1171500"/>
          </a:xfrm>
          <a:prstGeom prst="roundRect">
            <a:avLst>
              <a:gd name="adj" fmla="val 9756"/>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727" name="Google Shape;727;p41"/>
          <p:cNvSpPr/>
          <p:nvPr/>
        </p:nvSpPr>
        <p:spPr>
          <a:xfrm>
            <a:off x="6486525" y="3957637"/>
            <a:ext cx="5095800" cy="1171500"/>
          </a:xfrm>
          <a:prstGeom prst="roundRect">
            <a:avLst>
              <a:gd name="adj" fmla="val 9756"/>
            </a:avLst>
          </a:prstGeom>
          <a:solidFill>
            <a:srgbClr val="FEF2F2"/>
          </a:solidFill>
          <a:ln w="9525" cap="flat" cmpd="sng">
            <a:solidFill>
              <a:srgbClr val="FECAC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pic>
        <p:nvPicPr>
          <p:cNvPr id="728" name="Google Shape;728;p41" descr="image.png"/>
          <p:cNvPicPr preferRelativeResize="0"/>
          <p:nvPr/>
        </p:nvPicPr>
        <p:blipFill rotWithShape="1">
          <a:blip r:embed="rId3">
            <a:alphaModFix/>
          </a:blip>
          <a:srcRect/>
          <a:stretch/>
        </p:blipFill>
        <p:spPr>
          <a:xfrm>
            <a:off x="609600" y="1362075"/>
            <a:ext cx="10972800" cy="5038725"/>
          </a:xfrm>
          <a:prstGeom prst="rect">
            <a:avLst/>
          </a:prstGeom>
          <a:noFill/>
          <a:ln>
            <a:noFill/>
          </a:ln>
        </p:spPr>
      </p:pic>
      <p:sp>
        <p:nvSpPr>
          <p:cNvPr id="729" name="Google Shape;729;p41"/>
          <p:cNvSpPr txBox="1"/>
          <p:nvPr/>
        </p:nvSpPr>
        <p:spPr>
          <a:xfrm>
            <a:off x="609600" y="457200"/>
            <a:ext cx="115824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7C3AED"/>
                </a:solidFill>
                <a:latin typeface="Noto Sans TC"/>
                <a:ea typeface="Noto Sans TC"/>
                <a:cs typeface="Noto Sans TC"/>
                <a:sym typeface="Noto Sans TC"/>
              </a:rPr>
              <a:t>APPENDIX A / FULL-COLOR GALLERY 3 (ACeP) PHYSICS</a:t>
            </a:r>
            <a:endParaRPr/>
          </a:p>
        </p:txBody>
      </p:sp>
      <p:sp>
        <p:nvSpPr>
          <p:cNvPr id="730" name="Google Shape;730;p41"/>
          <p:cNvSpPr txBox="1"/>
          <p:nvPr/>
        </p:nvSpPr>
        <p:spPr>
          <a:xfrm>
            <a:off x="609600" y="695325"/>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[Appendix A] Full-Color Gallery 3 (ACeP) 4-Particle Physics &amp; Stepped Voltage Driving</a:t>
            </a:r>
            <a:endParaRPr/>
          </a:p>
        </p:txBody>
      </p:sp>
      <p:sp>
        <p:nvSpPr>
          <p:cNvPr id="731" name="Google Shape;731;p41"/>
          <p:cNvSpPr txBox="1"/>
          <p:nvPr/>
        </p:nvSpPr>
        <p:spPr>
          <a:xfrm>
            <a:off x="6686550" y="2833687"/>
            <a:ext cx="55056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Multi-Level Stepped Voltage Driving (±15V / ±10V / ±5V / 0V): </a:t>
            </a:r>
            <a:endParaRPr/>
          </a:p>
        </p:txBody>
      </p:sp>
      <p:sp>
        <p:nvSpPr>
          <p:cNvPr id="732" name="Google Shape;732;p41"/>
          <p:cNvSpPr txBox="1"/>
          <p:nvPr/>
        </p:nvSpPr>
        <p:spPr>
          <a:xfrm>
            <a:off x="6686550" y="3148012"/>
            <a:ext cx="47910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75569"/>
                </a:solidFill>
                <a:latin typeface="Noto Sans TC"/>
                <a:ea typeface="Noto Sans TC"/>
                <a:cs typeface="Noto Sans TC"/>
                <a:sym typeface="Noto Sans TC"/>
              </a:rPr>
              <a:t>Drives particles based on charge threshold to top layer, rendering 50,000+ full-color gamut</a:t>
            </a:r>
            <a:endParaRPr/>
          </a:p>
        </p:txBody>
      </p:sp>
      <p:sp>
        <p:nvSpPr>
          <p:cNvPr id="733" name="Google Shape;733;p41"/>
          <p:cNvSpPr txBox="1"/>
          <p:nvPr/>
        </p:nvSpPr>
        <p:spPr>
          <a:xfrm>
            <a:off x="6686550" y="4157662"/>
            <a:ext cx="55056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991B1B"/>
                </a:solidFill>
                <a:latin typeface="Noto Sans TC"/>
                <a:ea typeface="Noto Sans TC"/>
                <a:cs typeface="Noto Sans TC"/>
                <a:sym typeface="Noto Sans TC"/>
              </a:rPr>
              <a:t>Full-Color to B/W "Red Bloodshot Ghosting" &amp; Cleaning State: </a:t>
            </a:r>
            <a:endParaRPr/>
          </a:p>
        </p:txBody>
      </p:sp>
      <p:sp>
        <p:nvSpPr>
          <p:cNvPr id="734" name="Google Shape;734;p41"/>
          <p:cNvSpPr txBox="1"/>
          <p:nvPr/>
        </p:nvSpPr>
        <p:spPr>
          <a:xfrm>
            <a:off x="6686550" y="4471987"/>
            <a:ext cx="47910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7F1D1D"/>
                </a:solidFill>
                <a:latin typeface="Noto Sans TC"/>
                <a:ea typeface="Noto Sans TC"/>
                <a:cs typeface="Noto Sans TC"/>
                <a:sym typeface="Noto Sans TC"/>
              </a:rPr>
              <a:t>Before transitioning from color to text, a mandatory color-clearing white frame drives red/yellow particles to bottom, completely eliminating bloodshot ghosting</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38"/>
        <p:cNvGrpSpPr/>
        <p:nvPr/>
      </p:nvGrpSpPr>
      <p:grpSpPr>
        <a:xfrm>
          <a:off x="0" y="0"/>
          <a:ext cx="0" cy="0"/>
          <a:chOff x="0" y="0"/>
          <a:chExt cx="0" cy="0"/>
        </a:xfrm>
      </p:grpSpPr>
      <p:sp>
        <p:nvSpPr>
          <p:cNvPr id="739" name="Google Shape;739;p42"/>
          <p:cNvSpPr/>
          <p:nvPr/>
        </p:nvSpPr>
        <p:spPr>
          <a:xfrm>
            <a:off x="609600" y="2847975"/>
            <a:ext cx="3505200" cy="2067000"/>
          </a:xfrm>
          <a:prstGeom prst="roundRect">
            <a:avLst>
              <a:gd name="adj" fmla="val 5529"/>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740" name="Google Shape;740;p42"/>
          <p:cNvSpPr/>
          <p:nvPr/>
        </p:nvSpPr>
        <p:spPr>
          <a:xfrm>
            <a:off x="4343400" y="2962275"/>
            <a:ext cx="3505200" cy="1838400"/>
          </a:xfrm>
          <a:prstGeom prst="roundRect">
            <a:avLst>
              <a:gd name="adj" fmla="val 6217"/>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741" name="Google Shape;741;p42"/>
          <p:cNvSpPr/>
          <p:nvPr/>
        </p:nvSpPr>
        <p:spPr>
          <a:xfrm>
            <a:off x="8077200" y="2847975"/>
            <a:ext cx="3505200" cy="2067000"/>
          </a:xfrm>
          <a:prstGeom prst="roundRect">
            <a:avLst>
              <a:gd name="adj" fmla="val 5529"/>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000000"/>
              </a:solidFill>
              <a:latin typeface="Calibri"/>
              <a:ea typeface="Calibri"/>
              <a:cs typeface="Calibri"/>
              <a:sym typeface="Calibri"/>
            </a:endParaRPr>
          </a:p>
        </p:txBody>
      </p:sp>
      <p:sp>
        <p:nvSpPr>
          <p:cNvPr id="742" name="Google Shape;742;p42"/>
          <p:cNvSpPr txBox="1"/>
          <p:nvPr/>
        </p:nvSpPr>
        <p:spPr>
          <a:xfrm>
            <a:off x="609600" y="457200"/>
            <a:ext cx="115824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7C3AED"/>
                </a:solidFill>
                <a:latin typeface="Noto Sans TC"/>
                <a:ea typeface="Noto Sans TC"/>
                <a:cs typeface="Noto Sans TC"/>
                <a:sym typeface="Noto Sans TC"/>
              </a:rPr>
              <a:t>APPENDIX B / COLOR WAVEFORM TRADE-OFFS</a:t>
            </a:r>
            <a:endParaRPr/>
          </a:p>
        </p:txBody>
      </p:sp>
      <p:sp>
        <p:nvSpPr>
          <p:cNvPr id="743" name="Google Shape;743;p42"/>
          <p:cNvSpPr txBox="1"/>
          <p:nvPr/>
        </p:nvSpPr>
        <p:spPr>
          <a:xfrm>
            <a:off x="609600" y="695325"/>
            <a:ext cx="115824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[Appendix B] Color Waveform Modes: Saturation vs. Latency Trade-Offs</a:t>
            </a:r>
            <a:endParaRPr/>
          </a:p>
        </p:txBody>
      </p:sp>
      <p:sp>
        <p:nvSpPr>
          <p:cNvPr id="744" name="Google Shape;744;p42"/>
          <p:cNvSpPr txBox="1"/>
          <p:nvPr/>
        </p:nvSpPr>
        <p:spPr>
          <a:xfrm>
            <a:off x="847725" y="3124200"/>
            <a:ext cx="37863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COLOR FAST MODE</a:t>
            </a:r>
            <a:endParaRPr/>
          </a:p>
        </p:txBody>
      </p:sp>
      <p:sp>
        <p:nvSpPr>
          <p:cNvPr id="745" name="Google Shape;745;p42"/>
          <p:cNvSpPr txBox="1"/>
          <p:nvPr/>
        </p:nvSpPr>
        <p:spPr>
          <a:xfrm>
            <a:off x="847725" y="3362325"/>
            <a:ext cx="37863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Noto Sans TC"/>
                <a:ea typeface="Noto Sans TC"/>
                <a:cs typeface="Noto Sans TC"/>
                <a:sym typeface="Noto Sans TC"/>
              </a:rPr>
              <a:t>150~300ms</a:t>
            </a:r>
            <a:endParaRPr/>
          </a:p>
        </p:txBody>
      </p:sp>
      <p:sp>
        <p:nvSpPr>
          <p:cNvPr id="746" name="Google Shape;746;p42"/>
          <p:cNvSpPr txBox="1"/>
          <p:nvPr/>
        </p:nvSpPr>
        <p:spPr>
          <a:xfrm>
            <a:off x="847725" y="3867150"/>
            <a:ext cx="39756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Fast color inking and UI scrolling</a:t>
            </a:r>
            <a:endParaRPr/>
          </a:p>
        </p:txBody>
      </p:sp>
      <p:sp>
        <p:nvSpPr>
          <p:cNvPr id="747" name="Google Shape;747;p42"/>
          <p:cNvSpPr txBox="1"/>
          <p:nvPr/>
        </p:nvSpPr>
        <p:spPr>
          <a:xfrm>
            <a:off x="847725" y="4181475"/>
            <a:ext cx="31242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75569"/>
                </a:solidFill>
                <a:latin typeface="Noto Sans TC"/>
                <a:ea typeface="Noto Sans TC"/>
                <a:cs typeface="Noto Sans TC"/>
                <a:sym typeface="Noto Sans TC"/>
              </a:rPr>
              <a:t>Partial particle travel, trading slight saturation for ultra-responsive inking</a:t>
            </a:r>
            <a:endParaRPr/>
          </a:p>
        </p:txBody>
      </p:sp>
      <p:sp>
        <p:nvSpPr>
          <p:cNvPr id="748" name="Google Shape;748;p42"/>
          <p:cNvSpPr txBox="1"/>
          <p:nvPr/>
        </p:nvSpPr>
        <p:spPr>
          <a:xfrm>
            <a:off x="4581525" y="3238500"/>
            <a:ext cx="37863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59669"/>
                </a:solidFill>
                <a:latin typeface="Noto Sans TC"/>
                <a:ea typeface="Noto Sans TC"/>
                <a:cs typeface="Noto Sans TC"/>
                <a:sym typeface="Noto Sans TC"/>
              </a:rPr>
              <a:t>COLOR STANDARD MODE</a:t>
            </a:r>
            <a:endParaRPr/>
          </a:p>
        </p:txBody>
      </p:sp>
      <p:sp>
        <p:nvSpPr>
          <p:cNvPr id="749" name="Google Shape;749;p42"/>
          <p:cNvSpPr txBox="1"/>
          <p:nvPr/>
        </p:nvSpPr>
        <p:spPr>
          <a:xfrm>
            <a:off x="4581525" y="3476625"/>
            <a:ext cx="37863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Noto Sans TC"/>
                <a:ea typeface="Noto Sans TC"/>
                <a:cs typeface="Noto Sans TC"/>
                <a:sym typeface="Noto Sans TC"/>
              </a:rPr>
              <a:t>500~750ms</a:t>
            </a:r>
            <a:endParaRPr/>
          </a:p>
        </p:txBody>
      </p:sp>
      <p:sp>
        <p:nvSpPr>
          <p:cNvPr id="750" name="Google Shape;750;p42"/>
          <p:cNvSpPr txBox="1"/>
          <p:nvPr/>
        </p:nvSpPr>
        <p:spPr>
          <a:xfrm>
            <a:off x="4581525" y="3981450"/>
            <a:ext cx="39756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Standard color illustrated books &amp; comics</a:t>
            </a:r>
            <a:endParaRPr/>
          </a:p>
        </p:txBody>
      </p:sp>
      <p:sp>
        <p:nvSpPr>
          <p:cNvPr id="751" name="Google Shape;751;p42"/>
          <p:cNvSpPr txBox="1"/>
          <p:nvPr/>
        </p:nvSpPr>
        <p:spPr>
          <a:xfrm>
            <a:off x="4581525" y="4295775"/>
            <a:ext cx="3786300" cy="2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75569"/>
                </a:solidFill>
                <a:latin typeface="Noto Sans TC"/>
                <a:ea typeface="Noto Sans TC"/>
                <a:cs typeface="Noto Sans TC"/>
                <a:sym typeface="Noto Sans TC"/>
              </a:rPr>
              <a:t>Optimal sweet spot between color saturation and page flip speed</a:t>
            </a:r>
            <a:endParaRPr/>
          </a:p>
        </p:txBody>
      </p:sp>
      <p:sp>
        <p:nvSpPr>
          <p:cNvPr id="752" name="Google Shape;752;p42"/>
          <p:cNvSpPr txBox="1"/>
          <p:nvPr/>
        </p:nvSpPr>
        <p:spPr>
          <a:xfrm>
            <a:off x="8315325" y="3124200"/>
            <a:ext cx="3786300" cy="17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7C3AED"/>
                </a:solidFill>
                <a:latin typeface="Noto Sans TC"/>
                <a:ea typeface="Noto Sans TC"/>
                <a:cs typeface="Noto Sans TC"/>
                <a:sym typeface="Noto Sans TC"/>
              </a:rPr>
              <a:t>COLOR HIGH QUALITY</a:t>
            </a:r>
            <a:endParaRPr/>
          </a:p>
        </p:txBody>
      </p:sp>
      <p:sp>
        <p:nvSpPr>
          <p:cNvPr id="753" name="Google Shape;753;p42"/>
          <p:cNvSpPr txBox="1"/>
          <p:nvPr/>
        </p:nvSpPr>
        <p:spPr>
          <a:xfrm>
            <a:off x="8315325" y="3362325"/>
            <a:ext cx="37863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0F172A"/>
                </a:solidFill>
                <a:latin typeface="Noto Sans TC"/>
                <a:ea typeface="Noto Sans TC"/>
                <a:cs typeface="Noto Sans TC"/>
                <a:sym typeface="Noto Sans TC"/>
              </a:rPr>
              <a:t>1000~1500ms</a:t>
            </a:r>
            <a:endParaRPr/>
          </a:p>
        </p:txBody>
      </p:sp>
      <p:sp>
        <p:nvSpPr>
          <p:cNvPr id="754" name="Google Shape;754;p42"/>
          <p:cNvSpPr txBox="1"/>
          <p:nvPr/>
        </p:nvSpPr>
        <p:spPr>
          <a:xfrm>
            <a:off x="8315325" y="3867150"/>
            <a:ext cx="38766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F172A"/>
                </a:solidFill>
                <a:latin typeface="Noto Sans TC"/>
                <a:ea typeface="Noto Sans TC"/>
                <a:cs typeface="Noto Sans TC"/>
                <a:sym typeface="Noto Sans TC"/>
              </a:rPr>
              <a:t>High-fidelity fine art books &amp; photography</a:t>
            </a:r>
            <a:endParaRPr/>
          </a:p>
        </p:txBody>
      </p:sp>
      <p:sp>
        <p:nvSpPr>
          <p:cNvPr id="755" name="Google Shape;755;p42"/>
          <p:cNvSpPr txBox="1"/>
          <p:nvPr/>
        </p:nvSpPr>
        <p:spPr>
          <a:xfrm>
            <a:off x="8315325" y="4181475"/>
            <a:ext cx="3124200" cy="41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475569"/>
                </a:solidFill>
                <a:latin typeface="Noto Sans TC"/>
                <a:ea typeface="Noto Sans TC"/>
                <a:cs typeface="Noto Sans TC"/>
                <a:sym typeface="Noto Sans TC"/>
              </a:rPr>
              <a:t>Comprehensive multi-pulse deep driving delivers widest color gamut with zero ghosting</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78"/>
        <p:cNvGrpSpPr/>
        <p:nvPr/>
      </p:nvGrpSpPr>
      <p:grpSpPr>
        <a:xfrm>
          <a:off x="0" y="0"/>
          <a:ext cx="0" cy="0"/>
          <a:chOff x="0" y="0"/>
          <a:chExt cx="0" cy="0"/>
        </a:xfrm>
      </p:grpSpPr>
      <p:pic>
        <p:nvPicPr>
          <p:cNvPr id="5" name="圖片 4">
            <a:extLst>
              <a:ext uri="{FF2B5EF4-FFF2-40B4-BE49-F238E27FC236}">
                <a16:creationId xmlns:a16="http://schemas.microsoft.com/office/drawing/2014/main" id="{8570118D-359F-4817-7E06-BFA07D4D9EB5}"/>
              </a:ext>
            </a:extLst>
          </p:cNvPr>
          <p:cNvPicPr>
            <a:picLocks noChangeAspect="1"/>
          </p:cNvPicPr>
          <p:nvPr/>
        </p:nvPicPr>
        <p:blipFill>
          <a:blip r:embed="rId3"/>
          <a:stretch>
            <a:fillRect/>
          </a:stretch>
        </p:blipFill>
        <p:spPr>
          <a:xfrm>
            <a:off x="6096000" y="2180917"/>
            <a:ext cx="5384179" cy="3401095"/>
          </a:xfrm>
          <a:prstGeom prst="rect">
            <a:avLst/>
          </a:prstGeom>
        </p:spPr>
      </p:pic>
      <p:pic>
        <p:nvPicPr>
          <p:cNvPr id="480" name="Google Shape;480;p29" descr="image.png"/>
          <p:cNvPicPr preferRelativeResize="0"/>
          <p:nvPr/>
        </p:nvPicPr>
        <p:blipFill rotWithShape="1">
          <a:blip r:embed="rId4">
            <a:alphaModFix/>
          </a:blip>
          <a:srcRect/>
          <a:stretch/>
        </p:blipFill>
        <p:spPr>
          <a:xfrm>
            <a:off x="6467475" y="2824162"/>
            <a:ext cx="4876800" cy="1905000"/>
          </a:xfrm>
          <a:prstGeom prst="rect">
            <a:avLst/>
          </a:prstGeom>
          <a:noFill/>
          <a:ln>
            <a:noFill/>
          </a:ln>
        </p:spPr>
      </p:pic>
      <p:sp>
        <p:nvSpPr>
          <p:cNvPr id="481" name="Google Shape;481;p29"/>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dirty="0">
                <a:solidFill>
                  <a:srgbClr val="0284C7"/>
                </a:solidFill>
                <a:latin typeface="Noto Sans TC"/>
                <a:ea typeface="Noto Sans TC"/>
                <a:cs typeface="Noto Sans TC"/>
                <a:sym typeface="Noto Sans TC"/>
              </a:rPr>
              <a:t>05 / CANVASDRAW GEOMETRIC ALGORITHMS (1 &amp; 2)</a:t>
            </a:r>
            <a:endParaRPr dirty="0"/>
          </a:p>
        </p:txBody>
      </p:sp>
      <p:sp>
        <p:nvSpPr>
          <p:cNvPr id="482" name="Google Shape;482;p29"/>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CanvasDraw Algorithms: Dynamic Margin Expansion &amp; Diagonal Grid Aggregation</a:t>
            </a:r>
            <a:endParaRPr/>
          </a:p>
        </p:txBody>
      </p:sp>
      <p:sp>
        <p:nvSpPr>
          <p:cNvPr id="483" name="Google Shape;483;p29"/>
          <p:cNvSpPr txBox="1"/>
          <p:nvPr/>
        </p:nvSpPr>
        <p:spPr>
          <a:xfrm>
            <a:off x="6467475" y="2424112"/>
            <a:ext cx="5724525"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75" b="1" i="0" u="none" strike="noStrike" cap="none" dirty="0">
                <a:solidFill>
                  <a:srgbClr val="059669"/>
                </a:solidFill>
                <a:latin typeface="Noto Sans TC"/>
                <a:ea typeface="Noto Sans TC"/>
                <a:cs typeface="Noto Sans TC"/>
                <a:sym typeface="Noto Sans TC"/>
              </a:rPr>
              <a:t>Algorithm 2: Dynamic Diagonal Grid Tiling</a:t>
            </a:r>
            <a:endParaRPr dirty="0"/>
          </a:p>
        </p:txBody>
      </p:sp>
      <p:sp>
        <p:nvSpPr>
          <p:cNvPr id="484" name="Google Shape;484;p29"/>
          <p:cNvSpPr txBox="1"/>
          <p:nvPr/>
        </p:nvSpPr>
        <p:spPr>
          <a:xfrm>
            <a:off x="6467475" y="4862512"/>
            <a:ext cx="497205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334155"/>
                </a:solidFill>
                <a:latin typeface="Noto Sans TC"/>
                <a:ea typeface="Noto Sans TC"/>
                <a:cs typeface="Noto Sans TC"/>
                <a:sym typeface="Noto Sans TC"/>
              </a:rPr>
              <a:t>Tile 3×3 for size&gt;4000, 5×5 for &gt;8000, 7×7 for &gt;16000; refreshing only diagonal tiles saves 70% area</a:t>
            </a:r>
            <a:endParaRPr/>
          </a:p>
        </p:txBody>
      </p:sp>
      <p:pic>
        <p:nvPicPr>
          <p:cNvPr id="3" name="圖片 2" descr="一張含有 文字, 螢幕擷取畫面, 行, 平行 的圖片&#10;&#10;AI 產生的內容可能不正確。">
            <a:extLst>
              <a:ext uri="{FF2B5EF4-FFF2-40B4-BE49-F238E27FC236}">
                <a16:creationId xmlns:a16="http://schemas.microsoft.com/office/drawing/2014/main" id="{35CEBF0A-7ABA-D759-F8FC-FF3BF5625028}"/>
              </a:ext>
            </a:extLst>
          </p:cNvPr>
          <p:cNvPicPr>
            <a:picLocks noChangeAspect="1"/>
          </p:cNvPicPr>
          <p:nvPr/>
        </p:nvPicPr>
        <p:blipFill>
          <a:blip r:embed="rId5"/>
          <a:stretch>
            <a:fillRect/>
          </a:stretch>
        </p:blipFill>
        <p:spPr>
          <a:xfrm>
            <a:off x="528083" y="2180917"/>
            <a:ext cx="5105802" cy="337697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488"/>
        <p:cNvGrpSpPr/>
        <p:nvPr/>
      </p:nvGrpSpPr>
      <p:grpSpPr>
        <a:xfrm>
          <a:off x="0" y="0"/>
          <a:ext cx="0" cy="0"/>
          <a:chOff x="0" y="0"/>
          <a:chExt cx="0" cy="0"/>
        </a:xfrm>
      </p:grpSpPr>
      <p:sp>
        <p:nvSpPr>
          <p:cNvPr id="489" name="Google Shape;489;p30"/>
          <p:cNvSpPr/>
          <p:nvPr/>
        </p:nvSpPr>
        <p:spPr>
          <a:xfrm>
            <a:off x="609600" y="5324475"/>
            <a:ext cx="5168949" cy="1076325"/>
          </a:xfrm>
          <a:prstGeom prst="roundRect">
            <a:avLst>
              <a:gd name="adj" fmla="val 10619"/>
            </a:avLst>
          </a:prstGeom>
          <a:solidFill>
            <a:srgbClr val="FFFFFF"/>
          </a:solidFill>
          <a:ln w="9525" cap="flat" cmpd="sng">
            <a:solidFill>
              <a:srgbClr val="CBD5E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0" name="Google Shape;490;p30"/>
          <p:cNvSpPr/>
          <p:nvPr/>
        </p:nvSpPr>
        <p:spPr>
          <a:xfrm>
            <a:off x="6413599" y="5324475"/>
            <a:ext cx="5168949" cy="1076325"/>
          </a:xfrm>
          <a:prstGeom prst="roundRect">
            <a:avLst>
              <a:gd name="adj" fmla="val 10619"/>
            </a:avLst>
          </a:prstGeom>
          <a:solidFill>
            <a:srgbClr val="ECFDF5"/>
          </a:solidFill>
          <a:ln w="9525" cap="flat" cmpd="sng">
            <a:solidFill>
              <a:srgbClr val="6EE7B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91" name="Google Shape;491;p30" descr="image.png"/>
          <p:cNvPicPr preferRelativeResize="0"/>
          <p:nvPr/>
        </p:nvPicPr>
        <p:blipFill rotWithShape="1">
          <a:blip r:embed="rId3">
            <a:alphaModFix/>
          </a:blip>
          <a:srcRect/>
          <a:stretch/>
        </p:blipFill>
        <p:spPr>
          <a:xfrm>
            <a:off x="609600" y="1800225"/>
            <a:ext cx="10972800" cy="5057775"/>
          </a:xfrm>
          <a:prstGeom prst="rect">
            <a:avLst/>
          </a:prstGeom>
          <a:noFill/>
          <a:ln>
            <a:noFill/>
          </a:ln>
        </p:spPr>
      </p:pic>
      <p:pic>
        <p:nvPicPr>
          <p:cNvPr id="492" name="Google Shape;492;p30" descr="image.png"/>
          <p:cNvPicPr preferRelativeResize="0"/>
          <p:nvPr/>
        </p:nvPicPr>
        <p:blipFill rotWithShape="1">
          <a:blip r:embed="rId4">
            <a:alphaModFix/>
          </a:blip>
          <a:srcRect/>
          <a:stretch/>
        </p:blipFill>
        <p:spPr>
          <a:xfrm>
            <a:off x="6007149" y="5748337"/>
            <a:ext cx="177849" cy="228600"/>
          </a:xfrm>
          <a:prstGeom prst="rect">
            <a:avLst/>
          </a:prstGeom>
          <a:noFill/>
          <a:ln>
            <a:noFill/>
          </a:ln>
        </p:spPr>
      </p:pic>
      <p:sp>
        <p:nvSpPr>
          <p:cNvPr id="493" name="Google Shape;493;p30"/>
          <p:cNvSpPr txBox="1"/>
          <p:nvPr/>
        </p:nvSpPr>
        <p:spPr>
          <a:xfrm>
            <a:off x="609600" y="457200"/>
            <a:ext cx="11582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1" i="0" u="none" strike="noStrike" cap="none">
                <a:solidFill>
                  <a:srgbClr val="0284C7"/>
                </a:solidFill>
                <a:latin typeface="Noto Sans TC"/>
                <a:ea typeface="Noto Sans TC"/>
                <a:cs typeface="Noto Sans TC"/>
                <a:sym typeface="Noto Sans TC"/>
              </a:rPr>
              <a:t>05 / CATCH-UP QUEUE &amp; VECTOR RECONCILE</a:t>
            </a:r>
            <a:endParaRPr/>
          </a:p>
        </p:txBody>
      </p:sp>
      <p:sp>
        <p:nvSpPr>
          <p:cNvPr id="494" name="Google Shape;494;p30"/>
          <p:cNvSpPr txBox="1"/>
          <p:nvPr/>
        </p:nvSpPr>
        <p:spPr>
          <a:xfrm>
            <a:off x="609600" y="695325"/>
            <a:ext cx="11582400" cy="4381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i="0" u="none" strike="noStrike" cap="none">
                <a:solidFill>
                  <a:srgbClr val="0F172A"/>
                </a:solidFill>
                <a:latin typeface="Noto Sans TC"/>
                <a:ea typeface="Noto Sans TC"/>
                <a:cs typeface="Noto Sans TC"/>
                <a:sym typeface="Noto Sans TC"/>
              </a:rPr>
              <a:t>Algorithm 3: 3-Layer Decoupled Catch-Up Queue &amp; Vector Reconciliation on Pen-Up</a:t>
            </a:r>
            <a:endParaRPr/>
          </a:p>
        </p:txBody>
      </p:sp>
      <p:sp>
        <p:nvSpPr>
          <p:cNvPr id="495" name="Google Shape;495;p30"/>
          <p:cNvSpPr txBox="1"/>
          <p:nvPr/>
        </p:nvSpPr>
        <p:spPr>
          <a:xfrm>
            <a:off x="847725" y="5505450"/>
            <a:ext cx="5865874"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284C7"/>
                </a:solidFill>
                <a:latin typeface="Noto Sans TC"/>
                <a:ea typeface="Noto Sans TC"/>
                <a:cs typeface="Noto Sans TC"/>
                <a:sym typeface="Noto Sans TC"/>
              </a:rPr>
              <a:t>PHASE 1 · PEN DOWN / MOVE (Writing in Progress)</a:t>
            </a:r>
            <a:endParaRPr/>
          </a:p>
        </p:txBody>
      </p:sp>
      <p:sp>
        <p:nvSpPr>
          <p:cNvPr id="496" name="Google Shape;496;p30"/>
          <p:cNvSpPr txBox="1"/>
          <p:nvPr/>
        </p:nvSpPr>
        <p:spPr>
          <a:xfrm>
            <a:off x="847725" y="5715000"/>
            <a:ext cx="6159168"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1" i="0" u="none" strike="noStrike" cap="none">
                <a:solidFill>
                  <a:srgbClr val="0F172A"/>
                </a:solidFill>
                <a:latin typeface="Noto Sans TC"/>
                <a:ea typeface="Noto Sans TC"/>
                <a:cs typeface="Noto Sans TC"/>
                <a:sym typeface="Noto Sans TC"/>
              </a:rPr>
              <a:t>Fast SPI 4BPP Bitmap Direct Write (&lt;28ms)</a:t>
            </a:r>
            <a:endParaRPr/>
          </a:p>
        </p:txBody>
      </p:sp>
      <p:sp>
        <p:nvSpPr>
          <p:cNvPr id="497" name="Google Shape;497;p30"/>
          <p:cNvSpPr txBox="1"/>
          <p:nvPr/>
        </p:nvSpPr>
        <p:spPr>
          <a:xfrm>
            <a:off x="847725" y="6000750"/>
            <a:ext cx="5865874"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0" i="0" u="none" strike="noStrike" cap="none">
                <a:solidFill>
                  <a:srgbClr val="475569"/>
                </a:solidFill>
                <a:latin typeface="Noto Sans TC"/>
                <a:ea typeface="Noto Sans TC"/>
                <a:cs typeface="Noto Sans TC"/>
                <a:sym typeface="Noto Sans TC"/>
              </a:rPr>
              <a:t>T-Con DU mode instant ink output for zero-latency tracking</a:t>
            </a:r>
            <a:endParaRPr/>
          </a:p>
        </p:txBody>
      </p:sp>
      <p:sp>
        <p:nvSpPr>
          <p:cNvPr id="498" name="Google Shape;498;p30"/>
          <p:cNvSpPr txBox="1"/>
          <p:nvPr/>
        </p:nvSpPr>
        <p:spPr>
          <a:xfrm>
            <a:off x="6651724" y="5505450"/>
            <a:ext cx="5540275" cy="171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1" i="0" u="none" strike="noStrike" cap="none">
                <a:solidFill>
                  <a:srgbClr val="047857"/>
                </a:solidFill>
                <a:latin typeface="Noto Sans TC"/>
                <a:ea typeface="Noto Sans TC"/>
                <a:cs typeface="Noto Sans TC"/>
                <a:sym typeface="Noto Sans TC"/>
              </a:rPr>
              <a:t>PHASE 2 · PEN UP + 500ms (Vector Reconciliation)</a:t>
            </a:r>
            <a:endParaRPr/>
          </a:p>
        </p:txBody>
      </p:sp>
      <p:sp>
        <p:nvSpPr>
          <p:cNvPr id="499" name="Google Shape;499;p30"/>
          <p:cNvSpPr txBox="1"/>
          <p:nvPr/>
        </p:nvSpPr>
        <p:spPr>
          <a:xfrm>
            <a:off x="6651724" y="5715000"/>
            <a:ext cx="5540275" cy="247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1" i="0" u="none" strike="noStrike" cap="none">
                <a:solidFill>
                  <a:srgbClr val="065F46"/>
                </a:solidFill>
                <a:latin typeface="Noto Sans TC"/>
                <a:ea typeface="Noto Sans TC"/>
                <a:cs typeface="Noto Sans TC"/>
                <a:sym typeface="Noto Sans TC"/>
              </a:rPr>
              <a:t>Seamless Skia Bézier Curve Reconcile</a:t>
            </a:r>
            <a:endParaRPr/>
          </a:p>
        </p:txBody>
      </p:sp>
      <p:sp>
        <p:nvSpPr>
          <p:cNvPr id="500" name="Google Shape;500;p30"/>
          <p:cNvSpPr txBox="1"/>
          <p:nvPr/>
        </p:nvSpPr>
        <p:spPr>
          <a:xfrm>
            <a:off x="6651724" y="6000750"/>
            <a:ext cx="5540275" cy="2190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75" b="0" i="0" u="none" strike="noStrike" cap="none">
                <a:solidFill>
                  <a:srgbClr val="047857"/>
                </a:solidFill>
                <a:latin typeface="Noto Sans TC"/>
                <a:ea typeface="Noto Sans TC"/>
                <a:cs typeface="Noto Sans TC"/>
                <a:sym typeface="Noto Sans TC"/>
              </a:rPr>
              <a:t>Background replaces bitmap via MIPI with print-grade 16-level anti-aliased smooth strokes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550</TotalTime>
  <Words>13048</Words>
  <Application>Microsoft Office PowerPoint</Application>
  <PresentationFormat>寬螢幕</PresentationFormat>
  <Paragraphs>1326</Paragraphs>
  <Slides>36</Slides>
  <Notes>34</Notes>
  <HiddenSlides>0</HiddenSlides>
  <MMClips>0</MMClips>
  <ScaleCrop>false</ScaleCrop>
  <HeadingPairs>
    <vt:vector size="8" baseType="variant">
      <vt:variant>
        <vt:lpstr>使用字型</vt:lpstr>
      </vt:variant>
      <vt:variant>
        <vt:i4>6</vt:i4>
      </vt:variant>
      <vt:variant>
        <vt:lpstr>佈景主題</vt:lpstr>
      </vt:variant>
      <vt:variant>
        <vt:i4>1</vt:i4>
      </vt:variant>
      <vt:variant>
        <vt:lpstr>內嵌 OLE 伺服程式</vt:lpstr>
      </vt:variant>
      <vt:variant>
        <vt:i4>1</vt:i4>
      </vt:variant>
      <vt:variant>
        <vt:lpstr>投影片標題</vt:lpstr>
      </vt:variant>
      <vt:variant>
        <vt:i4>36</vt:i4>
      </vt:variant>
    </vt:vector>
  </HeadingPairs>
  <TitlesOfParts>
    <vt:vector size="44" baseType="lpstr">
      <vt:lpstr>Noto Sans TC</vt:lpstr>
      <vt:lpstr>Arial</vt:lpstr>
      <vt:lpstr>Times New Roman</vt:lpstr>
      <vt:lpstr>JetBrains Mono</vt:lpstr>
      <vt:lpstr>Calibri</vt:lpstr>
      <vt:lpstr>DM Sans</vt:lpstr>
      <vt:lpstr>Office Theme</vt:lpstr>
      <vt:lpstr>Microsoft Word Document</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君 小綠綠</cp:lastModifiedBy>
  <cp:revision>1</cp:revision>
  <dcterms:modified xsi:type="dcterms:W3CDTF">2026-10-24T11:44:49Z</dcterms:modified>
</cp:coreProperties>
</file>